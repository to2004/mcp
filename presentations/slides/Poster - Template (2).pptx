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1" r:id="rId5"/>
  </p:sldIdLst>
  <p:sldSz cx="32369125" cy="43341925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51">
          <p15:clr>
            <a:srgbClr val="A4A3A4"/>
          </p15:clr>
        </p15:guide>
        <p15:guide id="2" pos="101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000099"/>
    <a:srgbClr val="3366CC"/>
    <a:srgbClr val="6699FF"/>
    <a:srgbClr val="BDE4FF"/>
    <a:srgbClr val="FFF4E8"/>
    <a:srgbClr val="2C8DF8"/>
    <a:srgbClr val="E8E8F6"/>
    <a:srgbClr val="E6E6E6"/>
    <a:srgbClr val="1C81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19" autoAdjust="0"/>
    <p:restoredTop sz="94651" autoAdjust="0"/>
  </p:normalViewPr>
  <p:slideViewPr>
    <p:cSldViewPr>
      <p:cViewPr>
        <p:scale>
          <a:sx n="50" d="100"/>
          <a:sy n="50" d="100"/>
        </p:scale>
        <p:origin x="168" y="-1560"/>
      </p:cViewPr>
      <p:guideLst>
        <p:guide orient="horz" pos="13651"/>
        <p:guide pos="101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56312" y="0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t" anchorCtr="0" compatLnSpc="1">
            <a:prstTxWarp prst="textNoShape">
              <a:avLst/>
            </a:prstTxWarp>
          </a:bodyPr>
          <a:lstStyle>
            <a:lvl1pPr algn="r" defTabSz="957057">
              <a:defRPr sz="1200"/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23" y="0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t" anchorCtr="0" compatLnSpc="1">
            <a:prstTxWarp prst="textNoShape">
              <a:avLst/>
            </a:prstTxWarp>
          </a:bodyPr>
          <a:lstStyle>
            <a:lvl1pPr defTabSz="957057">
              <a:defRPr sz="1200"/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11363" y="747713"/>
            <a:ext cx="2782887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59" y="4722946"/>
            <a:ext cx="5445099" cy="447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56312" y="9445892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b" anchorCtr="0" compatLnSpc="1">
            <a:prstTxWarp prst="textNoShape">
              <a:avLst/>
            </a:prstTxWarp>
          </a:bodyPr>
          <a:lstStyle>
            <a:lvl1pPr algn="r" defTabSz="957057">
              <a:defRPr sz="1200"/>
            </a:lvl1pPr>
          </a:lstStyle>
          <a:p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23" y="9445892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b" anchorCtr="0" compatLnSpc="1">
            <a:prstTxWarp prst="textNoShape">
              <a:avLst/>
            </a:prstTxWarp>
          </a:bodyPr>
          <a:lstStyle>
            <a:lvl1pPr defTabSz="957057">
              <a:defRPr sz="1200">
                <a:cs typeface="Times New Roman" pitchFamily="18" charset="0"/>
              </a:defRPr>
            </a:lvl1pPr>
          </a:lstStyle>
          <a:p>
            <a:fld id="{E72682E6-6C74-47FB-920F-F50B326D22C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5348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77608" indent="-299080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96321" indent="-239264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674849" indent="-239264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153376" indent="-239264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595095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3036813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478531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920250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B38CC30-DA1F-49BE-AC1F-317B52A17764}" type="slidenum">
              <a:rPr lang="he-IL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11363" y="747713"/>
            <a:ext cx="2782887" cy="372745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Combined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STRIDE modeling with DREAD scoring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integrated completeness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enabling fully traceable and.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Generating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threat reports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(using </a:t>
            </a:r>
            <a:r>
              <a:rPr lang="en-US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STRIDE modeling with DREAD scoring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with further dynamic validation by security experts</a:t>
            </a:r>
            <a:endParaRPr lang="he-IL" altLang="en-US" dirty="0"/>
          </a:p>
        </p:txBody>
      </p:sp>
    </p:spTree>
    <p:extLst>
      <p:ext uri="{BB962C8B-B14F-4D97-AF65-F5344CB8AC3E}">
        <p14:creationId xmlns:p14="http://schemas.microsoft.com/office/powerpoint/2010/main" val="155604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7685" y="13464591"/>
            <a:ext cx="27513756" cy="9289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5369" y="24560424"/>
            <a:ext cx="22658388" cy="1107627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F3AD4C-B1A4-4648-A11B-F0460F23AB2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70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90DF7-3CD2-4AF0-B951-70F8E91CD512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68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7740" y="27851702"/>
            <a:ext cx="27513756" cy="8608188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7740" y="18370656"/>
            <a:ext cx="27513756" cy="9481046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62B269-A3A3-4FD3-8466-AD9502BAFE3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99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7684" y="12522506"/>
            <a:ext cx="13679809" cy="2600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61632" y="12522506"/>
            <a:ext cx="13679809" cy="2600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123229-AC76-4618-A031-E128D8B0052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212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6" y="1735182"/>
            <a:ext cx="29132213" cy="722365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8456" y="9702272"/>
            <a:ext cx="14302786" cy="40422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8456" y="13744508"/>
            <a:ext cx="14302786" cy="249727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43067" y="9702272"/>
            <a:ext cx="14307602" cy="40422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43067" y="13744508"/>
            <a:ext cx="14307602" cy="249727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EDD7F-7159-47EB-8A46-A206BA26ED1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48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4F6708-5E01-41C6-815B-9A13291A595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57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306928-7BF8-41A8-A0C2-18693BF29AD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87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6" y="1726153"/>
            <a:ext cx="10650021" cy="734404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55429" y="1726153"/>
            <a:ext cx="18095240" cy="369911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8456" y="9070201"/>
            <a:ext cx="10650021" cy="2964708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917DF3-26E6-4E5B-98A1-3001EC09652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33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5376" y="30339347"/>
            <a:ext cx="19421475" cy="3581729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45376" y="3872180"/>
            <a:ext cx="19421475" cy="260051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5376" y="33921076"/>
            <a:ext cx="19421475" cy="508665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15FBC9-CE7E-44E3-A47F-577D47223BE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13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8FBD4-681F-4336-ABAD-ECA0354D13D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61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063002" y="3854121"/>
            <a:ext cx="6878439" cy="346720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7685" y="3854121"/>
            <a:ext cx="20481178" cy="346720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DCDDB3-1474-437C-AD89-FF78335A938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86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27685" y="3854121"/>
            <a:ext cx="27513756" cy="722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31713" tIns="165856" rIns="331713" bIns="16585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27685" y="12522506"/>
            <a:ext cx="27513756" cy="260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27684" y="39487805"/>
            <a:ext cx="6743568" cy="289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>
            <a:lvl1pPr>
              <a:defRPr sz="51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59451" y="39487805"/>
            <a:ext cx="10250223" cy="289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>
            <a:lvl1pPr algn="ctr">
              <a:defRPr sz="51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197873" y="39487805"/>
            <a:ext cx="6743568" cy="289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>
            <a:lvl1pPr algn="r">
              <a:defRPr sz="5100">
                <a:cs typeface="Times New Roman" pitchFamily="18" charset="0"/>
              </a:defRPr>
            </a:lvl1pPr>
          </a:lstStyle>
          <a:p>
            <a:fld id="{DB1F701B-4915-4BBB-B207-298E6EA31F49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2pPr>
      <a:lvl3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3pPr>
      <a:lvl4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4pPr>
      <a:lvl5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5pPr>
      <a:lvl6pPr marL="4572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6pPr>
      <a:lvl7pPr marL="9144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7pPr>
      <a:lvl8pPr marL="13716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8pPr>
      <a:lvl9pPr marL="18288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9pPr>
    </p:titleStyle>
    <p:bodyStyle>
      <a:lvl1pPr marL="1244600" indent="-1244600" algn="l" defTabSz="3317875" rtl="0" eaLnBrk="0" fontAlgn="base" hangingPunct="0">
        <a:spcBef>
          <a:spcPct val="20000"/>
        </a:spcBef>
        <a:spcAft>
          <a:spcPct val="0"/>
        </a:spcAft>
        <a:buChar char="•"/>
        <a:defRPr sz="11600">
          <a:solidFill>
            <a:schemeClr val="tx1"/>
          </a:solidFill>
          <a:latin typeface="+mn-lt"/>
          <a:ea typeface="+mn-ea"/>
          <a:cs typeface="+mn-cs"/>
        </a:defRPr>
      </a:lvl1pPr>
      <a:lvl2pPr marL="2693988" indent="-1038225" algn="l" defTabSz="3317875" rtl="0" eaLnBrk="0" fontAlgn="base" hangingPunct="0">
        <a:spcBef>
          <a:spcPct val="20000"/>
        </a:spcBef>
        <a:spcAft>
          <a:spcPct val="0"/>
        </a:spcAft>
        <a:buChar char="–"/>
        <a:defRPr sz="10200">
          <a:solidFill>
            <a:schemeClr val="tx1"/>
          </a:solidFill>
          <a:latin typeface="+mn-lt"/>
        </a:defRPr>
      </a:lvl2pPr>
      <a:lvl3pPr marL="4148138" indent="-830263" algn="l" defTabSz="3317875" rtl="0" eaLnBrk="0" fontAlgn="base" hangingPunct="0">
        <a:spcBef>
          <a:spcPct val="20000"/>
        </a:spcBef>
        <a:spcAft>
          <a:spcPct val="0"/>
        </a:spcAft>
        <a:buChar char="•"/>
        <a:defRPr sz="8700">
          <a:solidFill>
            <a:schemeClr val="tx1"/>
          </a:solidFill>
          <a:latin typeface="+mn-lt"/>
        </a:defRPr>
      </a:lvl3pPr>
      <a:lvl4pPr marL="5803900" indent="-830263" algn="l" defTabSz="3317875" rtl="0" eaLnBrk="0" fontAlgn="base" hangingPunct="0">
        <a:spcBef>
          <a:spcPct val="20000"/>
        </a:spcBef>
        <a:spcAft>
          <a:spcPct val="0"/>
        </a:spcAft>
        <a:buChar char="–"/>
        <a:defRPr sz="7300">
          <a:solidFill>
            <a:schemeClr val="tx1"/>
          </a:solidFill>
          <a:latin typeface="+mn-lt"/>
        </a:defRPr>
      </a:lvl4pPr>
      <a:lvl5pPr marL="7464425" indent="-828675" algn="l" defTabSz="3317875" rtl="0" eaLnBrk="0" fontAlgn="base" hangingPunct="0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5pPr>
      <a:lvl6pPr marL="79216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6pPr>
      <a:lvl7pPr marL="83788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7pPr>
      <a:lvl8pPr marL="88360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8pPr>
      <a:lvl9pPr marL="92932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6D595B5-73B1-48EE-9F92-8BA44566E881}"/>
              </a:ext>
            </a:extLst>
          </p:cNvPr>
          <p:cNvSpPr/>
          <p:nvPr/>
        </p:nvSpPr>
        <p:spPr bwMode="auto">
          <a:xfrm>
            <a:off x="-35042" y="7578571"/>
            <a:ext cx="32404167" cy="3670290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-1" y="2538872"/>
            <a:ext cx="32369125" cy="5030129"/>
          </a:xfrm>
          <a:prstGeom prst="rect">
            <a:avLst/>
          </a:prstGeom>
          <a:solidFill>
            <a:srgbClr val="FFCB97">
              <a:alpha val="2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23473" y="100551"/>
            <a:ext cx="20246607" cy="2729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bg2"/>
            </a:outerShdw>
          </a:effectLst>
        </p:spPr>
        <p:txBody>
          <a:bodyPr wrap="none" lIns="96751" tIns="48376" rIns="96751" bIns="48376" anchor="ctr"/>
          <a:lstStyle/>
          <a:p>
            <a:pPr algn="ctr" defTabSz="968375">
              <a:defRPr/>
            </a:pPr>
            <a:endParaRPr lang="he-IL" sz="2500" dirty="0"/>
          </a:p>
        </p:txBody>
      </p:sp>
      <p:sp>
        <p:nvSpPr>
          <p:cNvPr id="2054" name="Text Box 23"/>
          <p:cNvSpPr txBox="1">
            <a:spLocks noChangeArrowheads="1"/>
          </p:cNvSpPr>
          <p:nvPr/>
        </p:nvSpPr>
        <p:spPr bwMode="auto">
          <a:xfrm>
            <a:off x="21895104" y="34400195"/>
            <a:ext cx="8174168" cy="820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751" tIns="48376" rIns="96751" bIns="48376">
            <a:spAutoFit/>
          </a:bodyPr>
          <a:lstStyle>
            <a:lvl1pPr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endParaRPr lang="he-IL" altLang="en-US" sz="47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60" name="Rectangle 36"/>
          <p:cNvSpPr>
            <a:spLocks noChangeArrowheads="1"/>
          </p:cNvSpPr>
          <p:nvPr/>
        </p:nvSpPr>
        <p:spPr bwMode="auto">
          <a:xfrm>
            <a:off x="0" y="-1822468"/>
            <a:ext cx="32369125" cy="224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51" tIns="48376" rIns="96751" bIns="48376">
            <a:spAutoFit/>
          </a:bodyPr>
          <a:lstStyle>
            <a:lvl1pPr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e-IL" altLang="en-US" sz="10200" b="1">
                <a:latin typeface="Letter Gothic" pitchFamily="49" charset="0"/>
                <a:cs typeface="David" pitchFamily="2" charset="-79"/>
              </a:rPr>
              <a:t> </a:t>
            </a:r>
            <a:endParaRPr lang="en-US" altLang="en-US" sz="10200" b="1">
              <a:latin typeface="Letter Gothic" pitchFamily="49" charset="0"/>
              <a:cs typeface="David" pitchFamily="2" charset="-79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en-US" sz="2500"/>
          </a:p>
        </p:txBody>
      </p:sp>
      <p:sp>
        <p:nvSpPr>
          <p:cNvPr id="2061" name="Rectangle 4"/>
          <p:cNvSpPr>
            <a:spLocks noChangeArrowheads="1"/>
          </p:cNvSpPr>
          <p:nvPr/>
        </p:nvSpPr>
        <p:spPr bwMode="auto">
          <a:xfrm>
            <a:off x="1253981" y="-22848"/>
            <a:ext cx="29458151" cy="249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51" tIns="48376" rIns="96751" bIns="48376">
            <a:spAutoFit/>
          </a:bodyPr>
          <a:lstStyle>
            <a:lvl1pPr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rtl="1" eaLnBrk="1" hangingPunct="1"/>
            <a:r>
              <a:rPr lang="en-US" altLang="en-US" sz="6000" b="1" dirty="0">
                <a:cs typeface="David" pitchFamily="2" charset="-79"/>
              </a:rPr>
              <a:t>    </a:t>
            </a:r>
            <a:r>
              <a:rPr lang="he-IL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הפקולטה למדעי הנדסה</a:t>
            </a:r>
          </a:p>
          <a:p>
            <a:pPr algn="ctr" rtl="1" eaLnBrk="1" hangingPunct="1"/>
            <a:r>
              <a:rPr lang="en-US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    </a:t>
            </a:r>
            <a:r>
              <a:rPr lang="he-IL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המחלקה להנדסת מערכות תוכנה ומידע</a:t>
            </a:r>
          </a:p>
          <a:p>
            <a:pPr algn="ctr" rtl="1" eaLnBrk="1" hangingPunct="1"/>
            <a:r>
              <a:rPr lang="he-IL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התוכנית להנדסת מערכות מידע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6216" y="282927"/>
            <a:ext cx="42979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7200" b="1" dirty="0">
                <a:latin typeface="+mj-lt"/>
                <a:cs typeface="David" panose="020E0502060401010101" pitchFamily="34" charset="-79"/>
              </a:rPr>
              <a:t>מס' פרויקט</a:t>
            </a:r>
          </a:p>
          <a:p>
            <a:pPr algn="ctr"/>
            <a:r>
              <a:rPr lang="he-IL" sz="7200" b="1" dirty="0">
                <a:latin typeface="+mj-lt"/>
                <a:cs typeface="David" panose="020E0502060401010101" pitchFamily="34" charset="-79"/>
              </a:rPr>
              <a:t>33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86444-A489-68E0-A509-F50657D6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1148" y="25616"/>
            <a:ext cx="8510957" cy="23283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B2EF10-1DD4-4F47-B4D3-8A615D245358}"/>
              </a:ext>
            </a:extLst>
          </p:cNvPr>
          <p:cNvSpPr/>
          <p:nvPr/>
        </p:nvSpPr>
        <p:spPr bwMode="auto">
          <a:xfrm>
            <a:off x="229163" y="7804828"/>
            <a:ext cx="31902942" cy="567782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CAC7F-8EFB-488B-8CB1-4792804A8E6B}"/>
              </a:ext>
            </a:extLst>
          </p:cNvPr>
          <p:cNvSpPr/>
          <p:nvPr/>
        </p:nvSpPr>
        <p:spPr bwMode="auto">
          <a:xfrm>
            <a:off x="229163" y="13611337"/>
            <a:ext cx="18782434" cy="8721125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1AF2BF-47A2-466B-B24F-CFFCB53046CA}"/>
              </a:ext>
            </a:extLst>
          </p:cNvPr>
          <p:cNvSpPr/>
          <p:nvPr/>
        </p:nvSpPr>
        <p:spPr bwMode="auto">
          <a:xfrm>
            <a:off x="19134249" y="13608993"/>
            <a:ext cx="12977736" cy="872968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7C34F8-1E0B-4F8F-A5AC-F65EE9D47C2B}"/>
              </a:ext>
            </a:extLst>
          </p:cNvPr>
          <p:cNvSpPr/>
          <p:nvPr/>
        </p:nvSpPr>
        <p:spPr bwMode="auto">
          <a:xfrm>
            <a:off x="229164" y="32322835"/>
            <a:ext cx="19090122" cy="688004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4941E1-3189-4729-A810-BF216525E673}"/>
              </a:ext>
            </a:extLst>
          </p:cNvPr>
          <p:cNvSpPr/>
          <p:nvPr/>
        </p:nvSpPr>
        <p:spPr bwMode="auto">
          <a:xfrm>
            <a:off x="19419232" y="32310827"/>
            <a:ext cx="12692753" cy="6885210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88902-A139-4D26-A4F1-14979E11B022}"/>
              </a:ext>
            </a:extLst>
          </p:cNvPr>
          <p:cNvSpPr txBox="1"/>
          <p:nvPr/>
        </p:nvSpPr>
        <p:spPr>
          <a:xfrm>
            <a:off x="789370" y="7920526"/>
            <a:ext cx="303873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8FC4F-4B5F-4C2F-BB69-CD0E87490C58}"/>
              </a:ext>
            </a:extLst>
          </p:cNvPr>
          <p:cNvSpPr txBox="1"/>
          <p:nvPr/>
        </p:nvSpPr>
        <p:spPr>
          <a:xfrm>
            <a:off x="19959149" y="32373857"/>
            <a:ext cx="116746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Results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42B844-E889-49CB-9DB9-92C664E37516}"/>
              </a:ext>
            </a:extLst>
          </p:cNvPr>
          <p:cNvSpPr txBox="1"/>
          <p:nvPr/>
        </p:nvSpPr>
        <p:spPr>
          <a:xfrm>
            <a:off x="19419232" y="13696341"/>
            <a:ext cx="125226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Case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025275-0B73-41F2-8CEF-47452BF9907B}"/>
              </a:ext>
            </a:extLst>
          </p:cNvPr>
          <p:cNvSpPr txBox="1"/>
          <p:nvPr/>
        </p:nvSpPr>
        <p:spPr>
          <a:xfrm>
            <a:off x="16555208" y="28354320"/>
            <a:ext cx="149776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Approach 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645C3-7EA6-4A13-8502-A04E47DF173D}"/>
              </a:ext>
            </a:extLst>
          </p:cNvPr>
          <p:cNvSpPr txBox="1"/>
          <p:nvPr/>
        </p:nvSpPr>
        <p:spPr>
          <a:xfrm>
            <a:off x="427198" y="13704334"/>
            <a:ext cx="190556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Question &amp; Hypothesis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DAE6E1-1AC8-41DE-A571-E50FD1DA83C8}"/>
              </a:ext>
            </a:extLst>
          </p:cNvPr>
          <p:cNvSpPr/>
          <p:nvPr/>
        </p:nvSpPr>
        <p:spPr bwMode="auto">
          <a:xfrm>
            <a:off x="229163" y="22425670"/>
            <a:ext cx="31882822" cy="9810175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202FA0-1C4F-48ED-89EF-E018B5F5DCBA}"/>
              </a:ext>
            </a:extLst>
          </p:cNvPr>
          <p:cNvSpPr/>
          <p:nvPr/>
        </p:nvSpPr>
        <p:spPr bwMode="auto">
          <a:xfrm>
            <a:off x="282910" y="7857764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62" name="Text Box 96"/>
          <p:cNvSpPr txBox="1">
            <a:spLocks noChangeArrowheads="1"/>
          </p:cNvSpPr>
          <p:nvPr/>
        </p:nvSpPr>
        <p:spPr bwMode="auto">
          <a:xfrm>
            <a:off x="-60319" y="2509444"/>
            <a:ext cx="32086753" cy="4837381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5C00"/>
            </a:prstShdw>
          </a:effectLst>
        </p:spPr>
        <p:txBody>
          <a:bodyPr lIns="96751" tIns="190800" rIns="96751" bIns="48376"/>
          <a:lstStyle>
            <a:lvl1pPr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8000" b="1" dirty="0">
                <a:cs typeface="Times New Roman" pitchFamily="18" charset="0"/>
              </a:rPr>
              <a:t>Research Topic</a:t>
            </a:r>
          </a:p>
          <a:p>
            <a:pPr algn="ctr" eaLnBrk="1" hangingPunct="1"/>
            <a:r>
              <a:rPr lang="en-US" altLang="en-US" sz="8000" b="1" dirty="0" err="1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Mcp</a:t>
            </a:r>
            <a:r>
              <a:rPr lang="en-US" altLang="en-US" sz="8000" b="1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 risk score computation</a:t>
            </a:r>
            <a:endParaRPr lang="he-IL" altLang="en-US" sz="8000" b="1" dirty="0">
              <a:solidFill>
                <a:schemeClr val="accent6">
                  <a:lumMod val="75000"/>
                </a:schemeClr>
              </a:solidFill>
              <a:cs typeface="Times New Roman" pitchFamily="18" charset="0"/>
            </a:endParaRPr>
          </a:p>
          <a:p>
            <a:pPr algn="ctr" eaLnBrk="1" hangingPunct="1"/>
            <a:r>
              <a:rPr lang="en-US" altLang="en-US" sz="7200" b="1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Supervisors: </a:t>
            </a: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  <a:cs typeface="Times New Roman" pitchFamily="18" charset="0"/>
              </a:rPr>
              <a:t>Prof. Asaf Shabtai</a:t>
            </a:r>
          </a:p>
          <a:p>
            <a:pPr algn="ctr" eaLnBrk="1" hangingPunct="1"/>
            <a:endParaRPr lang="en-US" sz="8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C875DD-4977-4278-ACEC-339AFEC104C1}"/>
              </a:ext>
            </a:extLst>
          </p:cNvPr>
          <p:cNvSpPr/>
          <p:nvPr/>
        </p:nvSpPr>
        <p:spPr bwMode="auto">
          <a:xfrm>
            <a:off x="219103" y="39263468"/>
            <a:ext cx="31892881" cy="392686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0A714F-4325-4AD6-919A-4AE58E4BEACB}"/>
              </a:ext>
            </a:extLst>
          </p:cNvPr>
          <p:cNvSpPr txBox="1"/>
          <p:nvPr/>
        </p:nvSpPr>
        <p:spPr>
          <a:xfrm>
            <a:off x="301515" y="39337176"/>
            <a:ext cx="316404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2C2644-4995-45FC-88D8-805653FC1BD9}"/>
              </a:ext>
            </a:extLst>
          </p:cNvPr>
          <p:cNvSpPr txBox="1"/>
          <p:nvPr/>
        </p:nvSpPr>
        <p:spPr>
          <a:xfrm>
            <a:off x="1329370" y="32340168"/>
            <a:ext cx="149776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Baselines Comparison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FDCE4B-5093-4B8B-98BB-2A6672DB9033}"/>
              </a:ext>
            </a:extLst>
          </p:cNvPr>
          <p:cNvSpPr txBox="1"/>
          <p:nvPr/>
        </p:nvSpPr>
        <p:spPr>
          <a:xfrm>
            <a:off x="526217" y="22579010"/>
            <a:ext cx="314157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Methodology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D92293-2BEB-411E-B9DB-B56717FB8DA3}"/>
              </a:ext>
            </a:extLst>
          </p:cNvPr>
          <p:cNvSpPr/>
          <p:nvPr/>
        </p:nvSpPr>
        <p:spPr bwMode="auto">
          <a:xfrm>
            <a:off x="249370" y="13653985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5A71A6A-41C7-496F-8A3E-F1932AE86181}"/>
              </a:ext>
            </a:extLst>
          </p:cNvPr>
          <p:cNvSpPr/>
          <p:nvPr/>
        </p:nvSpPr>
        <p:spPr bwMode="auto">
          <a:xfrm>
            <a:off x="249370" y="22449078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D5880A6-23F4-4AA4-B5BF-D98BB838D9FB}"/>
              </a:ext>
            </a:extLst>
          </p:cNvPr>
          <p:cNvSpPr/>
          <p:nvPr/>
        </p:nvSpPr>
        <p:spPr bwMode="auto">
          <a:xfrm>
            <a:off x="265785" y="32383507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2E62AF9-49D2-4BE1-B92E-8945E7E78990}"/>
              </a:ext>
            </a:extLst>
          </p:cNvPr>
          <p:cNvSpPr/>
          <p:nvPr/>
        </p:nvSpPr>
        <p:spPr bwMode="auto">
          <a:xfrm>
            <a:off x="249370" y="39315790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3C8137B-A1AA-4BFA-AF4E-7577547D75B2}"/>
              </a:ext>
            </a:extLst>
          </p:cNvPr>
          <p:cNvSpPr/>
          <p:nvPr/>
        </p:nvSpPr>
        <p:spPr bwMode="auto">
          <a:xfrm>
            <a:off x="19480956" y="32367193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015CB53-20A0-4FB4-BC6B-09D0A29E1D61}"/>
              </a:ext>
            </a:extLst>
          </p:cNvPr>
          <p:cNvSpPr/>
          <p:nvPr/>
        </p:nvSpPr>
        <p:spPr bwMode="auto">
          <a:xfrm>
            <a:off x="19189425" y="13667431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454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9B09D47D9E93A4429F0CD6A06BF73F25" ma:contentTypeVersion="16" ma:contentTypeDescription="צור מסמך חדש." ma:contentTypeScope="" ma:versionID="fdf7ff24ce10d9952e300244f4ecde98">
  <xsd:schema xmlns:xsd="http://www.w3.org/2001/XMLSchema" xmlns:xs="http://www.w3.org/2001/XMLSchema" xmlns:p="http://schemas.microsoft.com/office/2006/metadata/properties" xmlns:ns3="ce6966b5-b9a2-4047-8ad7-6349593315f9" xmlns:ns4="594791ce-020e-4729-8bdd-6fb9560a4b17" targetNamespace="http://schemas.microsoft.com/office/2006/metadata/properties" ma:root="true" ma:fieldsID="8bb01feffeb1449176f795b7d7c386e4" ns3:_="" ns4:_="">
    <xsd:import namespace="ce6966b5-b9a2-4047-8ad7-6349593315f9"/>
    <xsd:import namespace="594791ce-020e-4729-8bdd-6fb9560a4b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966b5-b9a2-4047-8ad7-634959331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791ce-020e-4729-8bdd-6fb9560a4b1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משותף עם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משותף עם פרטים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של רמז לשיתוף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6966b5-b9a2-4047-8ad7-6349593315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E8EB55-46F3-4C11-83C4-D76BA21ADF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6966b5-b9a2-4047-8ad7-6349593315f9"/>
    <ds:schemaRef ds:uri="594791ce-020e-4729-8bdd-6fb9560a4b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655F4B-4B13-40E3-8E0D-DAA9123C95D7}">
  <ds:schemaRefs>
    <ds:schemaRef ds:uri="http://purl.org/dc/dcmitype/"/>
    <ds:schemaRef ds:uri="594791ce-020e-4729-8bdd-6fb9560a4b17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e6966b5-b9a2-4047-8ad7-6349593315f9"/>
  </ds:schemaRefs>
</ds:datastoreItem>
</file>

<file path=customXml/itemProps3.xml><?xml version="1.0" encoding="utf-8"?>
<ds:datastoreItem xmlns:ds="http://schemas.openxmlformats.org/officeDocument/2006/customXml" ds:itemID="{DEE571A3-4274-4753-B71D-96B19814415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12799</TotalTime>
  <Words>89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David</vt:lpstr>
      <vt:lpstr>Letter Gothic</vt:lpstr>
      <vt:lpstr>Tahoma</vt:lpstr>
      <vt:lpstr>Times New Roman</vt:lpstr>
      <vt:lpstr>Default Design</vt:lpstr>
      <vt:lpstr>PowerPoint Presentation</vt:lpstr>
    </vt:vector>
  </TitlesOfParts>
  <Company>Cain Project 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Tracy Volz</dc:creator>
  <cp:lastModifiedBy>תומר עובדיה</cp:lastModifiedBy>
  <cp:revision>208</cp:revision>
  <cp:lastPrinted>2024-07-02T11:58:41Z</cp:lastPrinted>
  <dcterms:created xsi:type="dcterms:W3CDTF">2000-03-31T17:39:35Z</dcterms:created>
  <dcterms:modified xsi:type="dcterms:W3CDTF">2026-05-25T05:49:24Z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0x0101009B09D47D9E93A4429F0CD6A06BF73F25</vt:lpwstr>
  </property>
</Properties>
</file>