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calendar_cbg</c:v>
                  </c:pt>
                  <c:pt idx="1">
                    <c:v>github_cbg</c:v>
                  </c:pt>
                  <c:pt idx="2">
                    <c:v>slack_cbg</c:v>
                  </c:pt>
                  <c:pt idx="3">
                    <c:v>sqlite_cbg</c:v>
                  </c:pt>
                  <c:pt idx="4">
                    <c:v>sqlite_devops</c:v>
                  </c:pt>
                  <c:pt idx="5">
                    <c:v>fs_corp</c:v>
                  </c:pt>
                  <c:pt idx="6">
                    <c:v>fs_fintech</c:v>
                  </c:pt>
                  <c:pt idx="7">
                    <c:v>fs_law_firm</c:v>
                  </c:pt>
                  <c:pt idx="8">
                    <c:v>fs_media</c:v>
                  </c:pt>
                  <c:pt idx="9">
                    <c:v>fs_medical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14</c:v>
                </c:pt>
                <c:pt idx="2">
                  <c:v>27</c:v>
                </c:pt>
                <c:pt idx="3">
                  <c:v>6</c:v>
                </c:pt>
                <c:pt idx="4">
                  <c:v>8</c:v>
                </c:pt>
                <c:pt idx="5">
                  <c:v>52</c:v>
                </c:pt>
                <c:pt idx="6">
                  <c:v>54</c:v>
                </c:pt>
                <c:pt idx="7">
                  <c:v>64</c:v>
                </c:pt>
                <c:pt idx="8">
                  <c:v>49</c:v>
                </c:pt>
                <c:pt idx="9">
                  <c:v>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0A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calendar_cbg</c:v>
                  </c:pt>
                  <c:pt idx="1">
                    <c:v>github_cbg</c:v>
                  </c:pt>
                  <c:pt idx="2">
                    <c:v>slack_cbg</c:v>
                  </c:pt>
                  <c:pt idx="3">
                    <c:v>sqlite_cbg</c:v>
                  </c:pt>
                  <c:pt idx="4">
                    <c:v>sqlite_devops</c:v>
                  </c:pt>
                  <c:pt idx="5">
                    <c:v>fs_corp</c:v>
                  </c:pt>
                  <c:pt idx="6">
                    <c:v>fs_fintech</c:v>
                  </c:pt>
                  <c:pt idx="7">
                    <c:v>fs_law_firm</c:v>
                  </c:pt>
                  <c:pt idx="8">
                    <c:v>fs_media</c:v>
                  </c:pt>
                  <c:pt idx="9">
                    <c:v>fs_medical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</c:v>
                </c:pt>
                <c:pt idx="1">
                  <c:v>13</c:v>
                </c:pt>
                <c:pt idx="2">
                  <c:v>28</c:v>
                </c:pt>
                <c:pt idx="3">
                  <c:v>13</c:v>
                </c:pt>
                <c:pt idx="4">
                  <c:v>5</c:v>
                </c:pt>
                <c:pt idx="5">
                  <c:v>56</c:v>
                </c:pt>
                <c:pt idx="6">
                  <c:v>95</c:v>
                </c:pt>
                <c:pt idx="7">
                  <c:v>112</c:v>
                </c:pt>
                <c:pt idx="8">
                  <c:v>125</c:v>
                </c:pt>
                <c:pt idx="9">
                  <c:v>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125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calendar_cbg</c:v>
                  </c:pt>
                  <c:pt idx="1">
                    <c:v>github_cbg</c:v>
                  </c:pt>
                  <c:pt idx="2">
                    <c:v>slack_cbg</c:v>
                  </c:pt>
                  <c:pt idx="3">
                    <c:v>sqlite_cbg</c:v>
                  </c:pt>
                  <c:pt idx="4">
                    <c:v>sqlite_devops</c:v>
                  </c:pt>
                  <c:pt idx="5">
                    <c:v>fs_corp</c:v>
                  </c:pt>
                  <c:pt idx="6">
                    <c:v>fs_fintech</c:v>
                  </c:pt>
                  <c:pt idx="7">
                    <c:v>fs_law_firm</c:v>
                  </c:pt>
                  <c:pt idx="8">
                    <c:v>fs_media</c:v>
                  </c:pt>
                  <c:pt idx="9">
                    <c:v>fs_medical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21</c:v>
                </c:pt>
                <c:pt idx="1">
                  <c:v>23</c:v>
                </c:pt>
                <c:pt idx="2">
                  <c:v>19</c:v>
                </c:pt>
                <c:pt idx="3">
                  <c:v>11</c:v>
                </c:pt>
                <c:pt idx="4">
                  <c:v>9</c:v>
                </c:pt>
                <c:pt idx="5">
                  <c:v>71</c:v>
                </c:pt>
                <c:pt idx="6">
                  <c:v>104</c:v>
                </c:pt>
                <c:pt idx="7">
                  <c:v>98</c:v>
                </c:pt>
                <c:pt idx="8">
                  <c:v>86</c:v>
                </c:pt>
                <c:pt idx="9">
                  <c:v>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7A0F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calendar_cbg</c:v>
                  </c:pt>
                  <c:pt idx="1">
                    <c:v>github_cbg</c:v>
                  </c:pt>
                  <c:pt idx="2">
                    <c:v>slack_cbg</c:v>
                  </c:pt>
                  <c:pt idx="3">
                    <c:v>sqlite_cbg</c:v>
                  </c:pt>
                  <c:pt idx="4">
                    <c:v>sqlite_devops</c:v>
                  </c:pt>
                  <c:pt idx="5">
                    <c:v>fs_corp</c:v>
                  </c:pt>
                  <c:pt idx="6">
                    <c:v>fs_fintech</c:v>
                  </c:pt>
                  <c:pt idx="7">
                    <c:v>fs_law_firm</c:v>
                  </c:pt>
                  <c:pt idx="8">
                    <c:v>fs_media</c:v>
                  </c:pt>
                  <c:pt idx="9">
                    <c:v>fs_medical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11</c:v>
                </c:pt>
                <c:pt idx="1">
                  <c:v>16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31</c:v>
                </c:pt>
                <c:pt idx="6">
                  <c:v>69</c:v>
                </c:pt>
                <c:pt idx="7">
                  <c:v>34</c:v>
                </c:pt>
                <c:pt idx="8">
                  <c:v>34</c:v>
                </c:pt>
                <c:pt idx="9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900" b="0" i="0" u="none" strike="noStrike">
                <a:solidFill>
                  <a:srgbClr val="4E44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D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E44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SECURITY  ·  DESIGN-TIME DEFENSE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MCP Static Scanner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the risk of every tool-on-asset a server exposes — before it goes live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26222E"/>
          </a:solidFill>
          <a:ln w="12700">
            <a:solidFill>
              <a:srgbClr val="3A3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scanned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416052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26222E"/>
          </a:solidFill>
          <a:ln w="12700">
            <a:solidFill>
              <a:srgbClr val="3A3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cells scored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416052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26222E"/>
          </a:solidFill>
          <a:ln w="12700">
            <a:solidFill>
              <a:srgbClr val="3A3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0664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prompt stages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  ·  MCP Risk-Score Project  ·  2026-07-06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static scanner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threat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asset  →  the MCP server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source  →  the AI agent that calls it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is client → server. The reverse (malicious server → agent) is out of scope.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069080"/>
            <a:ext cx="4846320" cy="0"/>
          </a:xfrm>
          <a:prstGeom prst="line">
            <a:avLst/>
          </a:prstGeom>
          <a:noFill/>
          <a:ln w="12700">
            <a:solidFill>
              <a:srgbClr val="D8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= the design-time half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a server goes live; never connects to a running server.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 per-server risk matrix — a band for every (tool, asset) pair.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 the call scorer just looks a call up in that matrix.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1184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LLM-only &amp; evidence-bound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2340864"/>
            <a:ext cx="146304" cy="146304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26771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4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Derives every risk primitive from the tool list + on-disk assets via a local model (Qwen2.5 / Ollama), in strict mode.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0" y="3392424"/>
            <a:ext cx="146304" cy="146304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1927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4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model is unreachable it raises rather than guess — no silent fallback numbers.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0" y="4443984"/>
            <a:ext cx="146304" cy="146304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37083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4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reads the checked-in ground-truth tables it is later graded against.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83680" y="521208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1C2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212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capability, not intent — the dynamic scorer handles argument content.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time builds the matrix; runtime just looks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109960" cy="2011680"/>
          </a:xfrm>
          <a:prstGeom prst="roundRect">
            <a:avLst>
              <a:gd name="adj" fmla="val 363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TIME  (static scanner)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tools/list  +  on-disk assets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0896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2240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40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derives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risk primitives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240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240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→ band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9536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52560" y="2240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84F"/>
          </a:solidFill>
          <a:ln w="12700">
            <a:solidFill>
              <a:srgbClr val="DCD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240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server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109960" cy="2011680"/>
          </a:xfrm>
          <a:prstGeom prst="roundRect">
            <a:avLst>
              <a:gd name="adj" fmla="val 3636"/>
            </a:avLst>
          </a:prstGeom>
          <a:solidFill>
            <a:srgbClr val="EFEC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04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 (call scorer)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0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26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08960" y="4526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4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566160" y="4526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0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4526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args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scanned asset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52160" y="4526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4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0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526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cell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matrix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95360" y="4526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4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052560" y="45262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3046AD"/>
          </a:solidFill>
          <a:ln w="12700">
            <a:solidFill>
              <a:srgbClr val="D6D0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4526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 +  param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matrix is computed once, offline. Every runtime decision is a cheap lookup — no LLM call on the hot path.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packages, ~5,300 lines, one clean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09928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1184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099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scanner/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1627632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a server's description — tools from its own tools/list, assets from its on-disk store — and drive the LLM stage.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0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377 loc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89720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scan.py · tool_list.py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660904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1184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6090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static_scoring/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63240" y="2578608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pipeline: infer domain → score impact, sensitivity, blast radius → multiply → band → judge.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1,913 loc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972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 · prompts.py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611880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1184F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6118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param_scoring/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35295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Per-tool input rubrics: which inputs carry magnitude (counts, amounts, unbounded queries) and how a value escalates the band.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 loc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8972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derive.py · rubric.py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562856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1184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56285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call_scoring/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63240" y="448056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an observed call's args to a scanned asset and look up its band; honest status when unresolvable.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0" y="4535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874 loc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89720" y="4828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resolve.py · score.py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5358384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5513832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1184F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51383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atomic_ops/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063240" y="5431536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tool-catalog classifier — tags atomic operations and emits the sensitivity / heatmap workbooks.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1,729 loc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89720" y="5779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classifier.py · toollist_rules.py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primitives the LLM derives, multiplied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E1B24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ctr" indent="0" marL="0">
              <a:buNone/>
            </a:pPr>
            <a:r>
              <a:rPr lang="en-US" sz="180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algn="ctr" indent="0" marL="0">
              <a:buNone/>
            </a:pPr>
            <a:r>
              <a:rPr lang="en-US" sz="1800" b="1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asset_sensitivity</a:t>
            </a:r>
            <a:pPr algn="ctr" indent="0" marL="0">
              <a:buNone/>
            </a:pPr>
            <a:r>
              <a:rPr lang="en-US" sz="180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(1–5)  ×  </a:t>
            </a:r>
            <a:pPr algn="ctr" indent="0" marL="0">
              <a:buNone/>
            </a:pPr>
            <a:r>
              <a:rPr lang="en-US" sz="1800" b="1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blast_radius</a:t>
            </a:r>
            <a:pPr algn="ctr" indent="0" marL="0">
              <a:buNone/>
            </a:pPr>
            <a:r>
              <a:rPr lang="en-US" sz="180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(1–4)  ×  </a:t>
            </a:r>
            <a:pPr algn="ctr" indent="0" marL="0">
              <a:buNone/>
            </a:pPr>
            <a:r>
              <a:rPr lang="en-US" sz="1800" b="1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tool_impact</a:t>
            </a:r>
            <a:pPr algn="ctr" indent="0" marL="0">
              <a:buNone/>
            </a:pPr>
            <a:r>
              <a:rPr lang="en-US" sz="180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(1–3)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3512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2B36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 of the action.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= 1   ·   create = 2   ·   overwrite / delete / move = 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2697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2953512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7FD1B9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953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3712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asset_sensitivity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if exposed or destroyed.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53712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public  …  5 regulated / PII / secrets / crown jewels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2697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0184" y="2953512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9DB4FF"/>
          </a:solidFill>
          <a:ln/>
        </p:spPr>
      </p:sp>
      <p:sp>
        <p:nvSpPr>
          <p:cNvPr id="22" name="Text 20"/>
          <p:cNvSpPr/>
          <p:nvPr/>
        </p:nvSpPr>
        <p:spPr>
          <a:xfrm>
            <a:off x="8330184" y="2953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30184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blast_radius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0184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one call reaches.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30184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single file  …  4 whole store / fan-out across many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5F3F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303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is pinned to 1.0 </a:t>
            </a:r>
            <a:pPr indent="0" marL="0"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design-time upper bound. The scan asks “what is the worst this cell could do?”, not “how likely is it?”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band is categorical, not a raw threshold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099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55648"/>
            <a:ext cx="1783080" cy="630936"/>
          </a:xfrm>
          <a:prstGeom prst="roundRect">
            <a:avLst>
              <a:gd name="adj" fmla="val 8696"/>
            </a:avLst>
          </a:prstGeom>
          <a:solidFill>
            <a:srgbClr val="7A0F1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55648"/>
            <a:ext cx="1783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97480" y="1700784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destruction of a crown jewel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63840" y="1737360"/>
            <a:ext cx="3657600" cy="667512"/>
          </a:xfrm>
          <a:prstGeom prst="roundRect">
            <a:avLst>
              <a:gd name="adj" fmla="val 6849"/>
            </a:avLst>
          </a:prstGeom>
          <a:solidFill>
            <a:srgbClr val="1E1B24"/>
          </a:solidFill>
          <a:ln/>
        </p:spPr>
      </p:sp>
      <p:sp>
        <p:nvSpPr>
          <p:cNvPr id="11" name="Text 9"/>
          <p:cNvSpPr/>
          <p:nvPr/>
        </p:nvSpPr>
        <p:spPr>
          <a:xfrm>
            <a:off x="7973568" y="1773936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3  ∧  sensitivity 5  ∧  blast ≥ 3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11099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880360"/>
            <a:ext cx="1783080" cy="630936"/>
          </a:xfrm>
          <a:prstGeom prst="roundRect">
            <a:avLst>
              <a:gd name="adj" fmla="val 8696"/>
            </a:avLst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880360"/>
            <a:ext cx="1783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97480" y="2825496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op on restricted data, a high raw score, or a broad read of sensitive data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862072"/>
            <a:ext cx="3657600" cy="667512"/>
          </a:xfrm>
          <a:prstGeom prst="roundRect">
            <a:avLst>
              <a:gd name="adj" fmla="val 6849"/>
            </a:avLst>
          </a:prstGeom>
          <a:solidFill>
            <a:srgbClr val="1E1B24"/>
          </a:solidFill>
          <a:ln/>
        </p:spPr>
      </p:sp>
      <p:sp>
        <p:nvSpPr>
          <p:cNvPr id="17" name="Text 15"/>
          <p:cNvSpPr/>
          <p:nvPr/>
        </p:nvSpPr>
        <p:spPr>
          <a:xfrm>
            <a:off x="7973568" y="2898648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3 ∧ sens ≥ 4   ·   score ≥ 24   ·   mass-read: impact 1 ∧ sens ≥ 4 ∧ blast ≥ 3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3803904"/>
            <a:ext cx="111099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4005072"/>
            <a:ext cx="1783080" cy="630936"/>
          </a:xfrm>
          <a:prstGeom prst="roundRect">
            <a:avLst>
              <a:gd name="adj" fmla="val 8696"/>
            </a:avLst>
          </a:prstGeom>
          <a:solidFill>
            <a:srgbClr val="E0A40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005072"/>
            <a:ext cx="1783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697480" y="3950208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Middling score, or any read of a crown jewel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63840" y="3986784"/>
            <a:ext cx="3657600" cy="667512"/>
          </a:xfrm>
          <a:prstGeom prst="roundRect">
            <a:avLst>
              <a:gd name="adj" fmla="val 6849"/>
            </a:avLst>
          </a:prstGeom>
          <a:solidFill>
            <a:srgbClr val="1E1B24"/>
          </a:solidFill>
          <a:ln/>
        </p:spPr>
      </p:sp>
      <p:sp>
        <p:nvSpPr>
          <p:cNvPr id="23" name="Text 21"/>
          <p:cNvSpPr/>
          <p:nvPr/>
        </p:nvSpPr>
        <p:spPr>
          <a:xfrm>
            <a:off x="7973568" y="402336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≥ 8   ·   confidentiality floor: reading a secret is never “nothing”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111099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5129784"/>
            <a:ext cx="1783080" cy="630936"/>
          </a:xfrm>
          <a:prstGeom prst="roundRect">
            <a:avLst>
              <a:gd name="adj" fmla="val 8696"/>
            </a:avLst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129784"/>
            <a:ext cx="1783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97480" y="5074920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— let it through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63840" y="5111496"/>
            <a:ext cx="3657600" cy="667512"/>
          </a:xfrm>
          <a:prstGeom prst="roundRect">
            <a:avLst>
              <a:gd name="adj" fmla="val 6849"/>
            </a:avLst>
          </a:prstGeom>
          <a:solidFill>
            <a:srgbClr val="1E1B24"/>
          </a:solidFill>
          <a:ln/>
        </p:spPr>
      </p:sp>
      <p:sp>
        <p:nvSpPr>
          <p:cNvPr id="29" name="Text 27"/>
          <p:cNvSpPr/>
          <p:nvPr/>
        </p:nvSpPr>
        <p:spPr>
          <a:xfrm>
            <a:off x="7973568" y="514807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else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48640" y="6071616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 read outranks a small write even at a lower score — this yields a ~1–2% “risk pyramid”, not a flat alarm.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OLLAMA PROMPT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LLM stages turn a tool list into a banded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primitive comes from a prompt to the local model (Qwen2.5 / Ollama). The prompts are domain-agnostic: stage 0 infers the domain once, and every later stage is anchored to that profile — no per-kind branches.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41448"/>
            <a:ext cx="566928" cy="566928"/>
          </a:xfrm>
          <a:prstGeom prst="ellipse">
            <a:avLst/>
          </a:prstGeom>
          <a:solidFill>
            <a:srgbClr val="11184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4597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inference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whole registry once; infers mcp_kind, what an asset means, dangerous classes, irreversible actions.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240280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441448"/>
            <a:ext cx="566928" cy="566928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9512" y="24597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impact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53712" y="3108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ceiling of the tool itself (1/2/3) — worst outcome of any call, independent of caller.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240280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2441448"/>
            <a:ext cx="566928" cy="566928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15984" y="24597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sensitivity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30184" y="3108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if the asset class is exposed, corrupted or destroyed (1–5).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07992"/>
            <a:ext cx="566928" cy="566928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4526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77240" y="517550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a (tool, asset) pair reaches (0–4) — with the breadth rule for bulk reads.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4306824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507992"/>
            <a:ext cx="566928" cy="566928"/>
          </a:xfrm>
          <a:prstGeom prst="ellipse">
            <a:avLst/>
          </a:prstGeom>
          <a:solidFill>
            <a:srgbClr val="3046AD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239512" y="4526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553712" y="517550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reviewer re-decides each value, then compares — catches under/over-scoring.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01584" y="4306824"/>
            <a:ext cx="3520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02752" y="4507992"/>
            <a:ext cx="566928" cy="566928"/>
          </a:xfrm>
          <a:prstGeom prst="ellipse">
            <a:avLst/>
          </a:prstGeom>
          <a:solidFill>
            <a:srgbClr val="E1251B"/>
          </a:solidFill>
          <a:ln/>
        </p:spPr>
      </p:sp>
      <p:sp>
        <p:nvSpPr>
          <p:cNvPr id="34" name="Text 32"/>
          <p:cNvSpPr/>
          <p:nvPr/>
        </p:nvSpPr>
        <p:spPr>
          <a:xfrm>
            <a:off x="8302752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15984" y="4526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band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330184" y="517550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assigns low/med/high/critical per cell with security judgement, not a fixed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DETAIL · BOOTSTRAP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 infers the domain; Stage 1 rates the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 — Domain inference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502920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22576"/>
            <a:ext cx="46634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are a security analyst bootstrapping 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misuse-scoring system for an MCP server.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the ENTIRE tool registry + a sample of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assets, infer with no outside hints:”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• mcp_kind          filesystem? SQL? payments?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• asset_meaning     what an asset IS here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• dangerous_classes secrets / PII / money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• irreversible_actions  deletes, transfers…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• worked_example    one (tool, asset) rationale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needs_human_review=true if too sparse to infer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Tool impact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8700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212848"/>
            <a:ext cx="493776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322576"/>
            <a:ext cx="457200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“Assign TOOL IMPACT (1/2/3) — the damage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ceiling of the tool itself, the worst outcome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ANY call, independent of caller/params.”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= read-only; can leak, not change state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= state-changing, generally recoverable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= destructive: clobber/wipe, grant access,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execute code, irreversible real effect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Rules: assign the HIGHEST tier any capability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reaches; arbitrary code/exec is always 3; if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reversibility is ambiguous, pick higher + lower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confidence.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DETAIL · THE TWO AXES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of the asset, and reach of the 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Asset sensitivity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475488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22576"/>
            <a:ext cx="438912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“Assign ASSET SENSITIVITY (1–5) — criticality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this class is exposed, corrupted, destroyed.”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= catastrophic / legally-reportable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= prod data, source, employee data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= medium internal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= low     1 = public / ephemeral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Escalate classes matching the inferred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dangerous_classes. If the org supplied 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priority, treat it as the primary anchor.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155448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Blast radius  (breadth rule)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8700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12848"/>
            <a:ext cx="521208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22576"/>
            <a:ext cx="484632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= cannot touch    1 = single-item read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= scoped recoverable change of one item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= broad change / overwrite, OR a read that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spans MANY items at once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= clobber / destroy / fan-out across many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BREADTH RULE (do not under-score reads):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tool that ENUMERATES or reads ACROSS a whole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scope — list a dir, walk a tree, glob, SELECT 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— aggregates exposure over every item.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When the asset is a container and the tool bulk-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reads it, blast radius is broad (≥3): one call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exposes everything inside.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DETAIL · JUDGEMENT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judge, then the LLM-decided band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— independent re-decision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493776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22576"/>
            <a:ext cx="457200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are an independent security reviewer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verifying another model's decision. Decide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INDEPENDENTLY what the value should be, THEN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compare.”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 skeptical. The first model may have under-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scored a dangerous capability or over-scored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benign one. If you disagree, give your own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{agree, judged_value, reasoning, confidence}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Risk band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87000" y="175564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EF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17556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4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212848"/>
            <a:ext cx="5029200" cy="3474720"/>
          </a:xfrm>
          <a:prstGeom prst="roundRect">
            <a:avLst>
              <a:gd name="adj" fmla="val 1316"/>
            </a:avLst>
          </a:prstGeom>
          <a:solidFill>
            <a:srgbClr val="1E1B2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322576"/>
            <a:ext cx="46634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“Assign a RISK BAND per (asset, tool) pair —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low | medium | high | critical — with security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judgement, NOT a fixed numeric threshold.”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critical: irreversible destruction / mass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exfiltration of a crown jewel. Rare.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high: bulk read / enumeration over a SENSITIVE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scope — one call leaks the whole scope.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“You are given impact, blast &amp; a raw score —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D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 them as evidence, but the band is your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judgement, not a formula.”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LLM band is the intended output — it can escalate (delete_all_events high→critical) or de-escalate a modest write. ~52% of stored bands are this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INPUT-PARAMETER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of an input can swing the band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which tool touches which asset, the value matters: inviting 3 people vs 200, a bounded SELECT … LIMIT 100 vs an unbounded one, a money amount. A per-tool rubric (base rank + value cutoffs) escalates — never lowers — the cell band.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109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26080"/>
                <a:gridCol w="2103120"/>
                <a:gridCol w="2103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trigger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calendar_cbg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send_email_invite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recipients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125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critical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 ≥ 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calendar_cbg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create_event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attendees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125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critical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 ≥ 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fs_*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read_multiple_files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125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critical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 ≥ 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sqlite_*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read_query / write_query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125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critical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unbounded (no LIMIT)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20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528523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874520" y="5285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 parameters found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9 servers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5120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CEE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53712" y="528523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650992" y="5285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on github last scan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the improved prompt targets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01584" y="5120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0184" y="528523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427464" y="5285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money amount on a payments tool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surface here identically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an observed call — or admit you can't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call_scoring/ resolves a captured call's arguments to a scanned asset (filesystem by path-suffix, SQL by table, slack by channel, calendar by calendar, github by repo) and returns the cell's band — escalated by the parameter rubric. Crucially, it never fabricates.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87752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E1251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87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 tool the server never advertised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2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invalid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5112" y="23317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2587752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F26A52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587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unresolved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337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an asset the scan never enumerated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unresolved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1584" y="23317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0184" y="2587752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2587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33375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resolved (tool, asset) cell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5904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 real band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377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keeps the scorer general: it reports what the scan says, or admits it cannot — but never invents a number.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servers · five kinds · 1,700 scored cells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554480"/>
          <a:ext cx="7955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5544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287000" y="1645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scored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0" y="260604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1540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028700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0" y="36576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91540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287000" y="3749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kinds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0" y="47091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5F3F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915400" y="4800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~1–2%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0287000" y="4800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in critical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5852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servers (corp, fintech, law firm, media, medical) dominate the cell count — 14 tools × up to 23 asset classes each.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checks — the scanner never sees the answer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Static Scanner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1184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LLM-reviewed ground truth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6324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tool-impact agreement (59/61)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017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asset-sensitivity 71% · full-band cell thin (one banded server)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F26A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an independent oracle panel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8232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69%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868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/ within-one-band vs consensus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3017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inter-rater ceiling is 50% / 78% — within the human spread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050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graded severity scorer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06324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on unseen MCP scenarios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5257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CVSS &amp; DREAD, ties NIST/OWASP; &gt; AgentTrust's 0.43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7947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E1251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4050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robustness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28232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68680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cells stable under ±1 (the weak spot)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28232" y="5257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flip band under a one-step primitive change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Faithful, within the human spread — and honest about two calibration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23202C"/>
          </a:solidFill>
          <a:ln w="12700">
            <a:solidFill>
              <a:srgbClr val="3430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A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Reproduces reviewed tool-impact judgement at 97%.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A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within the human inter-rater spread on full banding (35% / 69% vs a 50% / 78% ceiling).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A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classical risk frameworks as a severity scorer; generalizes to unseen servers.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A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scorer is faithful and not overfit — it never fabricates a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2E2028"/>
          </a:solidFill>
          <a:ln w="12700">
            <a:solidFill>
              <a:srgbClr val="4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be honest about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labels are ~52% LLM judgement — not reproducible across rescans.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 is fragile: 85% of cells flip band under a ±1 primitive change.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 &amp; obfuscation-blind — scores capability, not intent (the dynamic scorer closes this).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sensitivity on some kinds (every calendar rated 4).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7B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gap is a correctness bug — both are calibration decisions worth owning in the writeup.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MCP Static Scanner</dc:title>
  <dc:subject>PptxGenJS Presentation</dc:subject>
  <dc:creator>Tomer</dc:creator>
  <cp:lastModifiedBy>Tomer</cp:lastModifiedBy>
  <cp:revision>1</cp:revision>
  <dcterms:created xsi:type="dcterms:W3CDTF">2026-07-06T10:21:17Z</dcterms:created>
  <dcterms:modified xsi:type="dcterms:W3CDTF">2026-07-06T10:21:17Z</dcterms:modified>
</cp:coreProperties>
</file>