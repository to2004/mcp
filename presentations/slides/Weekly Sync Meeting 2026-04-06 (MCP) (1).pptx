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authors.xml" ContentType="application/vnd.ms-powerpoint.author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9" r:id="rId1"/>
  </p:sldMasterIdLst>
  <p:notesMasterIdLst>
    <p:notesMasterId r:id="rId24"/>
  </p:notesMasterIdLst>
  <p:sldIdLst>
    <p:sldId id="2147483401" r:id="rId2"/>
    <p:sldId id="2147483386" r:id="rId3"/>
    <p:sldId id="2147483642" r:id="rId4"/>
    <p:sldId id="2147483574" r:id="rId5"/>
    <p:sldId id="2147483576" r:id="rId6"/>
    <p:sldId id="257" r:id="rId7"/>
    <p:sldId id="256" r:id="rId8"/>
    <p:sldId id="2147483554" r:id="rId9"/>
    <p:sldId id="2147483555" r:id="rId10"/>
    <p:sldId id="2147483557" r:id="rId11"/>
    <p:sldId id="500" r:id="rId12"/>
    <p:sldId id="2147483572" r:id="rId13"/>
    <p:sldId id="2147483644" r:id="rId14"/>
    <p:sldId id="2147483647" r:id="rId15"/>
    <p:sldId id="2147483646" r:id="rId16"/>
    <p:sldId id="2147483577" r:id="rId17"/>
    <p:sldId id="262" r:id="rId18"/>
    <p:sldId id="259" r:id="rId19"/>
    <p:sldId id="260" r:id="rId20"/>
    <p:sldId id="261" r:id="rId21"/>
    <p:sldId id="258" r:id="rId22"/>
    <p:sldId id="263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B98E261-060D-FB9B-0754-86FF9D546F09}" name="Ben Tyner" initials="BT" userId="S::btyner@lenovo.com::5deed283-7f15-4919-ba61-4c63216f9412" providerId="AD"/>
  <p188:author id="{BD1103C9-4F04-6CC4-C027-E622EE12ED50}" name="Song Luo6" initials="" userId="S::sluo6@Lenovo.com::d3b8cb8a-c714-4252-9893-a071fd8d807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89492" autoAdjust="0"/>
  </p:normalViewPr>
  <p:slideViewPr>
    <p:cSldViewPr snapToGrid="0">
      <p:cViewPr>
        <p:scale>
          <a:sx n="90" d="100"/>
          <a:sy n="90" d="100"/>
        </p:scale>
        <p:origin x="1362" y="33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49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649F7C-2645-AD44-B1D7-E233216F9F2A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488E23-F122-EE4F-AE33-B6EE3C4E22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5932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ED87EB-65D7-4500-873C-410831173A82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pPr marL="0" marR="0" lvl="0" indent="0" algn="r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91096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ED256-15AB-C32C-1F7A-290AB8B2D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FF00BA-A287-20A6-CE55-65D0EB529A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79425" y="371475"/>
            <a:ext cx="5899150" cy="3319463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4AF1E9-7E48-9A24-C589-7F9C156363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sz="1200" b="0" i="0" u="none" strike="noStrike" kern="1200" baseline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9D17CA-B050-1F3E-44AD-634F94C7FF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ED87EB-65D7-4500-873C-410831173A8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1945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488E23-F122-EE4F-AE33-B6EE3C4E225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23116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6" name="Google Shape;4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7" name="Google Shape;477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488E23-F122-EE4F-AE33-B6EE3C4E225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7875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488E23-F122-EE4F-AE33-B6EE3C4E225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01019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488E23-F122-EE4F-AE33-B6EE3C4E225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5276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3" name="Google Shape;533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4" name="Google Shape;534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652027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488E23-F122-EE4F-AE33-B6EE3C4E225E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1424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488E23-F122-EE4F-AE33-B6EE3C4E225E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7573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28"/>
          <p:cNvSpPr>
            <a:spLocks noGrp="1"/>
          </p:cNvSpPr>
          <p:nvPr>
            <p:ph type="title" hasCustomPrompt="1"/>
          </p:nvPr>
        </p:nvSpPr>
        <p:spPr bwMode="gray">
          <a:xfrm>
            <a:off x="760610" y="442528"/>
            <a:ext cx="10673828" cy="418576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algn="l" defTabSz="1218987" rtl="0" eaLnBrk="1" latinLnBrk="0" hangingPunct="1">
              <a:lnSpc>
                <a:spcPct val="85000"/>
              </a:lnSpc>
              <a:spcBef>
                <a:spcPct val="0"/>
              </a:spcBef>
              <a:buNone/>
              <a:tabLst>
                <a:tab pos="1218987" algn="l"/>
              </a:tabLst>
              <a:defRPr lang="en-US" sz="3200" b="1" kern="1200" cap="none" spc="-150" baseline="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22" name="Content Placeholder 2"/>
          <p:cNvSpPr>
            <a:spLocks noGrp="1"/>
          </p:cNvSpPr>
          <p:nvPr>
            <p:ph sz="half" idx="1"/>
          </p:nvPr>
        </p:nvSpPr>
        <p:spPr bwMode="gray">
          <a:xfrm>
            <a:off x="760611" y="1308880"/>
            <a:ext cx="10673828" cy="4787120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lnSpc>
                <a:spcPct val="90000"/>
              </a:lnSpc>
              <a:spcBef>
                <a:spcPts val="1000"/>
              </a:spcBef>
              <a:buClrTx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609493" indent="-228560">
              <a:lnSpc>
                <a:spcPct val="90000"/>
              </a:lnSpc>
              <a:spcBef>
                <a:spcPts val="500"/>
              </a:spcBef>
              <a:buClrTx/>
              <a:buFont typeface="Arial" pitchFamily="34" charset="0"/>
              <a:buChar char="–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835938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147033" indent="-156606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1445431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BC5559F-D4D6-DA53-A720-07C2A2D68F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7322742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ackground pattern&#10;&#10;Description automatically generated">
            <a:extLst>
              <a:ext uri="{FF2B5EF4-FFF2-40B4-BE49-F238E27FC236}">
                <a16:creationId xmlns:a16="http://schemas.microsoft.com/office/drawing/2014/main" id="{F66F013C-4673-4598-B729-A71D9DC33DF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36"/>
            <a:ext cx="12192000" cy="6857965"/>
          </a:xfrm>
          <a:prstGeom prst="rect">
            <a:avLst/>
          </a:prstGeom>
        </p:spPr>
      </p:pic>
      <p:sp>
        <p:nvSpPr>
          <p:cNvPr id="56" name="Title 16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750529" y="1527660"/>
            <a:ext cx="9914678" cy="3269709"/>
          </a:xfrm>
          <a:prstGeom prst="rect">
            <a:avLst/>
          </a:prstGeom>
        </p:spPr>
        <p:txBody>
          <a:bodyPr wrap="square" lIns="0" tIns="0" rIns="121899" bIns="0" anchor="b" anchorCtr="0"/>
          <a:lstStyle>
            <a:lvl1pPr marL="0" algn="l" defTabSz="1218987" rtl="0" eaLnBrk="1" latinLnBrk="0" hangingPunct="1">
              <a:lnSpc>
                <a:spcPct val="75000"/>
              </a:lnSpc>
              <a:spcBef>
                <a:spcPct val="0"/>
              </a:spcBef>
              <a:buNone/>
              <a:defRPr lang="en-US" sz="8000" b="1" kern="1200" cap="none" spc="-150" baseline="0" dirty="0">
                <a:solidFill>
                  <a:schemeClr val="accent4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Presentation</a:t>
            </a:r>
            <a:br>
              <a:rPr lang="en-US" dirty="0"/>
            </a:br>
            <a:r>
              <a:rPr lang="en-US" dirty="0"/>
              <a:t>title here</a:t>
            </a:r>
          </a:p>
        </p:txBody>
      </p:sp>
      <p:sp>
        <p:nvSpPr>
          <p:cNvPr id="55" name="Subtitle 2"/>
          <p:cNvSpPr>
            <a:spLocks noGrp="1"/>
          </p:cNvSpPr>
          <p:nvPr userDrawn="1">
            <p:ph type="subTitle" idx="1" hasCustomPrompt="1"/>
          </p:nvPr>
        </p:nvSpPr>
        <p:spPr bwMode="gray">
          <a:xfrm>
            <a:off x="760612" y="5046115"/>
            <a:ext cx="9914678" cy="356616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marL="0" indent="0"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600" b="0" kern="1200" cap="none" spc="0" baseline="0" dirty="0">
                <a:solidFill>
                  <a:schemeClr val="accent4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6094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 Name | Date</a:t>
            </a:r>
          </a:p>
        </p:txBody>
      </p:sp>
      <p:sp>
        <p:nvSpPr>
          <p:cNvPr id="49" name="TextBox 48"/>
          <p:cNvSpPr txBox="1"/>
          <p:nvPr userDrawn="1"/>
        </p:nvSpPr>
        <p:spPr>
          <a:xfrm>
            <a:off x="750529" y="6401580"/>
            <a:ext cx="411587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2026Lenovo Internal. All rights reserved.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B6BD304-FAC7-4023-9B54-8984F7387559}"/>
              </a:ext>
            </a:extLst>
          </p:cNvPr>
          <p:cNvGrpSpPr>
            <a:grpSpLocks noChangeAspect="1"/>
          </p:cNvGrpSpPr>
          <p:nvPr userDrawn="1"/>
        </p:nvGrpSpPr>
        <p:grpSpPr>
          <a:xfrm rot="16200000">
            <a:off x="10152631" y="2542790"/>
            <a:ext cx="3058160" cy="1020580"/>
            <a:chOff x="547688" y="952500"/>
            <a:chExt cx="12190413" cy="4067175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1FBBDE3D-E4E2-42E5-9F26-00C1500EFD63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47688" y="952500"/>
              <a:ext cx="12190413" cy="40671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16" name="Freeform 7">
              <a:extLst>
                <a:ext uri="{FF2B5EF4-FFF2-40B4-BE49-F238E27FC236}">
                  <a16:creationId xmlns:a16="http://schemas.microsoft.com/office/drawing/2014/main" id="{27C222CE-31C9-4AE2-A9DE-A34ECC37F01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922838" y="2319338"/>
              <a:ext cx="1571625" cy="1590675"/>
            </a:xfrm>
            <a:custGeom>
              <a:avLst/>
              <a:gdLst>
                <a:gd name="T0" fmla="*/ 492 w 825"/>
                <a:gd name="T1" fmla="*/ 0 h 834"/>
                <a:gd name="T2" fmla="*/ 225 w 825"/>
                <a:gd name="T3" fmla="*/ 132 h 834"/>
                <a:gd name="T4" fmla="*/ 225 w 825"/>
                <a:gd name="T5" fmla="*/ 132 h 834"/>
                <a:gd name="T6" fmla="*/ 225 w 825"/>
                <a:gd name="T7" fmla="*/ 132 h 834"/>
                <a:gd name="T8" fmla="*/ 225 w 825"/>
                <a:gd name="T9" fmla="*/ 14 h 834"/>
                <a:gd name="T10" fmla="*/ 0 w 825"/>
                <a:gd name="T11" fmla="*/ 14 h 834"/>
                <a:gd name="T12" fmla="*/ 0 w 825"/>
                <a:gd name="T13" fmla="*/ 834 h 834"/>
                <a:gd name="T14" fmla="*/ 225 w 825"/>
                <a:gd name="T15" fmla="*/ 834 h 834"/>
                <a:gd name="T16" fmla="*/ 225 w 825"/>
                <a:gd name="T17" fmla="*/ 367 h 834"/>
                <a:gd name="T18" fmla="*/ 411 w 825"/>
                <a:gd name="T19" fmla="*/ 194 h 834"/>
                <a:gd name="T20" fmla="*/ 600 w 825"/>
                <a:gd name="T21" fmla="*/ 367 h 834"/>
                <a:gd name="T22" fmla="*/ 600 w 825"/>
                <a:gd name="T23" fmla="*/ 834 h 834"/>
                <a:gd name="T24" fmla="*/ 825 w 825"/>
                <a:gd name="T25" fmla="*/ 834 h 834"/>
                <a:gd name="T26" fmla="*/ 825 w 825"/>
                <a:gd name="T27" fmla="*/ 326 h 834"/>
                <a:gd name="T28" fmla="*/ 492 w 825"/>
                <a:gd name="T29" fmla="*/ 0 h 8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25" h="834">
                  <a:moveTo>
                    <a:pt x="492" y="0"/>
                  </a:moveTo>
                  <a:cubicBezTo>
                    <a:pt x="398" y="0"/>
                    <a:pt x="291" y="44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4"/>
                    <a:pt x="225" y="14"/>
                    <a:pt x="225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834"/>
                    <a:pt x="0" y="834"/>
                    <a:pt x="0" y="834"/>
                  </a:cubicBezTo>
                  <a:cubicBezTo>
                    <a:pt x="225" y="834"/>
                    <a:pt x="225" y="834"/>
                    <a:pt x="225" y="834"/>
                  </a:cubicBezTo>
                  <a:cubicBezTo>
                    <a:pt x="225" y="367"/>
                    <a:pt x="225" y="367"/>
                    <a:pt x="225" y="367"/>
                  </a:cubicBezTo>
                  <a:cubicBezTo>
                    <a:pt x="225" y="283"/>
                    <a:pt x="290" y="194"/>
                    <a:pt x="411" y="194"/>
                  </a:cubicBezTo>
                  <a:cubicBezTo>
                    <a:pt x="504" y="194"/>
                    <a:pt x="600" y="259"/>
                    <a:pt x="600" y="367"/>
                  </a:cubicBezTo>
                  <a:cubicBezTo>
                    <a:pt x="600" y="834"/>
                    <a:pt x="600" y="834"/>
                    <a:pt x="600" y="834"/>
                  </a:cubicBezTo>
                  <a:cubicBezTo>
                    <a:pt x="825" y="834"/>
                    <a:pt x="825" y="834"/>
                    <a:pt x="825" y="834"/>
                  </a:cubicBezTo>
                  <a:cubicBezTo>
                    <a:pt x="825" y="326"/>
                    <a:pt x="825" y="326"/>
                    <a:pt x="825" y="326"/>
                  </a:cubicBezTo>
                  <a:cubicBezTo>
                    <a:pt x="825" y="137"/>
                    <a:pt x="690" y="0"/>
                    <a:pt x="492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17" name="Freeform 8">
              <a:extLst>
                <a:ext uri="{FF2B5EF4-FFF2-40B4-BE49-F238E27FC236}">
                  <a16:creationId xmlns:a16="http://schemas.microsoft.com/office/drawing/2014/main" id="{710DBB3B-7FB8-4ACB-8FA4-3F2A105B9B99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77225" y="2346325"/>
              <a:ext cx="1755775" cy="1563688"/>
            </a:xfrm>
            <a:custGeom>
              <a:avLst/>
              <a:gdLst>
                <a:gd name="T0" fmla="*/ 797 w 1106"/>
                <a:gd name="T1" fmla="*/ 0 h 985"/>
                <a:gd name="T2" fmla="*/ 553 w 1106"/>
                <a:gd name="T3" fmla="*/ 671 h 985"/>
                <a:gd name="T4" fmla="*/ 308 w 1106"/>
                <a:gd name="T5" fmla="*/ 0 h 985"/>
                <a:gd name="T6" fmla="*/ 0 w 1106"/>
                <a:gd name="T7" fmla="*/ 0 h 985"/>
                <a:gd name="T8" fmla="*/ 405 w 1106"/>
                <a:gd name="T9" fmla="*/ 985 h 985"/>
                <a:gd name="T10" fmla="*/ 701 w 1106"/>
                <a:gd name="T11" fmla="*/ 985 h 985"/>
                <a:gd name="T12" fmla="*/ 1106 w 1106"/>
                <a:gd name="T13" fmla="*/ 0 h 985"/>
                <a:gd name="T14" fmla="*/ 797 w 1106"/>
                <a:gd name="T15" fmla="*/ 0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06" h="985">
                  <a:moveTo>
                    <a:pt x="797" y="0"/>
                  </a:moveTo>
                  <a:lnTo>
                    <a:pt x="553" y="671"/>
                  </a:lnTo>
                  <a:lnTo>
                    <a:pt x="308" y="0"/>
                  </a:lnTo>
                  <a:lnTo>
                    <a:pt x="0" y="0"/>
                  </a:lnTo>
                  <a:lnTo>
                    <a:pt x="405" y="985"/>
                  </a:lnTo>
                  <a:lnTo>
                    <a:pt x="701" y="985"/>
                  </a:lnTo>
                  <a:lnTo>
                    <a:pt x="1106" y="0"/>
                  </a:lnTo>
                  <a:lnTo>
                    <a:pt x="79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18" name="Freeform 9">
              <a:extLst>
                <a:ext uri="{FF2B5EF4-FFF2-40B4-BE49-F238E27FC236}">
                  <a16:creationId xmlns:a16="http://schemas.microsoft.com/office/drawing/2014/main" id="{3E443DA7-CC51-4460-98C4-193A7375074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138488" y="2319338"/>
              <a:ext cx="1630363" cy="1617663"/>
            </a:xfrm>
            <a:custGeom>
              <a:avLst/>
              <a:gdLst>
                <a:gd name="T0" fmla="*/ 697 w 856"/>
                <a:gd name="T1" fmla="*/ 582 h 848"/>
                <a:gd name="T2" fmla="*/ 462 w 856"/>
                <a:gd name="T3" fmla="*/ 669 h 848"/>
                <a:gd name="T4" fmla="*/ 280 w 856"/>
                <a:gd name="T5" fmla="*/ 602 h 848"/>
                <a:gd name="T6" fmla="*/ 856 w 856"/>
                <a:gd name="T7" fmla="*/ 363 h 848"/>
                <a:gd name="T8" fmla="*/ 758 w 856"/>
                <a:gd name="T9" fmla="*/ 135 h 848"/>
                <a:gd name="T10" fmla="*/ 434 w 856"/>
                <a:gd name="T11" fmla="*/ 0 h 848"/>
                <a:gd name="T12" fmla="*/ 0 w 856"/>
                <a:gd name="T13" fmla="*/ 424 h 848"/>
                <a:gd name="T14" fmla="*/ 459 w 856"/>
                <a:gd name="T15" fmla="*/ 848 h 848"/>
                <a:gd name="T16" fmla="*/ 840 w 856"/>
                <a:gd name="T17" fmla="*/ 691 h 848"/>
                <a:gd name="T18" fmla="*/ 697 w 856"/>
                <a:gd name="T19" fmla="*/ 582 h 848"/>
                <a:gd name="T20" fmla="*/ 265 w 856"/>
                <a:gd name="T21" fmla="*/ 261 h 848"/>
                <a:gd name="T22" fmla="*/ 438 w 856"/>
                <a:gd name="T23" fmla="*/ 179 h 848"/>
                <a:gd name="T24" fmla="*/ 612 w 856"/>
                <a:gd name="T25" fmla="*/ 294 h 848"/>
                <a:gd name="T26" fmla="*/ 219 w 856"/>
                <a:gd name="T27" fmla="*/ 457 h 848"/>
                <a:gd name="T28" fmla="*/ 265 w 856"/>
                <a:gd name="T29" fmla="*/ 261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56" h="848">
                  <a:moveTo>
                    <a:pt x="697" y="582"/>
                  </a:moveTo>
                  <a:cubicBezTo>
                    <a:pt x="602" y="652"/>
                    <a:pt x="548" y="669"/>
                    <a:pt x="462" y="669"/>
                  </a:cubicBezTo>
                  <a:cubicBezTo>
                    <a:pt x="384" y="669"/>
                    <a:pt x="323" y="645"/>
                    <a:pt x="280" y="602"/>
                  </a:cubicBezTo>
                  <a:cubicBezTo>
                    <a:pt x="856" y="363"/>
                    <a:pt x="856" y="363"/>
                    <a:pt x="856" y="363"/>
                  </a:cubicBezTo>
                  <a:cubicBezTo>
                    <a:pt x="843" y="275"/>
                    <a:pt x="810" y="195"/>
                    <a:pt x="758" y="135"/>
                  </a:cubicBezTo>
                  <a:cubicBezTo>
                    <a:pt x="682" y="47"/>
                    <a:pt x="570" y="0"/>
                    <a:pt x="434" y="0"/>
                  </a:cubicBezTo>
                  <a:cubicBezTo>
                    <a:pt x="186" y="0"/>
                    <a:pt x="0" y="183"/>
                    <a:pt x="0" y="424"/>
                  </a:cubicBezTo>
                  <a:cubicBezTo>
                    <a:pt x="0" y="672"/>
                    <a:pt x="187" y="848"/>
                    <a:pt x="459" y="848"/>
                  </a:cubicBezTo>
                  <a:cubicBezTo>
                    <a:pt x="611" y="848"/>
                    <a:pt x="767" y="776"/>
                    <a:pt x="840" y="691"/>
                  </a:cubicBezTo>
                  <a:lnTo>
                    <a:pt x="697" y="582"/>
                  </a:lnTo>
                  <a:close/>
                  <a:moveTo>
                    <a:pt x="265" y="261"/>
                  </a:moveTo>
                  <a:cubicBezTo>
                    <a:pt x="303" y="210"/>
                    <a:pt x="364" y="179"/>
                    <a:pt x="438" y="179"/>
                  </a:cubicBezTo>
                  <a:cubicBezTo>
                    <a:pt x="519" y="179"/>
                    <a:pt x="581" y="226"/>
                    <a:pt x="612" y="294"/>
                  </a:cubicBezTo>
                  <a:cubicBezTo>
                    <a:pt x="219" y="457"/>
                    <a:pt x="219" y="457"/>
                    <a:pt x="219" y="457"/>
                  </a:cubicBezTo>
                  <a:cubicBezTo>
                    <a:pt x="208" y="374"/>
                    <a:pt x="230" y="308"/>
                    <a:pt x="265" y="26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E1BCDB13-2B5A-46EC-B1D6-C526DEAA84B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5925" y="1879600"/>
              <a:ext cx="1409700" cy="2030413"/>
            </a:xfrm>
            <a:custGeom>
              <a:avLst/>
              <a:gdLst>
                <a:gd name="T0" fmla="*/ 888 w 888"/>
                <a:gd name="T1" fmla="*/ 1030 h 1279"/>
                <a:gd name="T2" fmla="*/ 274 w 888"/>
                <a:gd name="T3" fmla="*/ 1030 h 1279"/>
                <a:gd name="T4" fmla="*/ 274 w 888"/>
                <a:gd name="T5" fmla="*/ 0 h 1279"/>
                <a:gd name="T6" fmla="*/ 0 w 888"/>
                <a:gd name="T7" fmla="*/ 0 h 1279"/>
                <a:gd name="T8" fmla="*/ 0 w 888"/>
                <a:gd name="T9" fmla="*/ 1279 h 1279"/>
                <a:gd name="T10" fmla="*/ 888 w 888"/>
                <a:gd name="T11" fmla="*/ 1279 h 1279"/>
                <a:gd name="T12" fmla="*/ 888 w 888"/>
                <a:gd name="T13" fmla="*/ 1030 h 1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88" h="1279">
                  <a:moveTo>
                    <a:pt x="888" y="1030"/>
                  </a:moveTo>
                  <a:lnTo>
                    <a:pt x="274" y="1030"/>
                  </a:lnTo>
                  <a:lnTo>
                    <a:pt x="274" y="0"/>
                  </a:lnTo>
                  <a:lnTo>
                    <a:pt x="0" y="0"/>
                  </a:lnTo>
                  <a:lnTo>
                    <a:pt x="0" y="1279"/>
                  </a:lnTo>
                  <a:lnTo>
                    <a:pt x="888" y="1279"/>
                  </a:lnTo>
                  <a:lnTo>
                    <a:pt x="888" y="10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0" name="Freeform 10">
              <a:extLst>
                <a:ext uri="{FF2B5EF4-FFF2-40B4-BE49-F238E27FC236}">
                  <a16:creationId xmlns:a16="http://schemas.microsoft.com/office/drawing/2014/main" id="{8EDDE8EA-BE8E-4066-AB4A-21CD2743549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966325" y="2319338"/>
              <a:ext cx="1677988" cy="1617663"/>
            </a:xfrm>
            <a:custGeom>
              <a:avLst/>
              <a:gdLst>
                <a:gd name="T0" fmla="*/ 439 w 881"/>
                <a:gd name="T1" fmla="*/ 848 h 848"/>
                <a:gd name="T2" fmla="*/ 0 w 881"/>
                <a:gd name="T3" fmla="*/ 424 h 848"/>
                <a:gd name="T4" fmla="*/ 442 w 881"/>
                <a:gd name="T5" fmla="*/ 0 h 848"/>
                <a:gd name="T6" fmla="*/ 881 w 881"/>
                <a:gd name="T7" fmla="*/ 424 h 848"/>
                <a:gd name="T8" fmla="*/ 439 w 881"/>
                <a:gd name="T9" fmla="*/ 848 h 848"/>
                <a:gd name="T10" fmla="*/ 439 w 881"/>
                <a:gd name="T11" fmla="*/ 193 h 848"/>
                <a:gd name="T12" fmla="*/ 222 w 881"/>
                <a:gd name="T13" fmla="*/ 424 h 848"/>
                <a:gd name="T14" fmla="*/ 442 w 881"/>
                <a:gd name="T15" fmla="*/ 655 h 848"/>
                <a:gd name="T16" fmla="*/ 659 w 881"/>
                <a:gd name="T17" fmla="*/ 424 h 848"/>
                <a:gd name="T18" fmla="*/ 439 w 881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1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4" y="0"/>
                    <a:pt x="442" y="0"/>
                  </a:cubicBezTo>
                  <a:cubicBezTo>
                    <a:pt x="688" y="0"/>
                    <a:pt x="881" y="184"/>
                    <a:pt x="881" y="424"/>
                  </a:cubicBezTo>
                  <a:cubicBezTo>
                    <a:pt x="881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3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59" y="557"/>
                    <a:pt x="659" y="424"/>
                  </a:cubicBezTo>
                  <a:cubicBezTo>
                    <a:pt x="659" y="295"/>
                    <a:pt x="562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1" name="Freeform 11">
              <a:extLst>
                <a:ext uri="{FF2B5EF4-FFF2-40B4-BE49-F238E27FC236}">
                  <a16:creationId xmlns:a16="http://schemas.microsoft.com/office/drawing/2014/main" id="{EF442D16-F34F-4D4E-A65A-8C3BC17F2FC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64325" y="2319338"/>
              <a:ext cx="1679575" cy="1617663"/>
            </a:xfrm>
            <a:custGeom>
              <a:avLst/>
              <a:gdLst>
                <a:gd name="T0" fmla="*/ 439 w 882"/>
                <a:gd name="T1" fmla="*/ 848 h 848"/>
                <a:gd name="T2" fmla="*/ 0 w 882"/>
                <a:gd name="T3" fmla="*/ 424 h 848"/>
                <a:gd name="T4" fmla="*/ 442 w 882"/>
                <a:gd name="T5" fmla="*/ 0 h 848"/>
                <a:gd name="T6" fmla="*/ 882 w 882"/>
                <a:gd name="T7" fmla="*/ 424 h 848"/>
                <a:gd name="T8" fmla="*/ 439 w 882"/>
                <a:gd name="T9" fmla="*/ 848 h 848"/>
                <a:gd name="T10" fmla="*/ 439 w 882"/>
                <a:gd name="T11" fmla="*/ 193 h 848"/>
                <a:gd name="T12" fmla="*/ 222 w 882"/>
                <a:gd name="T13" fmla="*/ 424 h 848"/>
                <a:gd name="T14" fmla="*/ 442 w 882"/>
                <a:gd name="T15" fmla="*/ 655 h 848"/>
                <a:gd name="T16" fmla="*/ 660 w 882"/>
                <a:gd name="T17" fmla="*/ 424 h 848"/>
                <a:gd name="T18" fmla="*/ 439 w 882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2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5" y="0"/>
                    <a:pt x="442" y="0"/>
                  </a:cubicBezTo>
                  <a:cubicBezTo>
                    <a:pt x="689" y="0"/>
                    <a:pt x="882" y="184"/>
                    <a:pt x="882" y="424"/>
                  </a:cubicBezTo>
                  <a:cubicBezTo>
                    <a:pt x="882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4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60" y="557"/>
                    <a:pt x="660" y="424"/>
                  </a:cubicBezTo>
                  <a:cubicBezTo>
                    <a:pt x="660" y="295"/>
                    <a:pt x="563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</p:grpSp>
      <p:sp>
        <p:nvSpPr>
          <p:cNvPr id="22" name="Freeform 5">
            <a:extLst>
              <a:ext uri="{FF2B5EF4-FFF2-40B4-BE49-F238E27FC236}">
                <a16:creationId xmlns:a16="http://schemas.microsoft.com/office/drawing/2014/main" id="{B3FDD5DD-E6F7-480C-BC0C-F6AC555BF174}"/>
              </a:ext>
            </a:extLst>
          </p:cNvPr>
          <p:cNvSpPr>
            <a:spLocks noChangeAspect="1" noEditPoints="1"/>
          </p:cNvSpPr>
          <p:nvPr userDrawn="1"/>
        </p:nvSpPr>
        <p:spPr bwMode="auto">
          <a:xfrm>
            <a:off x="750529" y="762000"/>
            <a:ext cx="3942091" cy="312470"/>
          </a:xfrm>
          <a:custGeom>
            <a:avLst/>
            <a:gdLst>
              <a:gd name="T0" fmla="*/ 557 w 2065"/>
              <a:gd name="T1" fmla="*/ 102 h 161"/>
              <a:gd name="T2" fmla="*/ 510 w 2065"/>
              <a:gd name="T3" fmla="*/ 76 h 161"/>
              <a:gd name="T4" fmla="*/ 583 w 2065"/>
              <a:gd name="T5" fmla="*/ 36 h 161"/>
              <a:gd name="T6" fmla="*/ 641 w 2065"/>
              <a:gd name="T7" fmla="*/ 34 h 161"/>
              <a:gd name="T8" fmla="*/ 2038 w 2065"/>
              <a:gd name="T9" fmla="*/ 1 h 161"/>
              <a:gd name="T10" fmla="*/ 706 w 2065"/>
              <a:gd name="T11" fmla="*/ 59 h 161"/>
              <a:gd name="T12" fmla="*/ 733 w 2065"/>
              <a:gd name="T13" fmla="*/ 100 h 161"/>
              <a:gd name="T14" fmla="*/ 1999 w 2065"/>
              <a:gd name="T15" fmla="*/ 132 h 161"/>
              <a:gd name="T16" fmla="*/ 760 w 2065"/>
              <a:gd name="T17" fmla="*/ 84 h 161"/>
              <a:gd name="T18" fmla="*/ 787 w 2065"/>
              <a:gd name="T19" fmla="*/ 93 h 161"/>
              <a:gd name="T20" fmla="*/ 828 w 2065"/>
              <a:gd name="T21" fmla="*/ 76 h 161"/>
              <a:gd name="T22" fmla="*/ 133 w 2065"/>
              <a:gd name="T23" fmla="*/ 36 h 161"/>
              <a:gd name="T24" fmla="*/ 166 w 2065"/>
              <a:gd name="T25" fmla="*/ 78 h 161"/>
              <a:gd name="T26" fmla="*/ 225 w 2065"/>
              <a:gd name="T27" fmla="*/ 132 h 161"/>
              <a:gd name="T28" fmla="*/ 32 w 2065"/>
              <a:gd name="T29" fmla="*/ 40 h 161"/>
              <a:gd name="T30" fmla="*/ 5 w 2065"/>
              <a:gd name="T31" fmla="*/ 43 h 161"/>
              <a:gd name="T32" fmla="*/ 0 w 2065"/>
              <a:gd name="T33" fmla="*/ 114 h 161"/>
              <a:gd name="T34" fmla="*/ 266 w 2065"/>
              <a:gd name="T35" fmla="*/ 43 h 161"/>
              <a:gd name="T36" fmla="*/ 258 w 2065"/>
              <a:gd name="T37" fmla="*/ 104 h 161"/>
              <a:gd name="T38" fmla="*/ 347 w 2065"/>
              <a:gd name="T39" fmla="*/ 76 h 161"/>
              <a:gd name="T40" fmla="*/ 285 w 2065"/>
              <a:gd name="T41" fmla="*/ 103 h 161"/>
              <a:gd name="T42" fmla="*/ 429 w 2065"/>
              <a:gd name="T43" fmla="*/ 36 h 161"/>
              <a:gd name="T44" fmla="*/ 479 w 2065"/>
              <a:gd name="T45" fmla="*/ 128 h 161"/>
              <a:gd name="T46" fmla="*/ 479 w 2065"/>
              <a:gd name="T47" fmla="*/ 36 h 161"/>
              <a:gd name="T48" fmla="*/ 354 w 2065"/>
              <a:gd name="T49" fmla="*/ 132 h 161"/>
              <a:gd name="T50" fmla="*/ 382 w 2065"/>
              <a:gd name="T51" fmla="*/ 55 h 161"/>
              <a:gd name="T52" fmla="*/ 1387 w 2065"/>
              <a:gd name="T53" fmla="*/ 84 h 161"/>
              <a:gd name="T54" fmla="*/ 1335 w 2065"/>
              <a:gd name="T55" fmla="*/ 58 h 161"/>
              <a:gd name="T56" fmla="*/ 1834 w 2065"/>
              <a:gd name="T57" fmla="*/ 132 h 161"/>
              <a:gd name="T58" fmla="*/ 1748 w 2065"/>
              <a:gd name="T59" fmla="*/ 34 h 161"/>
              <a:gd name="T60" fmla="*/ 1748 w 2065"/>
              <a:gd name="T61" fmla="*/ 34 h 161"/>
              <a:gd name="T62" fmla="*/ 1773 w 2065"/>
              <a:gd name="T63" fmla="*/ 84 h 161"/>
              <a:gd name="T64" fmla="*/ 1465 w 2065"/>
              <a:gd name="T65" fmla="*/ 109 h 161"/>
              <a:gd name="T66" fmla="*/ 1480 w 2065"/>
              <a:gd name="T67" fmla="*/ 148 h 161"/>
              <a:gd name="T68" fmla="*/ 1442 w 2065"/>
              <a:gd name="T69" fmla="*/ 102 h 161"/>
              <a:gd name="T70" fmla="*/ 1675 w 2065"/>
              <a:gd name="T71" fmla="*/ 37 h 161"/>
              <a:gd name="T72" fmla="*/ 1655 w 2065"/>
              <a:gd name="T73" fmla="*/ 7 h 161"/>
              <a:gd name="T74" fmla="*/ 1648 w 2065"/>
              <a:gd name="T75" fmla="*/ 132 h 161"/>
              <a:gd name="T76" fmla="*/ 1526 w 2065"/>
              <a:gd name="T77" fmla="*/ 36 h 161"/>
              <a:gd name="T78" fmla="*/ 1528 w 2065"/>
              <a:gd name="T79" fmla="*/ 161 h 161"/>
              <a:gd name="T80" fmla="*/ 980 w 2065"/>
              <a:gd name="T81" fmla="*/ 49 h 161"/>
              <a:gd name="T82" fmla="*/ 997 w 2065"/>
              <a:gd name="T83" fmla="*/ 59 h 161"/>
              <a:gd name="T84" fmla="*/ 1250 w 2065"/>
              <a:gd name="T85" fmla="*/ 132 h 161"/>
              <a:gd name="T86" fmla="*/ 1075 w 2065"/>
              <a:gd name="T87" fmla="*/ 49 h 161"/>
              <a:gd name="T88" fmla="*/ 1092 w 2065"/>
              <a:gd name="T89" fmla="*/ 59 h 161"/>
              <a:gd name="T90" fmla="*/ 910 w 2065"/>
              <a:gd name="T91" fmla="*/ 111 h 161"/>
              <a:gd name="T92" fmla="*/ 909 w 2065"/>
              <a:gd name="T93" fmla="*/ 34 h 161"/>
              <a:gd name="T94" fmla="*/ 910 w 2065"/>
              <a:gd name="T95" fmla="*/ 111 h 161"/>
              <a:gd name="T96" fmla="*/ 1962 w 2065"/>
              <a:gd name="T97" fmla="*/ 77 h 161"/>
              <a:gd name="T98" fmla="*/ 1962 w 2065"/>
              <a:gd name="T99" fmla="*/ 132 h 161"/>
              <a:gd name="T100" fmla="*/ 1941 w 2065"/>
              <a:gd name="T101" fmla="*/ 115 h 161"/>
              <a:gd name="T102" fmla="*/ 1193 w 2065"/>
              <a:gd name="T103" fmla="*/ 34 h 161"/>
              <a:gd name="T104" fmla="*/ 1193 w 2065"/>
              <a:gd name="T105" fmla="*/ 34 h 161"/>
              <a:gd name="T106" fmla="*/ 1218 w 2065"/>
              <a:gd name="T107" fmla="*/ 84 h 16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</a:cxnLst>
            <a:rect l="0" t="0" r="r" b="b"/>
            <a:pathLst>
              <a:path w="2065" h="161">
                <a:moveTo>
                  <a:pt x="530" y="34"/>
                </a:moveTo>
                <a:cubicBezTo>
                  <a:pt x="502" y="34"/>
                  <a:pt x="483" y="57"/>
                  <a:pt x="483" y="84"/>
                </a:cubicBezTo>
                <a:cubicBezTo>
                  <a:pt x="483" y="84"/>
                  <a:pt x="483" y="84"/>
                  <a:pt x="483" y="84"/>
                </a:cubicBezTo>
                <a:cubicBezTo>
                  <a:pt x="483" y="114"/>
                  <a:pt x="504" y="134"/>
                  <a:pt x="533" y="134"/>
                </a:cubicBezTo>
                <a:cubicBezTo>
                  <a:pt x="551" y="134"/>
                  <a:pt x="563" y="127"/>
                  <a:pt x="572" y="116"/>
                </a:cubicBezTo>
                <a:cubicBezTo>
                  <a:pt x="557" y="102"/>
                  <a:pt x="557" y="102"/>
                  <a:pt x="557" y="102"/>
                </a:cubicBezTo>
                <a:cubicBezTo>
                  <a:pt x="549" y="109"/>
                  <a:pt x="543" y="112"/>
                  <a:pt x="533" y="112"/>
                </a:cubicBezTo>
                <a:cubicBezTo>
                  <a:pt x="521" y="112"/>
                  <a:pt x="513" y="106"/>
                  <a:pt x="510" y="93"/>
                </a:cubicBezTo>
                <a:cubicBezTo>
                  <a:pt x="577" y="93"/>
                  <a:pt x="577" y="93"/>
                  <a:pt x="577" y="93"/>
                </a:cubicBezTo>
                <a:cubicBezTo>
                  <a:pt x="577" y="91"/>
                  <a:pt x="577" y="88"/>
                  <a:pt x="577" y="86"/>
                </a:cubicBezTo>
                <a:cubicBezTo>
                  <a:pt x="577" y="59"/>
                  <a:pt x="563" y="34"/>
                  <a:pt x="530" y="34"/>
                </a:cubicBezTo>
                <a:close/>
                <a:moveTo>
                  <a:pt x="510" y="76"/>
                </a:moveTo>
                <a:cubicBezTo>
                  <a:pt x="512" y="64"/>
                  <a:pt x="519" y="56"/>
                  <a:pt x="530" y="56"/>
                </a:cubicBezTo>
                <a:cubicBezTo>
                  <a:pt x="542" y="56"/>
                  <a:pt x="549" y="64"/>
                  <a:pt x="551" y="76"/>
                </a:cubicBezTo>
                <a:lnTo>
                  <a:pt x="510" y="76"/>
                </a:lnTo>
                <a:close/>
                <a:moveTo>
                  <a:pt x="610" y="55"/>
                </a:moveTo>
                <a:cubicBezTo>
                  <a:pt x="610" y="36"/>
                  <a:pt x="610" y="36"/>
                  <a:pt x="610" y="36"/>
                </a:cubicBezTo>
                <a:cubicBezTo>
                  <a:pt x="583" y="36"/>
                  <a:pt x="583" y="36"/>
                  <a:pt x="583" y="36"/>
                </a:cubicBezTo>
                <a:cubicBezTo>
                  <a:pt x="583" y="132"/>
                  <a:pt x="583" y="132"/>
                  <a:pt x="583" y="132"/>
                </a:cubicBezTo>
                <a:cubicBezTo>
                  <a:pt x="610" y="132"/>
                  <a:pt x="610" y="132"/>
                  <a:pt x="610" y="132"/>
                </a:cubicBezTo>
                <a:cubicBezTo>
                  <a:pt x="610" y="97"/>
                  <a:pt x="610" y="97"/>
                  <a:pt x="610" y="97"/>
                </a:cubicBezTo>
                <a:cubicBezTo>
                  <a:pt x="610" y="74"/>
                  <a:pt x="621" y="63"/>
                  <a:pt x="640" y="63"/>
                </a:cubicBezTo>
                <a:cubicBezTo>
                  <a:pt x="641" y="63"/>
                  <a:pt x="641" y="63"/>
                  <a:pt x="641" y="63"/>
                </a:cubicBezTo>
                <a:cubicBezTo>
                  <a:pt x="641" y="34"/>
                  <a:pt x="641" y="34"/>
                  <a:pt x="641" y="34"/>
                </a:cubicBezTo>
                <a:cubicBezTo>
                  <a:pt x="625" y="33"/>
                  <a:pt x="616" y="42"/>
                  <a:pt x="610" y="55"/>
                </a:cubicBezTo>
                <a:close/>
                <a:moveTo>
                  <a:pt x="2038" y="1"/>
                </a:moveTo>
                <a:cubicBezTo>
                  <a:pt x="2038" y="132"/>
                  <a:pt x="2038" y="132"/>
                  <a:pt x="2038" y="132"/>
                </a:cubicBezTo>
                <a:cubicBezTo>
                  <a:pt x="2065" y="132"/>
                  <a:pt x="2065" y="132"/>
                  <a:pt x="2065" y="132"/>
                </a:cubicBezTo>
                <a:cubicBezTo>
                  <a:pt x="2065" y="1"/>
                  <a:pt x="2065" y="1"/>
                  <a:pt x="2065" y="1"/>
                </a:cubicBezTo>
                <a:lnTo>
                  <a:pt x="2038" y="1"/>
                </a:lnTo>
                <a:close/>
                <a:moveTo>
                  <a:pt x="733" y="11"/>
                </a:moveTo>
                <a:cubicBezTo>
                  <a:pt x="706" y="11"/>
                  <a:pt x="706" y="11"/>
                  <a:pt x="706" y="11"/>
                </a:cubicBezTo>
                <a:cubicBezTo>
                  <a:pt x="706" y="36"/>
                  <a:pt x="706" y="36"/>
                  <a:pt x="706" y="36"/>
                </a:cubicBezTo>
                <a:cubicBezTo>
                  <a:pt x="694" y="36"/>
                  <a:pt x="694" y="36"/>
                  <a:pt x="694" y="36"/>
                </a:cubicBezTo>
                <a:cubicBezTo>
                  <a:pt x="694" y="59"/>
                  <a:pt x="694" y="59"/>
                  <a:pt x="694" y="59"/>
                </a:cubicBezTo>
                <a:cubicBezTo>
                  <a:pt x="706" y="59"/>
                  <a:pt x="706" y="59"/>
                  <a:pt x="706" y="59"/>
                </a:cubicBezTo>
                <a:cubicBezTo>
                  <a:pt x="706" y="105"/>
                  <a:pt x="706" y="105"/>
                  <a:pt x="706" y="105"/>
                </a:cubicBezTo>
                <a:cubicBezTo>
                  <a:pt x="706" y="127"/>
                  <a:pt x="717" y="134"/>
                  <a:pt x="734" y="134"/>
                </a:cubicBezTo>
                <a:cubicBezTo>
                  <a:pt x="743" y="134"/>
                  <a:pt x="750" y="132"/>
                  <a:pt x="755" y="128"/>
                </a:cubicBezTo>
                <a:cubicBezTo>
                  <a:pt x="755" y="106"/>
                  <a:pt x="755" y="106"/>
                  <a:pt x="755" y="106"/>
                </a:cubicBezTo>
                <a:cubicBezTo>
                  <a:pt x="752" y="108"/>
                  <a:pt x="747" y="110"/>
                  <a:pt x="742" y="110"/>
                </a:cubicBezTo>
                <a:cubicBezTo>
                  <a:pt x="736" y="110"/>
                  <a:pt x="733" y="107"/>
                  <a:pt x="733" y="100"/>
                </a:cubicBezTo>
                <a:cubicBezTo>
                  <a:pt x="733" y="59"/>
                  <a:pt x="733" y="59"/>
                  <a:pt x="733" y="59"/>
                </a:cubicBezTo>
                <a:cubicBezTo>
                  <a:pt x="756" y="59"/>
                  <a:pt x="756" y="59"/>
                  <a:pt x="756" y="59"/>
                </a:cubicBezTo>
                <a:cubicBezTo>
                  <a:pt x="756" y="36"/>
                  <a:pt x="756" y="36"/>
                  <a:pt x="756" y="36"/>
                </a:cubicBezTo>
                <a:cubicBezTo>
                  <a:pt x="733" y="36"/>
                  <a:pt x="733" y="36"/>
                  <a:pt x="733" y="36"/>
                </a:cubicBezTo>
                <a:lnTo>
                  <a:pt x="733" y="11"/>
                </a:lnTo>
                <a:close/>
                <a:moveTo>
                  <a:pt x="1999" y="132"/>
                </a:moveTo>
                <a:cubicBezTo>
                  <a:pt x="2027" y="132"/>
                  <a:pt x="2027" y="132"/>
                  <a:pt x="2027" y="132"/>
                </a:cubicBezTo>
                <a:cubicBezTo>
                  <a:pt x="2027" y="1"/>
                  <a:pt x="2027" y="1"/>
                  <a:pt x="2027" y="1"/>
                </a:cubicBezTo>
                <a:cubicBezTo>
                  <a:pt x="1999" y="1"/>
                  <a:pt x="1999" y="1"/>
                  <a:pt x="1999" y="1"/>
                </a:cubicBezTo>
                <a:lnTo>
                  <a:pt x="1999" y="132"/>
                </a:lnTo>
                <a:close/>
                <a:moveTo>
                  <a:pt x="807" y="34"/>
                </a:moveTo>
                <a:cubicBezTo>
                  <a:pt x="779" y="34"/>
                  <a:pt x="760" y="57"/>
                  <a:pt x="760" y="84"/>
                </a:cubicBezTo>
                <a:cubicBezTo>
                  <a:pt x="760" y="84"/>
                  <a:pt x="760" y="84"/>
                  <a:pt x="760" y="84"/>
                </a:cubicBezTo>
                <a:cubicBezTo>
                  <a:pt x="760" y="114"/>
                  <a:pt x="781" y="134"/>
                  <a:pt x="810" y="134"/>
                </a:cubicBezTo>
                <a:cubicBezTo>
                  <a:pt x="827" y="134"/>
                  <a:pt x="840" y="127"/>
                  <a:pt x="849" y="116"/>
                </a:cubicBezTo>
                <a:cubicBezTo>
                  <a:pt x="834" y="102"/>
                  <a:pt x="834" y="102"/>
                  <a:pt x="834" y="102"/>
                </a:cubicBezTo>
                <a:cubicBezTo>
                  <a:pt x="826" y="109"/>
                  <a:pt x="820" y="112"/>
                  <a:pt x="810" y="112"/>
                </a:cubicBezTo>
                <a:cubicBezTo>
                  <a:pt x="798" y="112"/>
                  <a:pt x="790" y="106"/>
                  <a:pt x="787" y="93"/>
                </a:cubicBezTo>
                <a:cubicBezTo>
                  <a:pt x="854" y="93"/>
                  <a:pt x="854" y="93"/>
                  <a:pt x="854" y="93"/>
                </a:cubicBezTo>
                <a:cubicBezTo>
                  <a:pt x="854" y="91"/>
                  <a:pt x="854" y="88"/>
                  <a:pt x="854" y="86"/>
                </a:cubicBezTo>
                <a:cubicBezTo>
                  <a:pt x="854" y="59"/>
                  <a:pt x="839" y="34"/>
                  <a:pt x="807" y="34"/>
                </a:cubicBezTo>
                <a:close/>
                <a:moveTo>
                  <a:pt x="787" y="76"/>
                </a:moveTo>
                <a:cubicBezTo>
                  <a:pt x="789" y="64"/>
                  <a:pt x="796" y="56"/>
                  <a:pt x="807" y="56"/>
                </a:cubicBezTo>
                <a:cubicBezTo>
                  <a:pt x="819" y="56"/>
                  <a:pt x="826" y="64"/>
                  <a:pt x="828" y="76"/>
                </a:cubicBezTo>
                <a:lnTo>
                  <a:pt x="787" y="76"/>
                </a:lnTo>
                <a:close/>
                <a:moveTo>
                  <a:pt x="220" y="34"/>
                </a:moveTo>
                <a:cubicBezTo>
                  <a:pt x="207" y="34"/>
                  <a:pt x="197" y="39"/>
                  <a:pt x="189" y="49"/>
                </a:cubicBezTo>
                <a:cubicBezTo>
                  <a:pt x="184" y="40"/>
                  <a:pt x="174" y="34"/>
                  <a:pt x="161" y="34"/>
                </a:cubicBezTo>
                <a:cubicBezTo>
                  <a:pt x="148" y="34"/>
                  <a:pt x="139" y="41"/>
                  <a:pt x="133" y="50"/>
                </a:cubicBezTo>
                <a:cubicBezTo>
                  <a:pt x="133" y="36"/>
                  <a:pt x="133" y="36"/>
                  <a:pt x="133" y="36"/>
                </a:cubicBezTo>
                <a:cubicBezTo>
                  <a:pt x="106" y="36"/>
                  <a:pt x="106" y="36"/>
                  <a:pt x="106" y="36"/>
                </a:cubicBezTo>
                <a:cubicBezTo>
                  <a:pt x="106" y="132"/>
                  <a:pt x="106" y="132"/>
                  <a:pt x="106" y="132"/>
                </a:cubicBezTo>
                <a:cubicBezTo>
                  <a:pt x="133" y="132"/>
                  <a:pt x="133" y="132"/>
                  <a:pt x="133" y="132"/>
                </a:cubicBezTo>
                <a:cubicBezTo>
                  <a:pt x="133" y="78"/>
                  <a:pt x="133" y="78"/>
                  <a:pt x="133" y="78"/>
                </a:cubicBezTo>
                <a:cubicBezTo>
                  <a:pt x="133" y="65"/>
                  <a:pt x="139" y="59"/>
                  <a:pt x="150" y="59"/>
                </a:cubicBezTo>
                <a:cubicBezTo>
                  <a:pt x="160" y="59"/>
                  <a:pt x="166" y="65"/>
                  <a:pt x="166" y="78"/>
                </a:cubicBezTo>
                <a:cubicBezTo>
                  <a:pt x="166" y="132"/>
                  <a:pt x="166" y="132"/>
                  <a:pt x="166" y="132"/>
                </a:cubicBezTo>
                <a:cubicBezTo>
                  <a:pt x="193" y="132"/>
                  <a:pt x="193" y="132"/>
                  <a:pt x="193" y="132"/>
                </a:cubicBezTo>
                <a:cubicBezTo>
                  <a:pt x="193" y="78"/>
                  <a:pt x="193" y="78"/>
                  <a:pt x="193" y="78"/>
                </a:cubicBezTo>
                <a:cubicBezTo>
                  <a:pt x="193" y="65"/>
                  <a:pt x="199" y="59"/>
                  <a:pt x="209" y="59"/>
                </a:cubicBezTo>
                <a:cubicBezTo>
                  <a:pt x="220" y="59"/>
                  <a:pt x="225" y="65"/>
                  <a:pt x="225" y="78"/>
                </a:cubicBezTo>
                <a:cubicBezTo>
                  <a:pt x="225" y="132"/>
                  <a:pt x="225" y="132"/>
                  <a:pt x="225" y="132"/>
                </a:cubicBezTo>
                <a:cubicBezTo>
                  <a:pt x="253" y="132"/>
                  <a:pt x="253" y="132"/>
                  <a:pt x="253" y="132"/>
                </a:cubicBezTo>
                <a:cubicBezTo>
                  <a:pt x="253" y="69"/>
                  <a:pt x="253" y="69"/>
                  <a:pt x="253" y="69"/>
                </a:cubicBezTo>
                <a:cubicBezTo>
                  <a:pt x="253" y="46"/>
                  <a:pt x="240" y="34"/>
                  <a:pt x="220" y="34"/>
                </a:cubicBezTo>
                <a:close/>
                <a:moveTo>
                  <a:pt x="59" y="57"/>
                </a:moveTo>
                <a:cubicBezTo>
                  <a:pt x="38" y="51"/>
                  <a:pt x="32" y="49"/>
                  <a:pt x="32" y="40"/>
                </a:cubicBezTo>
                <a:cubicBezTo>
                  <a:pt x="32" y="40"/>
                  <a:pt x="32" y="40"/>
                  <a:pt x="32" y="40"/>
                </a:cubicBezTo>
                <a:cubicBezTo>
                  <a:pt x="32" y="34"/>
                  <a:pt x="38" y="29"/>
                  <a:pt x="48" y="29"/>
                </a:cubicBezTo>
                <a:cubicBezTo>
                  <a:pt x="59" y="29"/>
                  <a:pt x="70" y="34"/>
                  <a:pt x="81" y="41"/>
                </a:cubicBezTo>
                <a:cubicBezTo>
                  <a:pt x="95" y="21"/>
                  <a:pt x="95" y="21"/>
                  <a:pt x="95" y="21"/>
                </a:cubicBezTo>
                <a:cubicBezTo>
                  <a:pt x="83" y="10"/>
                  <a:pt x="67" y="5"/>
                  <a:pt x="49" y="5"/>
                </a:cubicBezTo>
                <a:cubicBezTo>
                  <a:pt x="23" y="5"/>
                  <a:pt x="5" y="20"/>
                  <a:pt x="5" y="43"/>
                </a:cubicBezTo>
                <a:cubicBezTo>
                  <a:pt x="5" y="43"/>
                  <a:pt x="5" y="43"/>
                  <a:pt x="5" y="43"/>
                </a:cubicBezTo>
                <a:cubicBezTo>
                  <a:pt x="5" y="68"/>
                  <a:pt x="21" y="75"/>
                  <a:pt x="46" y="81"/>
                </a:cubicBezTo>
                <a:cubicBezTo>
                  <a:pt x="67" y="87"/>
                  <a:pt x="72" y="90"/>
                  <a:pt x="72" y="97"/>
                </a:cubicBezTo>
                <a:cubicBezTo>
                  <a:pt x="72" y="98"/>
                  <a:pt x="72" y="98"/>
                  <a:pt x="72" y="98"/>
                </a:cubicBezTo>
                <a:cubicBezTo>
                  <a:pt x="72" y="105"/>
                  <a:pt x="65" y="109"/>
                  <a:pt x="54" y="109"/>
                </a:cubicBezTo>
                <a:cubicBezTo>
                  <a:pt x="39" y="109"/>
                  <a:pt x="27" y="104"/>
                  <a:pt x="16" y="94"/>
                </a:cubicBezTo>
                <a:cubicBezTo>
                  <a:pt x="0" y="114"/>
                  <a:pt x="0" y="114"/>
                  <a:pt x="0" y="114"/>
                </a:cubicBezTo>
                <a:cubicBezTo>
                  <a:pt x="15" y="127"/>
                  <a:pt x="34" y="134"/>
                  <a:pt x="53" y="134"/>
                </a:cubicBezTo>
                <a:cubicBezTo>
                  <a:pt x="80" y="134"/>
                  <a:pt x="99" y="120"/>
                  <a:pt x="99" y="95"/>
                </a:cubicBezTo>
                <a:cubicBezTo>
                  <a:pt x="99" y="95"/>
                  <a:pt x="99" y="95"/>
                  <a:pt x="99" y="95"/>
                </a:cubicBezTo>
                <a:cubicBezTo>
                  <a:pt x="99" y="73"/>
                  <a:pt x="85" y="63"/>
                  <a:pt x="59" y="57"/>
                </a:cubicBezTo>
                <a:close/>
                <a:moveTo>
                  <a:pt x="304" y="35"/>
                </a:moveTo>
                <a:cubicBezTo>
                  <a:pt x="287" y="35"/>
                  <a:pt x="277" y="38"/>
                  <a:pt x="266" y="43"/>
                </a:cubicBezTo>
                <a:cubicBezTo>
                  <a:pt x="273" y="63"/>
                  <a:pt x="273" y="63"/>
                  <a:pt x="273" y="63"/>
                </a:cubicBezTo>
                <a:cubicBezTo>
                  <a:pt x="282" y="60"/>
                  <a:pt x="289" y="58"/>
                  <a:pt x="300" y="58"/>
                </a:cubicBezTo>
                <a:cubicBezTo>
                  <a:pt x="313" y="58"/>
                  <a:pt x="320" y="64"/>
                  <a:pt x="320" y="76"/>
                </a:cubicBezTo>
                <a:cubicBezTo>
                  <a:pt x="320" y="77"/>
                  <a:pt x="320" y="77"/>
                  <a:pt x="320" y="77"/>
                </a:cubicBezTo>
                <a:cubicBezTo>
                  <a:pt x="314" y="75"/>
                  <a:pt x="307" y="73"/>
                  <a:pt x="297" y="73"/>
                </a:cubicBezTo>
                <a:cubicBezTo>
                  <a:pt x="274" y="73"/>
                  <a:pt x="258" y="83"/>
                  <a:pt x="258" y="104"/>
                </a:cubicBezTo>
                <a:cubicBezTo>
                  <a:pt x="258" y="104"/>
                  <a:pt x="258" y="104"/>
                  <a:pt x="258" y="104"/>
                </a:cubicBezTo>
                <a:cubicBezTo>
                  <a:pt x="258" y="123"/>
                  <a:pt x="273" y="134"/>
                  <a:pt x="291" y="134"/>
                </a:cubicBezTo>
                <a:cubicBezTo>
                  <a:pt x="304" y="134"/>
                  <a:pt x="314" y="129"/>
                  <a:pt x="320" y="122"/>
                </a:cubicBezTo>
                <a:cubicBezTo>
                  <a:pt x="320" y="132"/>
                  <a:pt x="320" y="132"/>
                  <a:pt x="320" y="132"/>
                </a:cubicBezTo>
                <a:cubicBezTo>
                  <a:pt x="347" y="132"/>
                  <a:pt x="347" y="132"/>
                  <a:pt x="347" y="132"/>
                </a:cubicBezTo>
                <a:cubicBezTo>
                  <a:pt x="347" y="76"/>
                  <a:pt x="347" y="76"/>
                  <a:pt x="347" y="76"/>
                </a:cubicBezTo>
                <a:cubicBezTo>
                  <a:pt x="347" y="63"/>
                  <a:pt x="343" y="53"/>
                  <a:pt x="336" y="46"/>
                </a:cubicBezTo>
                <a:cubicBezTo>
                  <a:pt x="329" y="39"/>
                  <a:pt x="319" y="35"/>
                  <a:pt x="304" y="35"/>
                </a:cubicBezTo>
                <a:close/>
                <a:moveTo>
                  <a:pt x="321" y="98"/>
                </a:moveTo>
                <a:cubicBezTo>
                  <a:pt x="321" y="108"/>
                  <a:pt x="312" y="115"/>
                  <a:pt x="299" y="115"/>
                </a:cubicBezTo>
                <a:cubicBezTo>
                  <a:pt x="291" y="115"/>
                  <a:pt x="285" y="111"/>
                  <a:pt x="285" y="103"/>
                </a:cubicBezTo>
                <a:cubicBezTo>
                  <a:pt x="285" y="103"/>
                  <a:pt x="285" y="103"/>
                  <a:pt x="285" y="103"/>
                </a:cubicBezTo>
                <a:cubicBezTo>
                  <a:pt x="285" y="94"/>
                  <a:pt x="292" y="90"/>
                  <a:pt x="303" y="90"/>
                </a:cubicBezTo>
                <a:cubicBezTo>
                  <a:pt x="310" y="90"/>
                  <a:pt x="316" y="91"/>
                  <a:pt x="321" y="93"/>
                </a:cubicBezTo>
                <a:lnTo>
                  <a:pt x="321" y="98"/>
                </a:lnTo>
                <a:close/>
                <a:moveTo>
                  <a:pt x="457" y="11"/>
                </a:moveTo>
                <a:cubicBezTo>
                  <a:pt x="429" y="11"/>
                  <a:pt x="429" y="11"/>
                  <a:pt x="429" y="11"/>
                </a:cubicBezTo>
                <a:cubicBezTo>
                  <a:pt x="429" y="36"/>
                  <a:pt x="429" y="36"/>
                  <a:pt x="429" y="36"/>
                </a:cubicBezTo>
                <a:cubicBezTo>
                  <a:pt x="418" y="36"/>
                  <a:pt x="418" y="36"/>
                  <a:pt x="418" y="36"/>
                </a:cubicBezTo>
                <a:cubicBezTo>
                  <a:pt x="418" y="59"/>
                  <a:pt x="418" y="59"/>
                  <a:pt x="418" y="59"/>
                </a:cubicBezTo>
                <a:cubicBezTo>
                  <a:pt x="429" y="59"/>
                  <a:pt x="429" y="59"/>
                  <a:pt x="429" y="59"/>
                </a:cubicBezTo>
                <a:cubicBezTo>
                  <a:pt x="429" y="105"/>
                  <a:pt x="429" y="105"/>
                  <a:pt x="429" y="105"/>
                </a:cubicBezTo>
                <a:cubicBezTo>
                  <a:pt x="429" y="127"/>
                  <a:pt x="441" y="134"/>
                  <a:pt x="457" y="134"/>
                </a:cubicBezTo>
                <a:cubicBezTo>
                  <a:pt x="466" y="134"/>
                  <a:pt x="473" y="132"/>
                  <a:pt x="479" y="128"/>
                </a:cubicBezTo>
                <a:cubicBezTo>
                  <a:pt x="479" y="106"/>
                  <a:pt x="479" y="106"/>
                  <a:pt x="479" y="106"/>
                </a:cubicBezTo>
                <a:cubicBezTo>
                  <a:pt x="475" y="108"/>
                  <a:pt x="470" y="110"/>
                  <a:pt x="465" y="110"/>
                </a:cubicBezTo>
                <a:cubicBezTo>
                  <a:pt x="459" y="110"/>
                  <a:pt x="457" y="107"/>
                  <a:pt x="457" y="100"/>
                </a:cubicBezTo>
                <a:cubicBezTo>
                  <a:pt x="457" y="59"/>
                  <a:pt x="457" y="59"/>
                  <a:pt x="457" y="59"/>
                </a:cubicBezTo>
                <a:cubicBezTo>
                  <a:pt x="479" y="59"/>
                  <a:pt x="479" y="59"/>
                  <a:pt x="479" y="59"/>
                </a:cubicBezTo>
                <a:cubicBezTo>
                  <a:pt x="479" y="36"/>
                  <a:pt x="479" y="36"/>
                  <a:pt x="479" y="36"/>
                </a:cubicBezTo>
                <a:cubicBezTo>
                  <a:pt x="457" y="36"/>
                  <a:pt x="457" y="36"/>
                  <a:pt x="457" y="36"/>
                </a:cubicBezTo>
                <a:lnTo>
                  <a:pt x="457" y="11"/>
                </a:lnTo>
                <a:close/>
                <a:moveTo>
                  <a:pt x="382" y="55"/>
                </a:moveTo>
                <a:cubicBezTo>
                  <a:pt x="382" y="36"/>
                  <a:pt x="382" y="36"/>
                  <a:pt x="382" y="36"/>
                </a:cubicBezTo>
                <a:cubicBezTo>
                  <a:pt x="354" y="36"/>
                  <a:pt x="354" y="36"/>
                  <a:pt x="354" y="36"/>
                </a:cubicBezTo>
                <a:cubicBezTo>
                  <a:pt x="354" y="132"/>
                  <a:pt x="354" y="132"/>
                  <a:pt x="354" y="132"/>
                </a:cubicBezTo>
                <a:cubicBezTo>
                  <a:pt x="382" y="132"/>
                  <a:pt x="382" y="132"/>
                  <a:pt x="382" y="132"/>
                </a:cubicBezTo>
                <a:cubicBezTo>
                  <a:pt x="382" y="97"/>
                  <a:pt x="382" y="97"/>
                  <a:pt x="382" y="97"/>
                </a:cubicBezTo>
                <a:cubicBezTo>
                  <a:pt x="382" y="74"/>
                  <a:pt x="393" y="63"/>
                  <a:pt x="411" y="63"/>
                </a:cubicBezTo>
                <a:cubicBezTo>
                  <a:pt x="412" y="63"/>
                  <a:pt x="412" y="63"/>
                  <a:pt x="412" y="63"/>
                </a:cubicBezTo>
                <a:cubicBezTo>
                  <a:pt x="412" y="34"/>
                  <a:pt x="412" y="34"/>
                  <a:pt x="412" y="34"/>
                </a:cubicBezTo>
                <a:cubicBezTo>
                  <a:pt x="396" y="33"/>
                  <a:pt x="387" y="42"/>
                  <a:pt x="382" y="55"/>
                </a:cubicBezTo>
                <a:close/>
                <a:moveTo>
                  <a:pt x="1335" y="34"/>
                </a:moveTo>
                <a:cubicBezTo>
                  <a:pt x="1305" y="34"/>
                  <a:pt x="1283" y="56"/>
                  <a:pt x="1283" y="84"/>
                </a:cubicBezTo>
                <a:cubicBezTo>
                  <a:pt x="1283" y="84"/>
                  <a:pt x="1283" y="84"/>
                  <a:pt x="1283" y="84"/>
                </a:cubicBezTo>
                <a:cubicBezTo>
                  <a:pt x="1283" y="112"/>
                  <a:pt x="1305" y="134"/>
                  <a:pt x="1335" y="134"/>
                </a:cubicBezTo>
                <a:cubicBezTo>
                  <a:pt x="1365" y="134"/>
                  <a:pt x="1387" y="112"/>
                  <a:pt x="1387" y="84"/>
                </a:cubicBezTo>
                <a:cubicBezTo>
                  <a:pt x="1387" y="84"/>
                  <a:pt x="1387" y="84"/>
                  <a:pt x="1387" y="84"/>
                </a:cubicBezTo>
                <a:cubicBezTo>
                  <a:pt x="1387" y="56"/>
                  <a:pt x="1365" y="34"/>
                  <a:pt x="1335" y="34"/>
                </a:cubicBezTo>
                <a:close/>
                <a:moveTo>
                  <a:pt x="1360" y="84"/>
                </a:moveTo>
                <a:cubicBezTo>
                  <a:pt x="1360" y="99"/>
                  <a:pt x="1351" y="111"/>
                  <a:pt x="1335" y="111"/>
                </a:cubicBezTo>
                <a:cubicBezTo>
                  <a:pt x="1320" y="111"/>
                  <a:pt x="1310" y="98"/>
                  <a:pt x="1310" y="84"/>
                </a:cubicBezTo>
                <a:cubicBezTo>
                  <a:pt x="1310" y="84"/>
                  <a:pt x="1310" y="84"/>
                  <a:pt x="1310" y="84"/>
                </a:cubicBezTo>
                <a:cubicBezTo>
                  <a:pt x="1310" y="70"/>
                  <a:pt x="1319" y="58"/>
                  <a:pt x="1335" y="58"/>
                </a:cubicBezTo>
                <a:cubicBezTo>
                  <a:pt x="1350" y="58"/>
                  <a:pt x="1360" y="70"/>
                  <a:pt x="1360" y="84"/>
                </a:cubicBezTo>
                <a:close/>
                <a:moveTo>
                  <a:pt x="1834" y="55"/>
                </a:moveTo>
                <a:cubicBezTo>
                  <a:pt x="1834" y="36"/>
                  <a:pt x="1834" y="36"/>
                  <a:pt x="1834" y="36"/>
                </a:cubicBezTo>
                <a:cubicBezTo>
                  <a:pt x="1807" y="36"/>
                  <a:pt x="1807" y="36"/>
                  <a:pt x="1807" y="36"/>
                </a:cubicBezTo>
                <a:cubicBezTo>
                  <a:pt x="1807" y="132"/>
                  <a:pt x="1807" y="132"/>
                  <a:pt x="1807" y="132"/>
                </a:cubicBezTo>
                <a:cubicBezTo>
                  <a:pt x="1834" y="132"/>
                  <a:pt x="1834" y="132"/>
                  <a:pt x="1834" y="132"/>
                </a:cubicBezTo>
                <a:cubicBezTo>
                  <a:pt x="1834" y="97"/>
                  <a:pt x="1834" y="97"/>
                  <a:pt x="1834" y="97"/>
                </a:cubicBezTo>
                <a:cubicBezTo>
                  <a:pt x="1834" y="74"/>
                  <a:pt x="1845" y="63"/>
                  <a:pt x="1863" y="63"/>
                </a:cubicBezTo>
                <a:cubicBezTo>
                  <a:pt x="1865" y="63"/>
                  <a:pt x="1865" y="63"/>
                  <a:pt x="1865" y="63"/>
                </a:cubicBezTo>
                <a:cubicBezTo>
                  <a:pt x="1865" y="34"/>
                  <a:pt x="1865" y="34"/>
                  <a:pt x="1865" y="34"/>
                </a:cubicBezTo>
                <a:cubicBezTo>
                  <a:pt x="1848" y="33"/>
                  <a:pt x="1839" y="42"/>
                  <a:pt x="1834" y="55"/>
                </a:cubicBezTo>
                <a:close/>
                <a:moveTo>
                  <a:pt x="1748" y="34"/>
                </a:moveTo>
                <a:cubicBezTo>
                  <a:pt x="1718" y="34"/>
                  <a:pt x="1696" y="56"/>
                  <a:pt x="1696" y="84"/>
                </a:cubicBezTo>
                <a:cubicBezTo>
                  <a:pt x="1696" y="84"/>
                  <a:pt x="1696" y="84"/>
                  <a:pt x="1696" y="84"/>
                </a:cubicBezTo>
                <a:cubicBezTo>
                  <a:pt x="1696" y="112"/>
                  <a:pt x="1718" y="134"/>
                  <a:pt x="1748" y="134"/>
                </a:cubicBezTo>
                <a:cubicBezTo>
                  <a:pt x="1778" y="134"/>
                  <a:pt x="1800" y="112"/>
                  <a:pt x="1800" y="84"/>
                </a:cubicBezTo>
                <a:cubicBezTo>
                  <a:pt x="1800" y="84"/>
                  <a:pt x="1800" y="84"/>
                  <a:pt x="1800" y="84"/>
                </a:cubicBezTo>
                <a:cubicBezTo>
                  <a:pt x="1800" y="56"/>
                  <a:pt x="1778" y="34"/>
                  <a:pt x="1748" y="34"/>
                </a:cubicBezTo>
                <a:close/>
                <a:moveTo>
                  <a:pt x="1773" y="84"/>
                </a:moveTo>
                <a:cubicBezTo>
                  <a:pt x="1773" y="99"/>
                  <a:pt x="1764" y="111"/>
                  <a:pt x="1748" y="111"/>
                </a:cubicBezTo>
                <a:cubicBezTo>
                  <a:pt x="1733" y="111"/>
                  <a:pt x="1723" y="98"/>
                  <a:pt x="1723" y="84"/>
                </a:cubicBezTo>
                <a:cubicBezTo>
                  <a:pt x="1723" y="84"/>
                  <a:pt x="1723" y="84"/>
                  <a:pt x="1723" y="84"/>
                </a:cubicBezTo>
                <a:cubicBezTo>
                  <a:pt x="1723" y="70"/>
                  <a:pt x="1732" y="58"/>
                  <a:pt x="1748" y="58"/>
                </a:cubicBezTo>
                <a:cubicBezTo>
                  <a:pt x="1763" y="58"/>
                  <a:pt x="1773" y="70"/>
                  <a:pt x="1773" y="84"/>
                </a:cubicBezTo>
                <a:close/>
                <a:moveTo>
                  <a:pt x="1465" y="48"/>
                </a:moveTo>
                <a:cubicBezTo>
                  <a:pt x="1458" y="40"/>
                  <a:pt x="1449" y="34"/>
                  <a:pt x="1434" y="34"/>
                </a:cubicBezTo>
                <a:cubicBezTo>
                  <a:pt x="1412" y="34"/>
                  <a:pt x="1391" y="50"/>
                  <a:pt x="1391" y="79"/>
                </a:cubicBezTo>
                <a:cubicBezTo>
                  <a:pt x="1391" y="79"/>
                  <a:pt x="1391" y="79"/>
                  <a:pt x="1391" y="79"/>
                </a:cubicBezTo>
                <a:cubicBezTo>
                  <a:pt x="1391" y="108"/>
                  <a:pt x="1412" y="124"/>
                  <a:pt x="1434" y="124"/>
                </a:cubicBezTo>
                <a:cubicBezTo>
                  <a:pt x="1448" y="124"/>
                  <a:pt x="1457" y="118"/>
                  <a:pt x="1465" y="109"/>
                </a:cubicBezTo>
                <a:cubicBezTo>
                  <a:pt x="1465" y="113"/>
                  <a:pt x="1465" y="113"/>
                  <a:pt x="1465" y="113"/>
                </a:cubicBezTo>
                <a:cubicBezTo>
                  <a:pt x="1465" y="130"/>
                  <a:pt x="1457" y="139"/>
                  <a:pt x="1438" y="139"/>
                </a:cubicBezTo>
                <a:cubicBezTo>
                  <a:pt x="1425" y="139"/>
                  <a:pt x="1415" y="136"/>
                  <a:pt x="1405" y="131"/>
                </a:cubicBezTo>
                <a:cubicBezTo>
                  <a:pt x="1396" y="151"/>
                  <a:pt x="1396" y="151"/>
                  <a:pt x="1396" y="151"/>
                </a:cubicBezTo>
                <a:cubicBezTo>
                  <a:pt x="1408" y="158"/>
                  <a:pt x="1423" y="161"/>
                  <a:pt x="1439" y="161"/>
                </a:cubicBezTo>
                <a:cubicBezTo>
                  <a:pt x="1457" y="161"/>
                  <a:pt x="1471" y="157"/>
                  <a:pt x="1480" y="148"/>
                </a:cubicBezTo>
                <a:cubicBezTo>
                  <a:pt x="1488" y="140"/>
                  <a:pt x="1492" y="128"/>
                  <a:pt x="1492" y="110"/>
                </a:cubicBezTo>
                <a:cubicBezTo>
                  <a:pt x="1492" y="36"/>
                  <a:pt x="1492" y="36"/>
                  <a:pt x="1492" y="36"/>
                </a:cubicBezTo>
                <a:cubicBezTo>
                  <a:pt x="1465" y="36"/>
                  <a:pt x="1465" y="36"/>
                  <a:pt x="1465" y="36"/>
                </a:cubicBezTo>
                <a:lnTo>
                  <a:pt x="1465" y="48"/>
                </a:lnTo>
                <a:close/>
                <a:moveTo>
                  <a:pt x="1465" y="79"/>
                </a:moveTo>
                <a:cubicBezTo>
                  <a:pt x="1465" y="92"/>
                  <a:pt x="1455" y="102"/>
                  <a:pt x="1442" y="102"/>
                </a:cubicBezTo>
                <a:cubicBezTo>
                  <a:pt x="1429" y="102"/>
                  <a:pt x="1419" y="93"/>
                  <a:pt x="1419" y="79"/>
                </a:cubicBezTo>
                <a:cubicBezTo>
                  <a:pt x="1419" y="79"/>
                  <a:pt x="1419" y="79"/>
                  <a:pt x="1419" y="79"/>
                </a:cubicBezTo>
                <a:cubicBezTo>
                  <a:pt x="1419" y="66"/>
                  <a:pt x="1429" y="57"/>
                  <a:pt x="1442" y="57"/>
                </a:cubicBezTo>
                <a:cubicBezTo>
                  <a:pt x="1455" y="57"/>
                  <a:pt x="1465" y="66"/>
                  <a:pt x="1465" y="79"/>
                </a:cubicBezTo>
                <a:close/>
                <a:moveTo>
                  <a:pt x="1697" y="37"/>
                </a:moveTo>
                <a:cubicBezTo>
                  <a:pt x="1675" y="37"/>
                  <a:pt x="1675" y="37"/>
                  <a:pt x="1675" y="37"/>
                </a:cubicBezTo>
                <a:cubicBezTo>
                  <a:pt x="1675" y="33"/>
                  <a:pt x="1675" y="33"/>
                  <a:pt x="1675" y="33"/>
                </a:cubicBezTo>
                <a:cubicBezTo>
                  <a:pt x="1675" y="26"/>
                  <a:pt x="1678" y="23"/>
                  <a:pt x="1684" y="23"/>
                </a:cubicBezTo>
                <a:cubicBezTo>
                  <a:pt x="1689" y="23"/>
                  <a:pt x="1693" y="24"/>
                  <a:pt x="1697" y="25"/>
                </a:cubicBezTo>
                <a:cubicBezTo>
                  <a:pt x="1697" y="2"/>
                  <a:pt x="1697" y="2"/>
                  <a:pt x="1697" y="2"/>
                </a:cubicBezTo>
                <a:cubicBezTo>
                  <a:pt x="1692" y="1"/>
                  <a:pt x="1686" y="0"/>
                  <a:pt x="1677" y="0"/>
                </a:cubicBezTo>
                <a:cubicBezTo>
                  <a:pt x="1668" y="0"/>
                  <a:pt x="1660" y="2"/>
                  <a:pt x="1655" y="7"/>
                </a:cubicBezTo>
                <a:cubicBezTo>
                  <a:pt x="1650" y="12"/>
                  <a:pt x="1648" y="20"/>
                  <a:pt x="1648" y="31"/>
                </a:cubicBezTo>
                <a:cubicBezTo>
                  <a:pt x="1648" y="37"/>
                  <a:pt x="1648" y="37"/>
                  <a:pt x="1648" y="37"/>
                </a:cubicBezTo>
                <a:cubicBezTo>
                  <a:pt x="1636" y="37"/>
                  <a:pt x="1636" y="37"/>
                  <a:pt x="1636" y="37"/>
                </a:cubicBezTo>
                <a:cubicBezTo>
                  <a:pt x="1636" y="59"/>
                  <a:pt x="1636" y="59"/>
                  <a:pt x="1636" y="59"/>
                </a:cubicBezTo>
                <a:cubicBezTo>
                  <a:pt x="1648" y="59"/>
                  <a:pt x="1648" y="59"/>
                  <a:pt x="1648" y="59"/>
                </a:cubicBezTo>
                <a:cubicBezTo>
                  <a:pt x="1648" y="132"/>
                  <a:pt x="1648" y="132"/>
                  <a:pt x="1648" y="132"/>
                </a:cubicBezTo>
                <a:cubicBezTo>
                  <a:pt x="1675" y="132"/>
                  <a:pt x="1675" y="132"/>
                  <a:pt x="1675" y="132"/>
                </a:cubicBezTo>
                <a:cubicBezTo>
                  <a:pt x="1675" y="59"/>
                  <a:pt x="1675" y="59"/>
                  <a:pt x="1675" y="59"/>
                </a:cubicBezTo>
                <a:cubicBezTo>
                  <a:pt x="1697" y="59"/>
                  <a:pt x="1697" y="59"/>
                  <a:pt x="1697" y="59"/>
                </a:cubicBezTo>
                <a:lnTo>
                  <a:pt x="1697" y="37"/>
                </a:lnTo>
                <a:close/>
                <a:moveTo>
                  <a:pt x="1548" y="101"/>
                </a:moveTo>
                <a:cubicBezTo>
                  <a:pt x="1526" y="36"/>
                  <a:pt x="1526" y="36"/>
                  <a:pt x="1526" y="36"/>
                </a:cubicBezTo>
                <a:cubicBezTo>
                  <a:pt x="1497" y="36"/>
                  <a:pt x="1497" y="36"/>
                  <a:pt x="1497" y="36"/>
                </a:cubicBezTo>
                <a:cubicBezTo>
                  <a:pt x="1535" y="132"/>
                  <a:pt x="1535" y="132"/>
                  <a:pt x="1535" y="132"/>
                </a:cubicBezTo>
                <a:cubicBezTo>
                  <a:pt x="1532" y="137"/>
                  <a:pt x="1530" y="139"/>
                  <a:pt x="1525" y="139"/>
                </a:cubicBezTo>
                <a:cubicBezTo>
                  <a:pt x="1521" y="139"/>
                  <a:pt x="1517" y="137"/>
                  <a:pt x="1513" y="135"/>
                </a:cubicBezTo>
                <a:cubicBezTo>
                  <a:pt x="1504" y="155"/>
                  <a:pt x="1504" y="155"/>
                  <a:pt x="1504" y="155"/>
                </a:cubicBezTo>
                <a:cubicBezTo>
                  <a:pt x="1511" y="159"/>
                  <a:pt x="1519" y="161"/>
                  <a:pt x="1528" y="161"/>
                </a:cubicBezTo>
                <a:cubicBezTo>
                  <a:pt x="1545" y="161"/>
                  <a:pt x="1553" y="154"/>
                  <a:pt x="1560" y="134"/>
                </a:cubicBezTo>
                <a:cubicBezTo>
                  <a:pt x="1597" y="36"/>
                  <a:pt x="1597" y="36"/>
                  <a:pt x="1597" y="36"/>
                </a:cubicBezTo>
                <a:cubicBezTo>
                  <a:pt x="1569" y="36"/>
                  <a:pt x="1569" y="36"/>
                  <a:pt x="1569" y="36"/>
                </a:cubicBezTo>
                <a:lnTo>
                  <a:pt x="1548" y="101"/>
                </a:lnTo>
                <a:close/>
                <a:moveTo>
                  <a:pt x="1008" y="34"/>
                </a:moveTo>
                <a:cubicBezTo>
                  <a:pt x="994" y="34"/>
                  <a:pt x="986" y="41"/>
                  <a:pt x="980" y="49"/>
                </a:cubicBezTo>
                <a:cubicBezTo>
                  <a:pt x="980" y="1"/>
                  <a:pt x="980" y="1"/>
                  <a:pt x="980" y="1"/>
                </a:cubicBezTo>
                <a:cubicBezTo>
                  <a:pt x="952" y="1"/>
                  <a:pt x="952" y="1"/>
                  <a:pt x="952" y="1"/>
                </a:cubicBezTo>
                <a:cubicBezTo>
                  <a:pt x="952" y="132"/>
                  <a:pt x="952" y="132"/>
                  <a:pt x="952" y="132"/>
                </a:cubicBezTo>
                <a:cubicBezTo>
                  <a:pt x="980" y="132"/>
                  <a:pt x="980" y="132"/>
                  <a:pt x="980" y="132"/>
                </a:cubicBezTo>
                <a:cubicBezTo>
                  <a:pt x="980" y="78"/>
                  <a:pt x="980" y="78"/>
                  <a:pt x="980" y="78"/>
                </a:cubicBezTo>
                <a:cubicBezTo>
                  <a:pt x="980" y="65"/>
                  <a:pt x="986" y="59"/>
                  <a:pt x="997" y="59"/>
                </a:cubicBezTo>
                <a:cubicBezTo>
                  <a:pt x="1007" y="59"/>
                  <a:pt x="1013" y="65"/>
                  <a:pt x="1013" y="78"/>
                </a:cubicBezTo>
                <a:cubicBezTo>
                  <a:pt x="1013" y="132"/>
                  <a:pt x="1013" y="132"/>
                  <a:pt x="1013" y="132"/>
                </a:cubicBezTo>
                <a:cubicBezTo>
                  <a:pt x="1040" y="132"/>
                  <a:pt x="1040" y="132"/>
                  <a:pt x="1040" y="132"/>
                </a:cubicBezTo>
                <a:cubicBezTo>
                  <a:pt x="1040" y="70"/>
                  <a:pt x="1040" y="70"/>
                  <a:pt x="1040" y="70"/>
                </a:cubicBezTo>
                <a:cubicBezTo>
                  <a:pt x="1040" y="48"/>
                  <a:pt x="1028" y="34"/>
                  <a:pt x="1008" y="34"/>
                </a:cubicBezTo>
                <a:close/>
                <a:moveTo>
                  <a:pt x="1250" y="132"/>
                </a:moveTo>
                <a:cubicBezTo>
                  <a:pt x="1278" y="132"/>
                  <a:pt x="1278" y="132"/>
                  <a:pt x="1278" y="132"/>
                </a:cubicBezTo>
                <a:cubicBezTo>
                  <a:pt x="1278" y="1"/>
                  <a:pt x="1278" y="1"/>
                  <a:pt x="1278" y="1"/>
                </a:cubicBezTo>
                <a:cubicBezTo>
                  <a:pt x="1250" y="1"/>
                  <a:pt x="1250" y="1"/>
                  <a:pt x="1250" y="1"/>
                </a:cubicBezTo>
                <a:lnTo>
                  <a:pt x="1250" y="132"/>
                </a:lnTo>
                <a:close/>
                <a:moveTo>
                  <a:pt x="1103" y="34"/>
                </a:moveTo>
                <a:cubicBezTo>
                  <a:pt x="1089" y="34"/>
                  <a:pt x="1081" y="41"/>
                  <a:pt x="1075" y="49"/>
                </a:cubicBezTo>
                <a:cubicBezTo>
                  <a:pt x="1075" y="36"/>
                  <a:pt x="1075" y="36"/>
                  <a:pt x="1075" y="36"/>
                </a:cubicBezTo>
                <a:cubicBezTo>
                  <a:pt x="1047" y="36"/>
                  <a:pt x="1047" y="36"/>
                  <a:pt x="1047" y="36"/>
                </a:cubicBezTo>
                <a:cubicBezTo>
                  <a:pt x="1047" y="132"/>
                  <a:pt x="1047" y="132"/>
                  <a:pt x="1047" y="132"/>
                </a:cubicBezTo>
                <a:cubicBezTo>
                  <a:pt x="1075" y="132"/>
                  <a:pt x="1075" y="132"/>
                  <a:pt x="1075" y="132"/>
                </a:cubicBezTo>
                <a:cubicBezTo>
                  <a:pt x="1075" y="78"/>
                  <a:pt x="1075" y="78"/>
                  <a:pt x="1075" y="78"/>
                </a:cubicBezTo>
                <a:cubicBezTo>
                  <a:pt x="1075" y="65"/>
                  <a:pt x="1081" y="59"/>
                  <a:pt x="1092" y="59"/>
                </a:cubicBezTo>
                <a:cubicBezTo>
                  <a:pt x="1102" y="59"/>
                  <a:pt x="1108" y="65"/>
                  <a:pt x="1108" y="78"/>
                </a:cubicBezTo>
                <a:cubicBezTo>
                  <a:pt x="1108" y="132"/>
                  <a:pt x="1108" y="132"/>
                  <a:pt x="1108" y="132"/>
                </a:cubicBezTo>
                <a:cubicBezTo>
                  <a:pt x="1135" y="132"/>
                  <a:pt x="1135" y="132"/>
                  <a:pt x="1135" y="132"/>
                </a:cubicBezTo>
                <a:cubicBezTo>
                  <a:pt x="1135" y="70"/>
                  <a:pt x="1135" y="70"/>
                  <a:pt x="1135" y="70"/>
                </a:cubicBezTo>
                <a:cubicBezTo>
                  <a:pt x="1135" y="48"/>
                  <a:pt x="1123" y="34"/>
                  <a:pt x="1103" y="34"/>
                </a:cubicBezTo>
                <a:close/>
                <a:moveTo>
                  <a:pt x="910" y="111"/>
                </a:moveTo>
                <a:cubicBezTo>
                  <a:pt x="895" y="111"/>
                  <a:pt x="885" y="99"/>
                  <a:pt x="885" y="84"/>
                </a:cubicBezTo>
                <a:cubicBezTo>
                  <a:pt x="885" y="84"/>
                  <a:pt x="885" y="84"/>
                  <a:pt x="885" y="84"/>
                </a:cubicBezTo>
                <a:cubicBezTo>
                  <a:pt x="885" y="70"/>
                  <a:pt x="895" y="58"/>
                  <a:pt x="909" y="58"/>
                </a:cubicBezTo>
                <a:cubicBezTo>
                  <a:pt x="918" y="58"/>
                  <a:pt x="925" y="62"/>
                  <a:pt x="931" y="68"/>
                </a:cubicBezTo>
                <a:cubicBezTo>
                  <a:pt x="947" y="50"/>
                  <a:pt x="947" y="50"/>
                  <a:pt x="947" y="50"/>
                </a:cubicBezTo>
                <a:cubicBezTo>
                  <a:pt x="938" y="40"/>
                  <a:pt x="927" y="34"/>
                  <a:pt x="909" y="34"/>
                </a:cubicBezTo>
                <a:cubicBezTo>
                  <a:pt x="880" y="34"/>
                  <a:pt x="859" y="57"/>
                  <a:pt x="859" y="84"/>
                </a:cubicBezTo>
                <a:cubicBezTo>
                  <a:pt x="859" y="84"/>
                  <a:pt x="859" y="84"/>
                  <a:pt x="859" y="84"/>
                </a:cubicBezTo>
                <a:cubicBezTo>
                  <a:pt x="859" y="112"/>
                  <a:pt x="880" y="134"/>
                  <a:pt x="909" y="134"/>
                </a:cubicBezTo>
                <a:cubicBezTo>
                  <a:pt x="928" y="134"/>
                  <a:pt x="939" y="127"/>
                  <a:pt x="948" y="117"/>
                </a:cubicBezTo>
                <a:cubicBezTo>
                  <a:pt x="932" y="100"/>
                  <a:pt x="932" y="100"/>
                  <a:pt x="932" y="100"/>
                </a:cubicBezTo>
                <a:cubicBezTo>
                  <a:pt x="925" y="107"/>
                  <a:pt x="919" y="111"/>
                  <a:pt x="910" y="111"/>
                </a:cubicBezTo>
                <a:close/>
                <a:moveTo>
                  <a:pt x="1945" y="35"/>
                </a:moveTo>
                <a:cubicBezTo>
                  <a:pt x="1929" y="35"/>
                  <a:pt x="1918" y="38"/>
                  <a:pt x="1908" y="42"/>
                </a:cubicBezTo>
                <a:cubicBezTo>
                  <a:pt x="1915" y="63"/>
                  <a:pt x="1915" y="63"/>
                  <a:pt x="1915" y="63"/>
                </a:cubicBezTo>
                <a:cubicBezTo>
                  <a:pt x="1923" y="60"/>
                  <a:pt x="1931" y="58"/>
                  <a:pt x="1941" y="58"/>
                </a:cubicBezTo>
                <a:cubicBezTo>
                  <a:pt x="1955" y="58"/>
                  <a:pt x="1962" y="64"/>
                  <a:pt x="1962" y="76"/>
                </a:cubicBezTo>
                <a:cubicBezTo>
                  <a:pt x="1962" y="77"/>
                  <a:pt x="1962" y="77"/>
                  <a:pt x="1962" y="77"/>
                </a:cubicBezTo>
                <a:cubicBezTo>
                  <a:pt x="1955" y="75"/>
                  <a:pt x="1948" y="73"/>
                  <a:pt x="1938" y="73"/>
                </a:cubicBezTo>
                <a:cubicBezTo>
                  <a:pt x="1915" y="73"/>
                  <a:pt x="1899" y="83"/>
                  <a:pt x="1899" y="104"/>
                </a:cubicBezTo>
                <a:cubicBezTo>
                  <a:pt x="1899" y="104"/>
                  <a:pt x="1899" y="104"/>
                  <a:pt x="1899" y="104"/>
                </a:cubicBezTo>
                <a:cubicBezTo>
                  <a:pt x="1899" y="123"/>
                  <a:pt x="1914" y="134"/>
                  <a:pt x="1932" y="134"/>
                </a:cubicBezTo>
                <a:cubicBezTo>
                  <a:pt x="1946" y="134"/>
                  <a:pt x="1955" y="129"/>
                  <a:pt x="1962" y="122"/>
                </a:cubicBezTo>
                <a:cubicBezTo>
                  <a:pt x="1962" y="132"/>
                  <a:pt x="1962" y="132"/>
                  <a:pt x="1962" y="132"/>
                </a:cubicBezTo>
                <a:cubicBezTo>
                  <a:pt x="1988" y="132"/>
                  <a:pt x="1988" y="132"/>
                  <a:pt x="1988" y="132"/>
                </a:cubicBezTo>
                <a:cubicBezTo>
                  <a:pt x="1988" y="76"/>
                  <a:pt x="1988" y="76"/>
                  <a:pt x="1988" y="76"/>
                </a:cubicBezTo>
                <a:cubicBezTo>
                  <a:pt x="1988" y="63"/>
                  <a:pt x="1985" y="53"/>
                  <a:pt x="1978" y="46"/>
                </a:cubicBezTo>
                <a:cubicBezTo>
                  <a:pt x="1971" y="39"/>
                  <a:pt x="1960" y="35"/>
                  <a:pt x="1945" y="35"/>
                </a:cubicBezTo>
                <a:close/>
                <a:moveTo>
                  <a:pt x="1962" y="98"/>
                </a:moveTo>
                <a:cubicBezTo>
                  <a:pt x="1962" y="108"/>
                  <a:pt x="1953" y="115"/>
                  <a:pt x="1941" y="115"/>
                </a:cubicBezTo>
                <a:cubicBezTo>
                  <a:pt x="1932" y="115"/>
                  <a:pt x="1926" y="111"/>
                  <a:pt x="1926" y="103"/>
                </a:cubicBezTo>
                <a:cubicBezTo>
                  <a:pt x="1926" y="103"/>
                  <a:pt x="1926" y="103"/>
                  <a:pt x="1926" y="103"/>
                </a:cubicBezTo>
                <a:cubicBezTo>
                  <a:pt x="1926" y="94"/>
                  <a:pt x="1933" y="90"/>
                  <a:pt x="1945" y="90"/>
                </a:cubicBezTo>
                <a:cubicBezTo>
                  <a:pt x="1951" y="90"/>
                  <a:pt x="1957" y="91"/>
                  <a:pt x="1962" y="93"/>
                </a:cubicBezTo>
                <a:lnTo>
                  <a:pt x="1962" y="98"/>
                </a:lnTo>
                <a:close/>
                <a:moveTo>
                  <a:pt x="1193" y="34"/>
                </a:moveTo>
                <a:cubicBezTo>
                  <a:pt x="1163" y="34"/>
                  <a:pt x="1141" y="56"/>
                  <a:pt x="1141" y="84"/>
                </a:cubicBezTo>
                <a:cubicBezTo>
                  <a:pt x="1141" y="84"/>
                  <a:pt x="1141" y="84"/>
                  <a:pt x="1141" y="84"/>
                </a:cubicBezTo>
                <a:cubicBezTo>
                  <a:pt x="1141" y="112"/>
                  <a:pt x="1163" y="134"/>
                  <a:pt x="1193" y="134"/>
                </a:cubicBezTo>
                <a:cubicBezTo>
                  <a:pt x="1223" y="134"/>
                  <a:pt x="1245" y="112"/>
                  <a:pt x="1245" y="84"/>
                </a:cubicBezTo>
                <a:cubicBezTo>
                  <a:pt x="1245" y="84"/>
                  <a:pt x="1245" y="84"/>
                  <a:pt x="1245" y="84"/>
                </a:cubicBezTo>
                <a:cubicBezTo>
                  <a:pt x="1245" y="56"/>
                  <a:pt x="1223" y="34"/>
                  <a:pt x="1193" y="34"/>
                </a:cubicBezTo>
                <a:close/>
                <a:moveTo>
                  <a:pt x="1218" y="84"/>
                </a:moveTo>
                <a:cubicBezTo>
                  <a:pt x="1218" y="99"/>
                  <a:pt x="1209" y="111"/>
                  <a:pt x="1193" y="111"/>
                </a:cubicBezTo>
                <a:cubicBezTo>
                  <a:pt x="1178" y="111"/>
                  <a:pt x="1168" y="98"/>
                  <a:pt x="1168" y="84"/>
                </a:cubicBezTo>
                <a:cubicBezTo>
                  <a:pt x="1168" y="84"/>
                  <a:pt x="1168" y="84"/>
                  <a:pt x="1168" y="84"/>
                </a:cubicBezTo>
                <a:cubicBezTo>
                  <a:pt x="1168" y="70"/>
                  <a:pt x="1177" y="58"/>
                  <a:pt x="1193" y="58"/>
                </a:cubicBezTo>
                <a:cubicBezTo>
                  <a:pt x="1208" y="58"/>
                  <a:pt x="1218" y="70"/>
                  <a:pt x="1218" y="84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3798055271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Whit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ackground pattern&#10;&#10;Description automatically generated">
            <a:extLst>
              <a:ext uri="{FF2B5EF4-FFF2-40B4-BE49-F238E27FC236}">
                <a16:creationId xmlns:a16="http://schemas.microsoft.com/office/drawing/2014/main" id="{0490B93F-C25A-476B-A1B0-5F566C0157D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36"/>
            <a:ext cx="12192000" cy="6857929"/>
          </a:xfrm>
          <a:prstGeom prst="rect">
            <a:avLst/>
          </a:prstGeom>
        </p:spPr>
      </p:pic>
      <p:sp>
        <p:nvSpPr>
          <p:cNvPr id="56" name="Title 16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750529" y="1527660"/>
            <a:ext cx="9914678" cy="3269709"/>
          </a:xfrm>
          <a:prstGeom prst="rect">
            <a:avLst/>
          </a:prstGeom>
        </p:spPr>
        <p:txBody>
          <a:bodyPr wrap="square" lIns="0" tIns="0" rIns="121899" bIns="0" anchor="b" anchorCtr="0"/>
          <a:lstStyle>
            <a:lvl1pPr marL="0" algn="l" defTabSz="1218987" rtl="0" eaLnBrk="1" latinLnBrk="0" hangingPunct="1">
              <a:lnSpc>
                <a:spcPct val="75000"/>
              </a:lnSpc>
              <a:spcBef>
                <a:spcPct val="0"/>
              </a:spcBef>
              <a:buNone/>
              <a:defRPr lang="en-US" sz="8000" b="1" kern="1200" cap="none" spc="-150" baseline="0" dirty="0">
                <a:solidFill>
                  <a:schemeClr val="accent4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Presentation</a:t>
            </a:r>
            <a:br>
              <a:rPr lang="en-US" dirty="0"/>
            </a:br>
            <a:r>
              <a:rPr lang="en-US" dirty="0"/>
              <a:t>title here</a:t>
            </a:r>
          </a:p>
        </p:txBody>
      </p:sp>
      <p:sp>
        <p:nvSpPr>
          <p:cNvPr id="55" name="Subtitle 2"/>
          <p:cNvSpPr>
            <a:spLocks noGrp="1"/>
          </p:cNvSpPr>
          <p:nvPr userDrawn="1">
            <p:ph type="subTitle" idx="1" hasCustomPrompt="1"/>
          </p:nvPr>
        </p:nvSpPr>
        <p:spPr bwMode="gray">
          <a:xfrm>
            <a:off x="760612" y="5046115"/>
            <a:ext cx="9914678" cy="356616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marL="0" indent="0"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600" b="0" kern="1200" cap="none" spc="0" baseline="0" dirty="0">
                <a:solidFill>
                  <a:schemeClr val="accent4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6094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 Name | Date</a:t>
            </a:r>
          </a:p>
        </p:txBody>
      </p:sp>
      <p:sp>
        <p:nvSpPr>
          <p:cNvPr id="49" name="TextBox 48"/>
          <p:cNvSpPr txBox="1"/>
          <p:nvPr userDrawn="1"/>
        </p:nvSpPr>
        <p:spPr>
          <a:xfrm>
            <a:off x="750529" y="6401580"/>
            <a:ext cx="411587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2026 Lenovo Internal. All rights reserved.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B6BD304-FAC7-4023-9B54-8984F7387559}"/>
              </a:ext>
            </a:extLst>
          </p:cNvPr>
          <p:cNvGrpSpPr>
            <a:grpSpLocks noChangeAspect="1"/>
          </p:cNvGrpSpPr>
          <p:nvPr userDrawn="1"/>
        </p:nvGrpSpPr>
        <p:grpSpPr>
          <a:xfrm rot="16200000">
            <a:off x="10152631" y="2542790"/>
            <a:ext cx="3058160" cy="1020580"/>
            <a:chOff x="547688" y="952500"/>
            <a:chExt cx="12190413" cy="4067175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1FBBDE3D-E4E2-42E5-9F26-00C1500EFD63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47688" y="952500"/>
              <a:ext cx="12190413" cy="40671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16" name="Freeform 7">
              <a:extLst>
                <a:ext uri="{FF2B5EF4-FFF2-40B4-BE49-F238E27FC236}">
                  <a16:creationId xmlns:a16="http://schemas.microsoft.com/office/drawing/2014/main" id="{27C222CE-31C9-4AE2-A9DE-A34ECC37F01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922838" y="2319338"/>
              <a:ext cx="1571625" cy="1590675"/>
            </a:xfrm>
            <a:custGeom>
              <a:avLst/>
              <a:gdLst>
                <a:gd name="T0" fmla="*/ 492 w 825"/>
                <a:gd name="T1" fmla="*/ 0 h 834"/>
                <a:gd name="T2" fmla="*/ 225 w 825"/>
                <a:gd name="T3" fmla="*/ 132 h 834"/>
                <a:gd name="T4" fmla="*/ 225 w 825"/>
                <a:gd name="T5" fmla="*/ 132 h 834"/>
                <a:gd name="T6" fmla="*/ 225 w 825"/>
                <a:gd name="T7" fmla="*/ 132 h 834"/>
                <a:gd name="T8" fmla="*/ 225 w 825"/>
                <a:gd name="T9" fmla="*/ 14 h 834"/>
                <a:gd name="T10" fmla="*/ 0 w 825"/>
                <a:gd name="T11" fmla="*/ 14 h 834"/>
                <a:gd name="T12" fmla="*/ 0 w 825"/>
                <a:gd name="T13" fmla="*/ 834 h 834"/>
                <a:gd name="T14" fmla="*/ 225 w 825"/>
                <a:gd name="T15" fmla="*/ 834 h 834"/>
                <a:gd name="T16" fmla="*/ 225 w 825"/>
                <a:gd name="T17" fmla="*/ 367 h 834"/>
                <a:gd name="T18" fmla="*/ 411 w 825"/>
                <a:gd name="T19" fmla="*/ 194 h 834"/>
                <a:gd name="T20" fmla="*/ 600 w 825"/>
                <a:gd name="T21" fmla="*/ 367 h 834"/>
                <a:gd name="T22" fmla="*/ 600 w 825"/>
                <a:gd name="T23" fmla="*/ 834 h 834"/>
                <a:gd name="T24" fmla="*/ 825 w 825"/>
                <a:gd name="T25" fmla="*/ 834 h 834"/>
                <a:gd name="T26" fmla="*/ 825 w 825"/>
                <a:gd name="T27" fmla="*/ 326 h 834"/>
                <a:gd name="T28" fmla="*/ 492 w 825"/>
                <a:gd name="T29" fmla="*/ 0 h 8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25" h="834">
                  <a:moveTo>
                    <a:pt x="492" y="0"/>
                  </a:moveTo>
                  <a:cubicBezTo>
                    <a:pt x="398" y="0"/>
                    <a:pt x="291" y="44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4"/>
                    <a:pt x="225" y="14"/>
                    <a:pt x="225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834"/>
                    <a:pt x="0" y="834"/>
                    <a:pt x="0" y="834"/>
                  </a:cubicBezTo>
                  <a:cubicBezTo>
                    <a:pt x="225" y="834"/>
                    <a:pt x="225" y="834"/>
                    <a:pt x="225" y="834"/>
                  </a:cubicBezTo>
                  <a:cubicBezTo>
                    <a:pt x="225" y="367"/>
                    <a:pt x="225" y="367"/>
                    <a:pt x="225" y="367"/>
                  </a:cubicBezTo>
                  <a:cubicBezTo>
                    <a:pt x="225" y="283"/>
                    <a:pt x="290" y="194"/>
                    <a:pt x="411" y="194"/>
                  </a:cubicBezTo>
                  <a:cubicBezTo>
                    <a:pt x="504" y="194"/>
                    <a:pt x="600" y="259"/>
                    <a:pt x="600" y="367"/>
                  </a:cubicBezTo>
                  <a:cubicBezTo>
                    <a:pt x="600" y="834"/>
                    <a:pt x="600" y="834"/>
                    <a:pt x="600" y="834"/>
                  </a:cubicBezTo>
                  <a:cubicBezTo>
                    <a:pt x="825" y="834"/>
                    <a:pt x="825" y="834"/>
                    <a:pt x="825" y="834"/>
                  </a:cubicBezTo>
                  <a:cubicBezTo>
                    <a:pt x="825" y="326"/>
                    <a:pt x="825" y="326"/>
                    <a:pt x="825" y="326"/>
                  </a:cubicBezTo>
                  <a:cubicBezTo>
                    <a:pt x="825" y="137"/>
                    <a:pt x="690" y="0"/>
                    <a:pt x="492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17" name="Freeform 8">
              <a:extLst>
                <a:ext uri="{FF2B5EF4-FFF2-40B4-BE49-F238E27FC236}">
                  <a16:creationId xmlns:a16="http://schemas.microsoft.com/office/drawing/2014/main" id="{710DBB3B-7FB8-4ACB-8FA4-3F2A105B9B99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77225" y="2346325"/>
              <a:ext cx="1755775" cy="1563688"/>
            </a:xfrm>
            <a:custGeom>
              <a:avLst/>
              <a:gdLst>
                <a:gd name="T0" fmla="*/ 797 w 1106"/>
                <a:gd name="T1" fmla="*/ 0 h 985"/>
                <a:gd name="T2" fmla="*/ 553 w 1106"/>
                <a:gd name="T3" fmla="*/ 671 h 985"/>
                <a:gd name="T4" fmla="*/ 308 w 1106"/>
                <a:gd name="T5" fmla="*/ 0 h 985"/>
                <a:gd name="T6" fmla="*/ 0 w 1106"/>
                <a:gd name="T7" fmla="*/ 0 h 985"/>
                <a:gd name="T8" fmla="*/ 405 w 1106"/>
                <a:gd name="T9" fmla="*/ 985 h 985"/>
                <a:gd name="T10" fmla="*/ 701 w 1106"/>
                <a:gd name="T11" fmla="*/ 985 h 985"/>
                <a:gd name="T12" fmla="*/ 1106 w 1106"/>
                <a:gd name="T13" fmla="*/ 0 h 985"/>
                <a:gd name="T14" fmla="*/ 797 w 1106"/>
                <a:gd name="T15" fmla="*/ 0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06" h="985">
                  <a:moveTo>
                    <a:pt x="797" y="0"/>
                  </a:moveTo>
                  <a:lnTo>
                    <a:pt x="553" y="671"/>
                  </a:lnTo>
                  <a:lnTo>
                    <a:pt x="308" y="0"/>
                  </a:lnTo>
                  <a:lnTo>
                    <a:pt x="0" y="0"/>
                  </a:lnTo>
                  <a:lnTo>
                    <a:pt x="405" y="985"/>
                  </a:lnTo>
                  <a:lnTo>
                    <a:pt x="701" y="985"/>
                  </a:lnTo>
                  <a:lnTo>
                    <a:pt x="1106" y="0"/>
                  </a:lnTo>
                  <a:lnTo>
                    <a:pt x="79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18" name="Freeform 9">
              <a:extLst>
                <a:ext uri="{FF2B5EF4-FFF2-40B4-BE49-F238E27FC236}">
                  <a16:creationId xmlns:a16="http://schemas.microsoft.com/office/drawing/2014/main" id="{3E443DA7-CC51-4460-98C4-193A7375074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138488" y="2319338"/>
              <a:ext cx="1630363" cy="1617663"/>
            </a:xfrm>
            <a:custGeom>
              <a:avLst/>
              <a:gdLst>
                <a:gd name="T0" fmla="*/ 697 w 856"/>
                <a:gd name="T1" fmla="*/ 582 h 848"/>
                <a:gd name="T2" fmla="*/ 462 w 856"/>
                <a:gd name="T3" fmla="*/ 669 h 848"/>
                <a:gd name="T4" fmla="*/ 280 w 856"/>
                <a:gd name="T5" fmla="*/ 602 h 848"/>
                <a:gd name="T6" fmla="*/ 856 w 856"/>
                <a:gd name="T7" fmla="*/ 363 h 848"/>
                <a:gd name="T8" fmla="*/ 758 w 856"/>
                <a:gd name="T9" fmla="*/ 135 h 848"/>
                <a:gd name="T10" fmla="*/ 434 w 856"/>
                <a:gd name="T11" fmla="*/ 0 h 848"/>
                <a:gd name="T12" fmla="*/ 0 w 856"/>
                <a:gd name="T13" fmla="*/ 424 h 848"/>
                <a:gd name="T14" fmla="*/ 459 w 856"/>
                <a:gd name="T15" fmla="*/ 848 h 848"/>
                <a:gd name="T16" fmla="*/ 840 w 856"/>
                <a:gd name="T17" fmla="*/ 691 h 848"/>
                <a:gd name="T18" fmla="*/ 697 w 856"/>
                <a:gd name="T19" fmla="*/ 582 h 848"/>
                <a:gd name="T20" fmla="*/ 265 w 856"/>
                <a:gd name="T21" fmla="*/ 261 h 848"/>
                <a:gd name="T22" fmla="*/ 438 w 856"/>
                <a:gd name="T23" fmla="*/ 179 h 848"/>
                <a:gd name="T24" fmla="*/ 612 w 856"/>
                <a:gd name="T25" fmla="*/ 294 h 848"/>
                <a:gd name="T26" fmla="*/ 219 w 856"/>
                <a:gd name="T27" fmla="*/ 457 h 848"/>
                <a:gd name="T28" fmla="*/ 265 w 856"/>
                <a:gd name="T29" fmla="*/ 261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56" h="848">
                  <a:moveTo>
                    <a:pt x="697" y="582"/>
                  </a:moveTo>
                  <a:cubicBezTo>
                    <a:pt x="602" y="652"/>
                    <a:pt x="548" y="669"/>
                    <a:pt x="462" y="669"/>
                  </a:cubicBezTo>
                  <a:cubicBezTo>
                    <a:pt x="384" y="669"/>
                    <a:pt x="323" y="645"/>
                    <a:pt x="280" y="602"/>
                  </a:cubicBezTo>
                  <a:cubicBezTo>
                    <a:pt x="856" y="363"/>
                    <a:pt x="856" y="363"/>
                    <a:pt x="856" y="363"/>
                  </a:cubicBezTo>
                  <a:cubicBezTo>
                    <a:pt x="843" y="275"/>
                    <a:pt x="810" y="195"/>
                    <a:pt x="758" y="135"/>
                  </a:cubicBezTo>
                  <a:cubicBezTo>
                    <a:pt x="682" y="47"/>
                    <a:pt x="570" y="0"/>
                    <a:pt x="434" y="0"/>
                  </a:cubicBezTo>
                  <a:cubicBezTo>
                    <a:pt x="186" y="0"/>
                    <a:pt x="0" y="183"/>
                    <a:pt x="0" y="424"/>
                  </a:cubicBezTo>
                  <a:cubicBezTo>
                    <a:pt x="0" y="672"/>
                    <a:pt x="187" y="848"/>
                    <a:pt x="459" y="848"/>
                  </a:cubicBezTo>
                  <a:cubicBezTo>
                    <a:pt x="611" y="848"/>
                    <a:pt x="767" y="776"/>
                    <a:pt x="840" y="691"/>
                  </a:cubicBezTo>
                  <a:lnTo>
                    <a:pt x="697" y="582"/>
                  </a:lnTo>
                  <a:close/>
                  <a:moveTo>
                    <a:pt x="265" y="261"/>
                  </a:moveTo>
                  <a:cubicBezTo>
                    <a:pt x="303" y="210"/>
                    <a:pt x="364" y="179"/>
                    <a:pt x="438" y="179"/>
                  </a:cubicBezTo>
                  <a:cubicBezTo>
                    <a:pt x="519" y="179"/>
                    <a:pt x="581" y="226"/>
                    <a:pt x="612" y="294"/>
                  </a:cubicBezTo>
                  <a:cubicBezTo>
                    <a:pt x="219" y="457"/>
                    <a:pt x="219" y="457"/>
                    <a:pt x="219" y="457"/>
                  </a:cubicBezTo>
                  <a:cubicBezTo>
                    <a:pt x="208" y="374"/>
                    <a:pt x="230" y="308"/>
                    <a:pt x="265" y="26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E1BCDB13-2B5A-46EC-B1D6-C526DEAA84B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5925" y="1879600"/>
              <a:ext cx="1409700" cy="2030413"/>
            </a:xfrm>
            <a:custGeom>
              <a:avLst/>
              <a:gdLst>
                <a:gd name="T0" fmla="*/ 888 w 888"/>
                <a:gd name="T1" fmla="*/ 1030 h 1279"/>
                <a:gd name="T2" fmla="*/ 274 w 888"/>
                <a:gd name="T3" fmla="*/ 1030 h 1279"/>
                <a:gd name="T4" fmla="*/ 274 w 888"/>
                <a:gd name="T5" fmla="*/ 0 h 1279"/>
                <a:gd name="T6" fmla="*/ 0 w 888"/>
                <a:gd name="T7" fmla="*/ 0 h 1279"/>
                <a:gd name="T8" fmla="*/ 0 w 888"/>
                <a:gd name="T9" fmla="*/ 1279 h 1279"/>
                <a:gd name="T10" fmla="*/ 888 w 888"/>
                <a:gd name="T11" fmla="*/ 1279 h 1279"/>
                <a:gd name="T12" fmla="*/ 888 w 888"/>
                <a:gd name="T13" fmla="*/ 1030 h 1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88" h="1279">
                  <a:moveTo>
                    <a:pt x="888" y="1030"/>
                  </a:moveTo>
                  <a:lnTo>
                    <a:pt x="274" y="1030"/>
                  </a:lnTo>
                  <a:lnTo>
                    <a:pt x="274" y="0"/>
                  </a:lnTo>
                  <a:lnTo>
                    <a:pt x="0" y="0"/>
                  </a:lnTo>
                  <a:lnTo>
                    <a:pt x="0" y="1279"/>
                  </a:lnTo>
                  <a:lnTo>
                    <a:pt x="888" y="1279"/>
                  </a:lnTo>
                  <a:lnTo>
                    <a:pt x="888" y="10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0" name="Freeform 10">
              <a:extLst>
                <a:ext uri="{FF2B5EF4-FFF2-40B4-BE49-F238E27FC236}">
                  <a16:creationId xmlns:a16="http://schemas.microsoft.com/office/drawing/2014/main" id="{8EDDE8EA-BE8E-4066-AB4A-21CD2743549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966325" y="2319338"/>
              <a:ext cx="1677988" cy="1617663"/>
            </a:xfrm>
            <a:custGeom>
              <a:avLst/>
              <a:gdLst>
                <a:gd name="T0" fmla="*/ 439 w 881"/>
                <a:gd name="T1" fmla="*/ 848 h 848"/>
                <a:gd name="T2" fmla="*/ 0 w 881"/>
                <a:gd name="T3" fmla="*/ 424 h 848"/>
                <a:gd name="T4" fmla="*/ 442 w 881"/>
                <a:gd name="T5" fmla="*/ 0 h 848"/>
                <a:gd name="T6" fmla="*/ 881 w 881"/>
                <a:gd name="T7" fmla="*/ 424 h 848"/>
                <a:gd name="T8" fmla="*/ 439 w 881"/>
                <a:gd name="T9" fmla="*/ 848 h 848"/>
                <a:gd name="T10" fmla="*/ 439 w 881"/>
                <a:gd name="T11" fmla="*/ 193 h 848"/>
                <a:gd name="T12" fmla="*/ 222 w 881"/>
                <a:gd name="T13" fmla="*/ 424 h 848"/>
                <a:gd name="T14" fmla="*/ 442 w 881"/>
                <a:gd name="T15" fmla="*/ 655 h 848"/>
                <a:gd name="T16" fmla="*/ 659 w 881"/>
                <a:gd name="T17" fmla="*/ 424 h 848"/>
                <a:gd name="T18" fmla="*/ 439 w 881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1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4" y="0"/>
                    <a:pt x="442" y="0"/>
                  </a:cubicBezTo>
                  <a:cubicBezTo>
                    <a:pt x="688" y="0"/>
                    <a:pt x="881" y="184"/>
                    <a:pt x="881" y="424"/>
                  </a:cubicBezTo>
                  <a:cubicBezTo>
                    <a:pt x="881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3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59" y="557"/>
                    <a:pt x="659" y="424"/>
                  </a:cubicBezTo>
                  <a:cubicBezTo>
                    <a:pt x="659" y="295"/>
                    <a:pt x="562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1" name="Freeform 11">
              <a:extLst>
                <a:ext uri="{FF2B5EF4-FFF2-40B4-BE49-F238E27FC236}">
                  <a16:creationId xmlns:a16="http://schemas.microsoft.com/office/drawing/2014/main" id="{EF442D16-F34F-4D4E-A65A-8C3BC17F2FC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64325" y="2319338"/>
              <a:ext cx="1679575" cy="1617663"/>
            </a:xfrm>
            <a:custGeom>
              <a:avLst/>
              <a:gdLst>
                <a:gd name="T0" fmla="*/ 439 w 882"/>
                <a:gd name="T1" fmla="*/ 848 h 848"/>
                <a:gd name="T2" fmla="*/ 0 w 882"/>
                <a:gd name="T3" fmla="*/ 424 h 848"/>
                <a:gd name="T4" fmla="*/ 442 w 882"/>
                <a:gd name="T5" fmla="*/ 0 h 848"/>
                <a:gd name="T6" fmla="*/ 882 w 882"/>
                <a:gd name="T7" fmla="*/ 424 h 848"/>
                <a:gd name="T8" fmla="*/ 439 w 882"/>
                <a:gd name="T9" fmla="*/ 848 h 848"/>
                <a:gd name="T10" fmla="*/ 439 w 882"/>
                <a:gd name="T11" fmla="*/ 193 h 848"/>
                <a:gd name="T12" fmla="*/ 222 w 882"/>
                <a:gd name="T13" fmla="*/ 424 h 848"/>
                <a:gd name="T14" fmla="*/ 442 w 882"/>
                <a:gd name="T15" fmla="*/ 655 h 848"/>
                <a:gd name="T16" fmla="*/ 660 w 882"/>
                <a:gd name="T17" fmla="*/ 424 h 848"/>
                <a:gd name="T18" fmla="*/ 439 w 882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2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5" y="0"/>
                    <a:pt x="442" y="0"/>
                  </a:cubicBezTo>
                  <a:cubicBezTo>
                    <a:pt x="689" y="0"/>
                    <a:pt x="882" y="184"/>
                    <a:pt x="882" y="424"/>
                  </a:cubicBezTo>
                  <a:cubicBezTo>
                    <a:pt x="882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4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60" y="557"/>
                    <a:pt x="660" y="424"/>
                  </a:cubicBezTo>
                  <a:cubicBezTo>
                    <a:pt x="660" y="295"/>
                    <a:pt x="563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</p:grpSp>
      <p:sp>
        <p:nvSpPr>
          <p:cNvPr id="22" name="Freeform 5">
            <a:extLst>
              <a:ext uri="{FF2B5EF4-FFF2-40B4-BE49-F238E27FC236}">
                <a16:creationId xmlns:a16="http://schemas.microsoft.com/office/drawing/2014/main" id="{B3FDD5DD-E6F7-480C-BC0C-F6AC555BF174}"/>
              </a:ext>
            </a:extLst>
          </p:cNvPr>
          <p:cNvSpPr>
            <a:spLocks noChangeAspect="1" noEditPoints="1"/>
          </p:cNvSpPr>
          <p:nvPr userDrawn="1"/>
        </p:nvSpPr>
        <p:spPr bwMode="auto">
          <a:xfrm>
            <a:off x="750529" y="762000"/>
            <a:ext cx="3942091" cy="312470"/>
          </a:xfrm>
          <a:custGeom>
            <a:avLst/>
            <a:gdLst>
              <a:gd name="T0" fmla="*/ 557 w 2065"/>
              <a:gd name="T1" fmla="*/ 102 h 161"/>
              <a:gd name="T2" fmla="*/ 510 w 2065"/>
              <a:gd name="T3" fmla="*/ 76 h 161"/>
              <a:gd name="T4" fmla="*/ 583 w 2065"/>
              <a:gd name="T5" fmla="*/ 36 h 161"/>
              <a:gd name="T6" fmla="*/ 641 w 2065"/>
              <a:gd name="T7" fmla="*/ 34 h 161"/>
              <a:gd name="T8" fmla="*/ 2038 w 2065"/>
              <a:gd name="T9" fmla="*/ 1 h 161"/>
              <a:gd name="T10" fmla="*/ 706 w 2065"/>
              <a:gd name="T11" fmla="*/ 59 h 161"/>
              <a:gd name="T12" fmla="*/ 733 w 2065"/>
              <a:gd name="T13" fmla="*/ 100 h 161"/>
              <a:gd name="T14" fmla="*/ 1999 w 2065"/>
              <a:gd name="T15" fmla="*/ 132 h 161"/>
              <a:gd name="T16" fmla="*/ 760 w 2065"/>
              <a:gd name="T17" fmla="*/ 84 h 161"/>
              <a:gd name="T18" fmla="*/ 787 w 2065"/>
              <a:gd name="T19" fmla="*/ 93 h 161"/>
              <a:gd name="T20" fmla="*/ 828 w 2065"/>
              <a:gd name="T21" fmla="*/ 76 h 161"/>
              <a:gd name="T22" fmla="*/ 133 w 2065"/>
              <a:gd name="T23" fmla="*/ 36 h 161"/>
              <a:gd name="T24" fmla="*/ 166 w 2065"/>
              <a:gd name="T25" fmla="*/ 78 h 161"/>
              <a:gd name="T26" fmla="*/ 225 w 2065"/>
              <a:gd name="T27" fmla="*/ 132 h 161"/>
              <a:gd name="T28" fmla="*/ 32 w 2065"/>
              <a:gd name="T29" fmla="*/ 40 h 161"/>
              <a:gd name="T30" fmla="*/ 5 w 2065"/>
              <a:gd name="T31" fmla="*/ 43 h 161"/>
              <a:gd name="T32" fmla="*/ 0 w 2065"/>
              <a:gd name="T33" fmla="*/ 114 h 161"/>
              <a:gd name="T34" fmla="*/ 266 w 2065"/>
              <a:gd name="T35" fmla="*/ 43 h 161"/>
              <a:gd name="T36" fmla="*/ 258 w 2065"/>
              <a:gd name="T37" fmla="*/ 104 h 161"/>
              <a:gd name="T38" fmla="*/ 347 w 2065"/>
              <a:gd name="T39" fmla="*/ 76 h 161"/>
              <a:gd name="T40" fmla="*/ 285 w 2065"/>
              <a:gd name="T41" fmla="*/ 103 h 161"/>
              <a:gd name="T42" fmla="*/ 429 w 2065"/>
              <a:gd name="T43" fmla="*/ 36 h 161"/>
              <a:gd name="T44" fmla="*/ 479 w 2065"/>
              <a:gd name="T45" fmla="*/ 128 h 161"/>
              <a:gd name="T46" fmla="*/ 479 w 2065"/>
              <a:gd name="T47" fmla="*/ 36 h 161"/>
              <a:gd name="T48" fmla="*/ 354 w 2065"/>
              <a:gd name="T49" fmla="*/ 132 h 161"/>
              <a:gd name="T50" fmla="*/ 382 w 2065"/>
              <a:gd name="T51" fmla="*/ 55 h 161"/>
              <a:gd name="T52" fmla="*/ 1387 w 2065"/>
              <a:gd name="T53" fmla="*/ 84 h 161"/>
              <a:gd name="T54" fmla="*/ 1335 w 2065"/>
              <a:gd name="T55" fmla="*/ 58 h 161"/>
              <a:gd name="T56" fmla="*/ 1834 w 2065"/>
              <a:gd name="T57" fmla="*/ 132 h 161"/>
              <a:gd name="T58" fmla="*/ 1748 w 2065"/>
              <a:gd name="T59" fmla="*/ 34 h 161"/>
              <a:gd name="T60" fmla="*/ 1748 w 2065"/>
              <a:gd name="T61" fmla="*/ 34 h 161"/>
              <a:gd name="T62" fmla="*/ 1773 w 2065"/>
              <a:gd name="T63" fmla="*/ 84 h 161"/>
              <a:gd name="T64" fmla="*/ 1465 w 2065"/>
              <a:gd name="T65" fmla="*/ 109 h 161"/>
              <a:gd name="T66" fmla="*/ 1480 w 2065"/>
              <a:gd name="T67" fmla="*/ 148 h 161"/>
              <a:gd name="T68" fmla="*/ 1442 w 2065"/>
              <a:gd name="T69" fmla="*/ 102 h 161"/>
              <a:gd name="T70" fmla="*/ 1675 w 2065"/>
              <a:gd name="T71" fmla="*/ 37 h 161"/>
              <a:gd name="T72" fmla="*/ 1655 w 2065"/>
              <a:gd name="T73" fmla="*/ 7 h 161"/>
              <a:gd name="T74" fmla="*/ 1648 w 2065"/>
              <a:gd name="T75" fmla="*/ 132 h 161"/>
              <a:gd name="T76" fmla="*/ 1526 w 2065"/>
              <a:gd name="T77" fmla="*/ 36 h 161"/>
              <a:gd name="T78" fmla="*/ 1528 w 2065"/>
              <a:gd name="T79" fmla="*/ 161 h 161"/>
              <a:gd name="T80" fmla="*/ 980 w 2065"/>
              <a:gd name="T81" fmla="*/ 49 h 161"/>
              <a:gd name="T82" fmla="*/ 997 w 2065"/>
              <a:gd name="T83" fmla="*/ 59 h 161"/>
              <a:gd name="T84" fmla="*/ 1250 w 2065"/>
              <a:gd name="T85" fmla="*/ 132 h 161"/>
              <a:gd name="T86" fmla="*/ 1075 w 2065"/>
              <a:gd name="T87" fmla="*/ 49 h 161"/>
              <a:gd name="T88" fmla="*/ 1092 w 2065"/>
              <a:gd name="T89" fmla="*/ 59 h 161"/>
              <a:gd name="T90" fmla="*/ 910 w 2065"/>
              <a:gd name="T91" fmla="*/ 111 h 161"/>
              <a:gd name="T92" fmla="*/ 909 w 2065"/>
              <a:gd name="T93" fmla="*/ 34 h 161"/>
              <a:gd name="T94" fmla="*/ 910 w 2065"/>
              <a:gd name="T95" fmla="*/ 111 h 161"/>
              <a:gd name="T96" fmla="*/ 1962 w 2065"/>
              <a:gd name="T97" fmla="*/ 77 h 161"/>
              <a:gd name="T98" fmla="*/ 1962 w 2065"/>
              <a:gd name="T99" fmla="*/ 132 h 161"/>
              <a:gd name="T100" fmla="*/ 1941 w 2065"/>
              <a:gd name="T101" fmla="*/ 115 h 161"/>
              <a:gd name="T102" fmla="*/ 1193 w 2065"/>
              <a:gd name="T103" fmla="*/ 34 h 161"/>
              <a:gd name="T104" fmla="*/ 1193 w 2065"/>
              <a:gd name="T105" fmla="*/ 34 h 161"/>
              <a:gd name="T106" fmla="*/ 1218 w 2065"/>
              <a:gd name="T107" fmla="*/ 84 h 16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</a:cxnLst>
            <a:rect l="0" t="0" r="r" b="b"/>
            <a:pathLst>
              <a:path w="2065" h="161">
                <a:moveTo>
                  <a:pt x="530" y="34"/>
                </a:moveTo>
                <a:cubicBezTo>
                  <a:pt x="502" y="34"/>
                  <a:pt x="483" y="57"/>
                  <a:pt x="483" y="84"/>
                </a:cubicBezTo>
                <a:cubicBezTo>
                  <a:pt x="483" y="84"/>
                  <a:pt x="483" y="84"/>
                  <a:pt x="483" y="84"/>
                </a:cubicBezTo>
                <a:cubicBezTo>
                  <a:pt x="483" y="114"/>
                  <a:pt x="504" y="134"/>
                  <a:pt x="533" y="134"/>
                </a:cubicBezTo>
                <a:cubicBezTo>
                  <a:pt x="551" y="134"/>
                  <a:pt x="563" y="127"/>
                  <a:pt x="572" y="116"/>
                </a:cubicBezTo>
                <a:cubicBezTo>
                  <a:pt x="557" y="102"/>
                  <a:pt x="557" y="102"/>
                  <a:pt x="557" y="102"/>
                </a:cubicBezTo>
                <a:cubicBezTo>
                  <a:pt x="549" y="109"/>
                  <a:pt x="543" y="112"/>
                  <a:pt x="533" y="112"/>
                </a:cubicBezTo>
                <a:cubicBezTo>
                  <a:pt x="521" y="112"/>
                  <a:pt x="513" y="106"/>
                  <a:pt x="510" y="93"/>
                </a:cubicBezTo>
                <a:cubicBezTo>
                  <a:pt x="577" y="93"/>
                  <a:pt x="577" y="93"/>
                  <a:pt x="577" y="93"/>
                </a:cubicBezTo>
                <a:cubicBezTo>
                  <a:pt x="577" y="91"/>
                  <a:pt x="577" y="88"/>
                  <a:pt x="577" y="86"/>
                </a:cubicBezTo>
                <a:cubicBezTo>
                  <a:pt x="577" y="59"/>
                  <a:pt x="563" y="34"/>
                  <a:pt x="530" y="34"/>
                </a:cubicBezTo>
                <a:close/>
                <a:moveTo>
                  <a:pt x="510" y="76"/>
                </a:moveTo>
                <a:cubicBezTo>
                  <a:pt x="512" y="64"/>
                  <a:pt x="519" y="56"/>
                  <a:pt x="530" y="56"/>
                </a:cubicBezTo>
                <a:cubicBezTo>
                  <a:pt x="542" y="56"/>
                  <a:pt x="549" y="64"/>
                  <a:pt x="551" y="76"/>
                </a:cubicBezTo>
                <a:lnTo>
                  <a:pt x="510" y="76"/>
                </a:lnTo>
                <a:close/>
                <a:moveTo>
                  <a:pt x="610" y="55"/>
                </a:moveTo>
                <a:cubicBezTo>
                  <a:pt x="610" y="36"/>
                  <a:pt x="610" y="36"/>
                  <a:pt x="610" y="36"/>
                </a:cubicBezTo>
                <a:cubicBezTo>
                  <a:pt x="583" y="36"/>
                  <a:pt x="583" y="36"/>
                  <a:pt x="583" y="36"/>
                </a:cubicBezTo>
                <a:cubicBezTo>
                  <a:pt x="583" y="132"/>
                  <a:pt x="583" y="132"/>
                  <a:pt x="583" y="132"/>
                </a:cubicBezTo>
                <a:cubicBezTo>
                  <a:pt x="610" y="132"/>
                  <a:pt x="610" y="132"/>
                  <a:pt x="610" y="132"/>
                </a:cubicBezTo>
                <a:cubicBezTo>
                  <a:pt x="610" y="97"/>
                  <a:pt x="610" y="97"/>
                  <a:pt x="610" y="97"/>
                </a:cubicBezTo>
                <a:cubicBezTo>
                  <a:pt x="610" y="74"/>
                  <a:pt x="621" y="63"/>
                  <a:pt x="640" y="63"/>
                </a:cubicBezTo>
                <a:cubicBezTo>
                  <a:pt x="641" y="63"/>
                  <a:pt x="641" y="63"/>
                  <a:pt x="641" y="63"/>
                </a:cubicBezTo>
                <a:cubicBezTo>
                  <a:pt x="641" y="34"/>
                  <a:pt x="641" y="34"/>
                  <a:pt x="641" y="34"/>
                </a:cubicBezTo>
                <a:cubicBezTo>
                  <a:pt x="625" y="33"/>
                  <a:pt x="616" y="42"/>
                  <a:pt x="610" y="55"/>
                </a:cubicBezTo>
                <a:close/>
                <a:moveTo>
                  <a:pt x="2038" y="1"/>
                </a:moveTo>
                <a:cubicBezTo>
                  <a:pt x="2038" y="132"/>
                  <a:pt x="2038" y="132"/>
                  <a:pt x="2038" y="132"/>
                </a:cubicBezTo>
                <a:cubicBezTo>
                  <a:pt x="2065" y="132"/>
                  <a:pt x="2065" y="132"/>
                  <a:pt x="2065" y="132"/>
                </a:cubicBezTo>
                <a:cubicBezTo>
                  <a:pt x="2065" y="1"/>
                  <a:pt x="2065" y="1"/>
                  <a:pt x="2065" y="1"/>
                </a:cubicBezTo>
                <a:lnTo>
                  <a:pt x="2038" y="1"/>
                </a:lnTo>
                <a:close/>
                <a:moveTo>
                  <a:pt x="733" y="11"/>
                </a:moveTo>
                <a:cubicBezTo>
                  <a:pt x="706" y="11"/>
                  <a:pt x="706" y="11"/>
                  <a:pt x="706" y="11"/>
                </a:cubicBezTo>
                <a:cubicBezTo>
                  <a:pt x="706" y="36"/>
                  <a:pt x="706" y="36"/>
                  <a:pt x="706" y="36"/>
                </a:cubicBezTo>
                <a:cubicBezTo>
                  <a:pt x="694" y="36"/>
                  <a:pt x="694" y="36"/>
                  <a:pt x="694" y="36"/>
                </a:cubicBezTo>
                <a:cubicBezTo>
                  <a:pt x="694" y="59"/>
                  <a:pt x="694" y="59"/>
                  <a:pt x="694" y="59"/>
                </a:cubicBezTo>
                <a:cubicBezTo>
                  <a:pt x="706" y="59"/>
                  <a:pt x="706" y="59"/>
                  <a:pt x="706" y="59"/>
                </a:cubicBezTo>
                <a:cubicBezTo>
                  <a:pt x="706" y="105"/>
                  <a:pt x="706" y="105"/>
                  <a:pt x="706" y="105"/>
                </a:cubicBezTo>
                <a:cubicBezTo>
                  <a:pt x="706" y="127"/>
                  <a:pt x="717" y="134"/>
                  <a:pt x="734" y="134"/>
                </a:cubicBezTo>
                <a:cubicBezTo>
                  <a:pt x="743" y="134"/>
                  <a:pt x="750" y="132"/>
                  <a:pt x="755" y="128"/>
                </a:cubicBezTo>
                <a:cubicBezTo>
                  <a:pt x="755" y="106"/>
                  <a:pt x="755" y="106"/>
                  <a:pt x="755" y="106"/>
                </a:cubicBezTo>
                <a:cubicBezTo>
                  <a:pt x="752" y="108"/>
                  <a:pt x="747" y="110"/>
                  <a:pt x="742" y="110"/>
                </a:cubicBezTo>
                <a:cubicBezTo>
                  <a:pt x="736" y="110"/>
                  <a:pt x="733" y="107"/>
                  <a:pt x="733" y="100"/>
                </a:cubicBezTo>
                <a:cubicBezTo>
                  <a:pt x="733" y="59"/>
                  <a:pt x="733" y="59"/>
                  <a:pt x="733" y="59"/>
                </a:cubicBezTo>
                <a:cubicBezTo>
                  <a:pt x="756" y="59"/>
                  <a:pt x="756" y="59"/>
                  <a:pt x="756" y="59"/>
                </a:cubicBezTo>
                <a:cubicBezTo>
                  <a:pt x="756" y="36"/>
                  <a:pt x="756" y="36"/>
                  <a:pt x="756" y="36"/>
                </a:cubicBezTo>
                <a:cubicBezTo>
                  <a:pt x="733" y="36"/>
                  <a:pt x="733" y="36"/>
                  <a:pt x="733" y="36"/>
                </a:cubicBezTo>
                <a:lnTo>
                  <a:pt x="733" y="11"/>
                </a:lnTo>
                <a:close/>
                <a:moveTo>
                  <a:pt x="1999" y="132"/>
                </a:moveTo>
                <a:cubicBezTo>
                  <a:pt x="2027" y="132"/>
                  <a:pt x="2027" y="132"/>
                  <a:pt x="2027" y="132"/>
                </a:cubicBezTo>
                <a:cubicBezTo>
                  <a:pt x="2027" y="1"/>
                  <a:pt x="2027" y="1"/>
                  <a:pt x="2027" y="1"/>
                </a:cubicBezTo>
                <a:cubicBezTo>
                  <a:pt x="1999" y="1"/>
                  <a:pt x="1999" y="1"/>
                  <a:pt x="1999" y="1"/>
                </a:cubicBezTo>
                <a:lnTo>
                  <a:pt x="1999" y="132"/>
                </a:lnTo>
                <a:close/>
                <a:moveTo>
                  <a:pt x="807" y="34"/>
                </a:moveTo>
                <a:cubicBezTo>
                  <a:pt x="779" y="34"/>
                  <a:pt x="760" y="57"/>
                  <a:pt x="760" y="84"/>
                </a:cubicBezTo>
                <a:cubicBezTo>
                  <a:pt x="760" y="84"/>
                  <a:pt x="760" y="84"/>
                  <a:pt x="760" y="84"/>
                </a:cubicBezTo>
                <a:cubicBezTo>
                  <a:pt x="760" y="114"/>
                  <a:pt x="781" y="134"/>
                  <a:pt x="810" y="134"/>
                </a:cubicBezTo>
                <a:cubicBezTo>
                  <a:pt x="827" y="134"/>
                  <a:pt x="840" y="127"/>
                  <a:pt x="849" y="116"/>
                </a:cubicBezTo>
                <a:cubicBezTo>
                  <a:pt x="834" y="102"/>
                  <a:pt x="834" y="102"/>
                  <a:pt x="834" y="102"/>
                </a:cubicBezTo>
                <a:cubicBezTo>
                  <a:pt x="826" y="109"/>
                  <a:pt x="820" y="112"/>
                  <a:pt x="810" y="112"/>
                </a:cubicBezTo>
                <a:cubicBezTo>
                  <a:pt x="798" y="112"/>
                  <a:pt x="790" y="106"/>
                  <a:pt x="787" y="93"/>
                </a:cubicBezTo>
                <a:cubicBezTo>
                  <a:pt x="854" y="93"/>
                  <a:pt x="854" y="93"/>
                  <a:pt x="854" y="93"/>
                </a:cubicBezTo>
                <a:cubicBezTo>
                  <a:pt x="854" y="91"/>
                  <a:pt x="854" y="88"/>
                  <a:pt x="854" y="86"/>
                </a:cubicBezTo>
                <a:cubicBezTo>
                  <a:pt x="854" y="59"/>
                  <a:pt x="839" y="34"/>
                  <a:pt x="807" y="34"/>
                </a:cubicBezTo>
                <a:close/>
                <a:moveTo>
                  <a:pt x="787" y="76"/>
                </a:moveTo>
                <a:cubicBezTo>
                  <a:pt x="789" y="64"/>
                  <a:pt x="796" y="56"/>
                  <a:pt x="807" y="56"/>
                </a:cubicBezTo>
                <a:cubicBezTo>
                  <a:pt x="819" y="56"/>
                  <a:pt x="826" y="64"/>
                  <a:pt x="828" y="76"/>
                </a:cubicBezTo>
                <a:lnTo>
                  <a:pt x="787" y="76"/>
                </a:lnTo>
                <a:close/>
                <a:moveTo>
                  <a:pt x="220" y="34"/>
                </a:moveTo>
                <a:cubicBezTo>
                  <a:pt x="207" y="34"/>
                  <a:pt x="197" y="39"/>
                  <a:pt x="189" y="49"/>
                </a:cubicBezTo>
                <a:cubicBezTo>
                  <a:pt x="184" y="40"/>
                  <a:pt x="174" y="34"/>
                  <a:pt x="161" y="34"/>
                </a:cubicBezTo>
                <a:cubicBezTo>
                  <a:pt x="148" y="34"/>
                  <a:pt x="139" y="41"/>
                  <a:pt x="133" y="50"/>
                </a:cubicBezTo>
                <a:cubicBezTo>
                  <a:pt x="133" y="36"/>
                  <a:pt x="133" y="36"/>
                  <a:pt x="133" y="36"/>
                </a:cubicBezTo>
                <a:cubicBezTo>
                  <a:pt x="106" y="36"/>
                  <a:pt x="106" y="36"/>
                  <a:pt x="106" y="36"/>
                </a:cubicBezTo>
                <a:cubicBezTo>
                  <a:pt x="106" y="132"/>
                  <a:pt x="106" y="132"/>
                  <a:pt x="106" y="132"/>
                </a:cubicBezTo>
                <a:cubicBezTo>
                  <a:pt x="133" y="132"/>
                  <a:pt x="133" y="132"/>
                  <a:pt x="133" y="132"/>
                </a:cubicBezTo>
                <a:cubicBezTo>
                  <a:pt x="133" y="78"/>
                  <a:pt x="133" y="78"/>
                  <a:pt x="133" y="78"/>
                </a:cubicBezTo>
                <a:cubicBezTo>
                  <a:pt x="133" y="65"/>
                  <a:pt x="139" y="59"/>
                  <a:pt x="150" y="59"/>
                </a:cubicBezTo>
                <a:cubicBezTo>
                  <a:pt x="160" y="59"/>
                  <a:pt x="166" y="65"/>
                  <a:pt x="166" y="78"/>
                </a:cubicBezTo>
                <a:cubicBezTo>
                  <a:pt x="166" y="132"/>
                  <a:pt x="166" y="132"/>
                  <a:pt x="166" y="132"/>
                </a:cubicBezTo>
                <a:cubicBezTo>
                  <a:pt x="193" y="132"/>
                  <a:pt x="193" y="132"/>
                  <a:pt x="193" y="132"/>
                </a:cubicBezTo>
                <a:cubicBezTo>
                  <a:pt x="193" y="78"/>
                  <a:pt x="193" y="78"/>
                  <a:pt x="193" y="78"/>
                </a:cubicBezTo>
                <a:cubicBezTo>
                  <a:pt x="193" y="65"/>
                  <a:pt x="199" y="59"/>
                  <a:pt x="209" y="59"/>
                </a:cubicBezTo>
                <a:cubicBezTo>
                  <a:pt x="220" y="59"/>
                  <a:pt x="225" y="65"/>
                  <a:pt x="225" y="78"/>
                </a:cubicBezTo>
                <a:cubicBezTo>
                  <a:pt x="225" y="132"/>
                  <a:pt x="225" y="132"/>
                  <a:pt x="225" y="132"/>
                </a:cubicBezTo>
                <a:cubicBezTo>
                  <a:pt x="253" y="132"/>
                  <a:pt x="253" y="132"/>
                  <a:pt x="253" y="132"/>
                </a:cubicBezTo>
                <a:cubicBezTo>
                  <a:pt x="253" y="69"/>
                  <a:pt x="253" y="69"/>
                  <a:pt x="253" y="69"/>
                </a:cubicBezTo>
                <a:cubicBezTo>
                  <a:pt x="253" y="46"/>
                  <a:pt x="240" y="34"/>
                  <a:pt x="220" y="34"/>
                </a:cubicBezTo>
                <a:close/>
                <a:moveTo>
                  <a:pt x="59" y="57"/>
                </a:moveTo>
                <a:cubicBezTo>
                  <a:pt x="38" y="51"/>
                  <a:pt x="32" y="49"/>
                  <a:pt x="32" y="40"/>
                </a:cubicBezTo>
                <a:cubicBezTo>
                  <a:pt x="32" y="40"/>
                  <a:pt x="32" y="40"/>
                  <a:pt x="32" y="40"/>
                </a:cubicBezTo>
                <a:cubicBezTo>
                  <a:pt x="32" y="34"/>
                  <a:pt x="38" y="29"/>
                  <a:pt x="48" y="29"/>
                </a:cubicBezTo>
                <a:cubicBezTo>
                  <a:pt x="59" y="29"/>
                  <a:pt x="70" y="34"/>
                  <a:pt x="81" y="41"/>
                </a:cubicBezTo>
                <a:cubicBezTo>
                  <a:pt x="95" y="21"/>
                  <a:pt x="95" y="21"/>
                  <a:pt x="95" y="21"/>
                </a:cubicBezTo>
                <a:cubicBezTo>
                  <a:pt x="83" y="10"/>
                  <a:pt x="67" y="5"/>
                  <a:pt x="49" y="5"/>
                </a:cubicBezTo>
                <a:cubicBezTo>
                  <a:pt x="23" y="5"/>
                  <a:pt x="5" y="20"/>
                  <a:pt x="5" y="43"/>
                </a:cubicBezTo>
                <a:cubicBezTo>
                  <a:pt x="5" y="43"/>
                  <a:pt x="5" y="43"/>
                  <a:pt x="5" y="43"/>
                </a:cubicBezTo>
                <a:cubicBezTo>
                  <a:pt x="5" y="68"/>
                  <a:pt x="21" y="75"/>
                  <a:pt x="46" y="81"/>
                </a:cubicBezTo>
                <a:cubicBezTo>
                  <a:pt x="67" y="87"/>
                  <a:pt x="72" y="90"/>
                  <a:pt x="72" y="97"/>
                </a:cubicBezTo>
                <a:cubicBezTo>
                  <a:pt x="72" y="98"/>
                  <a:pt x="72" y="98"/>
                  <a:pt x="72" y="98"/>
                </a:cubicBezTo>
                <a:cubicBezTo>
                  <a:pt x="72" y="105"/>
                  <a:pt x="65" y="109"/>
                  <a:pt x="54" y="109"/>
                </a:cubicBezTo>
                <a:cubicBezTo>
                  <a:pt x="39" y="109"/>
                  <a:pt x="27" y="104"/>
                  <a:pt x="16" y="94"/>
                </a:cubicBezTo>
                <a:cubicBezTo>
                  <a:pt x="0" y="114"/>
                  <a:pt x="0" y="114"/>
                  <a:pt x="0" y="114"/>
                </a:cubicBezTo>
                <a:cubicBezTo>
                  <a:pt x="15" y="127"/>
                  <a:pt x="34" y="134"/>
                  <a:pt x="53" y="134"/>
                </a:cubicBezTo>
                <a:cubicBezTo>
                  <a:pt x="80" y="134"/>
                  <a:pt x="99" y="120"/>
                  <a:pt x="99" y="95"/>
                </a:cubicBezTo>
                <a:cubicBezTo>
                  <a:pt x="99" y="95"/>
                  <a:pt x="99" y="95"/>
                  <a:pt x="99" y="95"/>
                </a:cubicBezTo>
                <a:cubicBezTo>
                  <a:pt x="99" y="73"/>
                  <a:pt x="85" y="63"/>
                  <a:pt x="59" y="57"/>
                </a:cubicBezTo>
                <a:close/>
                <a:moveTo>
                  <a:pt x="304" y="35"/>
                </a:moveTo>
                <a:cubicBezTo>
                  <a:pt x="287" y="35"/>
                  <a:pt x="277" y="38"/>
                  <a:pt x="266" y="43"/>
                </a:cubicBezTo>
                <a:cubicBezTo>
                  <a:pt x="273" y="63"/>
                  <a:pt x="273" y="63"/>
                  <a:pt x="273" y="63"/>
                </a:cubicBezTo>
                <a:cubicBezTo>
                  <a:pt x="282" y="60"/>
                  <a:pt x="289" y="58"/>
                  <a:pt x="300" y="58"/>
                </a:cubicBezTo>
                <a:cubicBezTo>
                  <a:pt x="313" y="58"/>
                  <a:pt x="320" y="64"/>
                  <a:pt x="320" y="76"/>
                </a:cubicBezTo>
                <a:cubicBezTo>
                  <a:pt x="320" y="77"/>
                  <a:pt x="320" y="77"/>
                  <a:pt x="320" y="77"/>
                </a:cubicBezTo>
                <a:cubicBezTo>
                  <a:pt x="314" y="75"/>
                  <a:pt x="307" y="73"/>
                  <a:pt x="297" y="73"/>
                </a:cubicBezTo>
                <a:cubicBezTo>
                  <a:pt x="274" y="73"/>
                  <a:pt x="258" y="83"/>
                  <a:pt x="258" y="104"/>
                </a:cubicBezTo>
                <a:cubicBezTo>
                  <a:pt x="258" y="104"/>
                  <a:pt x="258" y="104"/>
                  <a:pt x="258" y="104"/>
                </a:cubicBezTo>
                <a:cubicBezTo>
                  <a:pt x="258" y="123"/>
                  <a:pt x="273" y="134"/>
                  <a:pt x="291" y="134"/>
                </a:cubicBezTo>
                <a:cubicBezTo>
                  <a:pt x="304" y="134"/>
                  <a:pt x="314" y="129"/>
                  <a:pt x="320" y="122"/>
                </a:cubicBezTo>
                <a:cubicBezTo>
                  <a:pt x="320" y="132"/>
                  <a:pt x="320" y="132"/>
                  <a:pt x="320" y="132"/>
                </a:cubicBezTo>
                <a:cubicBezTo>
                  <a:pt x="347" y="132"/>
                  <a:pt x="347" y="132"/>
                  <a:pt x="347" y="132"/>
                </a:cubicBezTo>
                <a:cubicBezTo>
                  <a:pt x="347" y="76"/>
                  <a:pt x="347" y="76"/>
                  <a:pt x="347" y="76"/>
                </a:cubicBezTo>
                <a:cubicBezTo>
                  <a:pt x="347" y="63"/>
                  <a:pt x="343" y="53"/>
                  <a:pt x="336" y="46"/>
                </a:cubicBezTo>
                <a:cubicBezTo>
                  <a:pt x="329" y="39"/>
                  <a:pt x="319" y="35"/>
                  <a:pt x="304" y="35"/>
                </a:cubicBezTo>
                <a:close/>
                <a:moveTo>
                  <a:pt x="321" y="98"/>
                </a:moveTo>
                <a:cubicBezTo>
                  <a:pt x="321" y="108"/>
                  <a:pt x="312" y="115"/>
                  <a:pt x="299" y="115"/>
                </a:cubicBezTo>
                <a:cubicBezTo>
                  <a:pt x="291" y="115"/>
                  <a:pt x="285" y="111"/>
                  <a:pt x="285" y="103"/>
                </a:cubicBezTo>
                <a:cubicBezTo>
                  <a:pt x="285" y="103"/>
                  <a:pt x="285" y="103"/>
                  <a:pt x="285" y="103"/>
                </a:cubicBezTo>
                <a:cubicBezTo>
                  <a:pt x="285" y="94"/>
                  <a:pt x="292" y="90"/>
                  <a:pt x="303" y="90"/>
                </a:cubicBezTo>
                <a:cubicBezTo>
                  <a:pt x="310" y="90"/>
                  <a:pt x="316" y="91"/>
                  <a:pt x="321" y="93"/>
                </a:cubicBezTo>
                <a:lnTo>
                  <a:pt x="321" y="98"/>
                </a:lnTo>
                <a:close/>
                <a:moveTo>
                  <a:pt x="457" y="11"/>
                </a:moveTo>
                <a:cubicBezTo>
                  <a:pt x="429" y="11"/>
                  <a:pt x="429" y="11"/>
                  <a:pt x="429" y="11"/>
                </a:cubicBezTo>
                <a:cubicBezTo>
                  <a:pt x="429" y="36"/>
                  <a:pt x="429" y="36"/>
                  <a:pt x="429" y="36"/>
                </a:cubicBezTo>
                <a:cubicBezTo>
                  <a:pt x="418" y="36"/>
                  <a:pt x="418" y="36"/>
                  <a:pt x="418" y="36"/>
                </a:cubicBezTo>
                <a:cubicBezTo>
                  <a:pt x="418" y="59"/>
                  <a:pt x="418" y="59"/>
                  <a:pt x="418" y="59"/>
                </a:cubicBezTo>
                <a:cubicBezTo>
                  <a:pt x="429" y="59"/>
                  <a:pt x="429" y="59"/>
                  <a:pt x="429" y="59"/>
                </a:cubicBezTo>
                <a:cubicBezTo>
                  <a:pt x="429" y="105"/>
                  <a:pt x="429" y="105"/>
                  <a:pt x="429" y="105"/>
                </a:cubicBezTo>
                <a:cubicBezTo>
                  <a:pt x="429" y="127"/>
                  <a:pt x="441" y="134"/>
                  <a:pt x="457" y="134"/>
                </a:cubicBezTo>
                <a:cubicBezTo>
                  <a:pt x="466" y="134"/>
                  <a:pt x="473" y="132"/>
                  <a:pt x="479" y="128"/>
                </a:cubicBezTo>
                <a:cubicBezTo>
                  <a:pt x="479" y="106"/>
                  <a:pt x="479" y="106"/>
                  <a:pt x="479" y="106"/>
                </a:cubicBezTo>
                <a:cubicBezTo>
                  <a:pt x="475" y="108"/>
                  <a:pt x="470" y="110"/>
                  <a:pt x="465" y="110"/>
                </a:cubicBezTo>
                <a:cubicBezTo>
                  <a:pt x="459" y="110"/>
                  <a:pt x="457" y="107"/>
                  <a:pt x="457" y="100"/>
                </a:cubicBezTo>
                <a:cubicBezTo>
                  <a:pt x="457" y="59"/>
                  <a:pt x="457" y="59"/>
                  <a:pt x="457" y="59"/>
                </a:cubicBezTo>
                <a:cubicBezTo>
                  <a:pt x="479" y="59"/>
                  <a:pt x="479" y="59"/>
                  <a:pt x="479" y="59"/>
                </a:cubicBezTo>
                <a:cubicBezTo>
                  <a:pt x="479" y="36"/>
                  <a:pt x="479" y="36"/>
                  <a:pt x="479" y="36"/>
                </a:cubicBezTo>
                <a:cubicBezTo>
                  <a:pt x="457" y="36"/>
                  <a:pt x="457" y="36"/>
                  <a:pt x="457" y="36"/>
                </a:cubicBezTo>
                <a:lnTo>
                  <a:pt x="457" y="11"/>
                </a:lnTo>
                <a:close/>
                <a:moveTo>
                  <a:pt x="382" y="55"/>
                </a:moveTo>
                <a:cubicBezTo>
                  <a:pt x="382" y="36"/>
                  <a:pt x="382" y="36"/>
                  <a:pt x="382" y="36"/>
                </a:cubicBezTo>
                <a:cubicBezTo>
                  <a:pt x="354" y="36"/>
                  <a:pt x="354" y="36"/>
                  <a:pt x="354" y="36"/>
                </a:cubicBezTo>
                <a:cubicBezTo>
                  <a:pt x="354" y="132"/>
                  <a:pt x="354" y="132"/>
                  <a:pt x="354" y="132"/>
                </a:cubicBezTo>
                <a:cubicBezTo>
                  <a:pt x="382" y="132"/>
                  <a:pt x="382" y="132"/>
                  <a:pt x="382" y="132"/>
                </a:cubicBezTo>
                <a:cubicBezTo>
                  <a:pt x="382" y="97"/>
                  <a:pt x="382" y="97"/>
                  <a:pt x="382" y="97"/>
                </a:cubicBezTo>
                <a:cubicBezTo>
                  <a:pt x="382" y="74"/>
                  <a:pt x="393" y="63"/>
                  <a:pt x="411" y="63"/>
                </a:cubicBezTo>
                <a:cubicBezTo>
                  <a:pt x="412" y="63"/>
                  <a:pt x="412" y="63"/>
                  <a:pt x="412" y="63"/>
                </a:cubicBezTo>
                <a:cubicBezTo>
                  <a:pt x="412" y="34"/>
                  <a:pt x="412" y="34"/>
                  <a:pt x="412" y="34"/>
                </a:cubicBezTo>
                <a:cubicBezTo>
                  <a:pt x="396" y="33"/>
                  <a:pt x="387" y="42"/>
                  <a:pt x="382" y="55"/>
                </a:cubicBezTo>
                <a:close/>
                <a:moveTo>
                  <a:pt x="1335" y="34"/>
                </a:moveTo>
                <a:cubicBezTo>
                  <a:pt x="1305" y="34"/>
                  <a:pt x="1283" y="56"/>
                  <a:pt x="1283" y="84"/>
                </a:cubicBezTo>
                <a:cubicBezTo>
                  <a:pt x="1283" y="84"/>
                  <a:pt x="1283" y="84"/>
                  <a:pt x="1283" y="84"/>
                </a:cubicBezTo>
                <a:cubicBezTo>
                  <a:pt x="1283" y="112"/>
                  <a:pt x="1305" y="134"/>
                  <a:pt x="1335" y="134"/>
                </a:cubicBezTo>
                <a:cubicBezTo>
                  <a:pt x="1365" y="134"/>
                  <a:pt x="1387" y="112"/>
                  <a:pt x="1387" y="84"/>
                </a:cubicBezTo>
                <a:cubicBezTo>
                  <a:pt x="1387" y="84"/>
                  <a:pt x="1387" y="84"/>
                  <a:pt x="1387" y="84"/>
                </a:cubicBezTo>
                <a:cubicBezTo>
                  <a:pt x="1387" y="56"/>
                  <a:pt x="1365" y="34"/>
                  <a:pt x="1335" y="34"/>
                </a:cubicBezTo>
                <a:close/>
                <a:moveTo>
                  <a:pt x="1360" y="84"/>
                </a:moveTo>
                <a:cubicBezTo>
                  <a:pt x="1360" y="99"/>
                  <a:pt x="1351" y="111"/>
                  <a:pt x="1335" y="111"/>
                </a:cubicBezTo>
                <a:cubicBezTo>
                  <a:pt x="1320" y="111"/>
                  <a:pt x="1310" y="98"/>
                  <a:pt x="1310" y="84"/>
                </a:cubicBezTo>
                <a:cubicBezTo>
                  <a:pt x="1310" y="84"/>
                  <a:pt x="1310" y="84"/>
                  <a:pt x="1310" y="84"/>
                </a:cubicBezTo>
                <a:cubicBezTo>
                  <a:pt x="1310" y="70"/>
                  <a:pt x="1319" y="58"/>
                  <a:pt x="1335" y="58"/>
                </a:cubicBezTo>
                <a:cubicBezTo>
                  <a:pt x="1350" y="58"/>
                  <a:pt x="1360" y="70"/>
                  <a:pt x="1360" y="84"/>
                </a:cubicBezTo>
                <a:close/>
                <a:moveTo>
                  <a:pt x="1834" y="55"/>
                </a:moveTo>
                <a:cubicBezTo>
                  <a:pt x="1834" y="36"/>
                  <a:pt x="1834" y="36"/>
                  <a:pt x="1834" y="36"/>
                </a:cubicBezTo>
                <a:cubicBezTo>
                  <a:pt x="1807" y="36"/>
                  <a:pt x="1807" y="36"/>
                  <a:pt x="1807" y="36"/>
                </a:cubicBezTo>
                <a:cubicBezTo>
                  <a:pt x="1807" y="132"/>
                  <a:pt x="1807" y="132"/>
                  <a:pt x="1807" y="132"/>
                </a:cubicBezTo>
                <a:cubicBezTo>
                  <a:pt x="1834" y="132"/>
                  <a:pt x="1834" y="132"/>
                  <a:pt x="1834" y="132"/>
                </a:cubicBezTo>
                <a:cubicBezTo>
                  <a:pt x="1834" y="97"/>
                  <a:pt x="1834" y="97"/>
                  <a:pt x="1834" y="97"/>
                </a:cubicBezTo>
                <a:cubicBezTo>
                  <a:pt x="1834" y="74"/>
                  <a:pt x="1845" y="63"/>
                  <a:pt x="1863" y="63"/>
                </a:cubicBezTo>
                <a:cubicBezTo>
                  <a:pt x="1865" y="63"/>
                  <a:pt x="1865" y="63"/>
                  <a:pt x="1865" y="63"/>
                </a:cubicBezTo>
                <a:cubicBezTo>
                  <a:pt x="1865" y="34"/>
                  <a:pt x="1865" y="34"/>
                  <a:pt x="1865" y="34"/>
                </a:cubicBezTo>
                <a:cubicBezTo>
                  <a:pt x="1848" y="33"/>
                  <a:pt x="1839" y="42"/>
                  <a:pt x="1834" y="55"/>
                </a:cubicBezTo>
                <a:close/>
                <a:moveTo>
                  <a:pt x="1748" y="34"/>
                </a:moveTo>
                <a:cubicBezTo>
                  <a:pt x="1718" y="34"/>
                  <a:pt x="1696" y="56"/>
                  <a:pt x="1696" y="84"/>
                </a:cubicBezTo>
                <a:cubicBezTo>
                  <a:pt x="1696" y="84"/>
                  <a:pt x="1696" y="84"/>
                  <a:pt x="1696" y="84"/>
                </a:cubicBezTo>
                <a:cubicBezTo>
                  <a:pt x="1696" y="112"/>
                  <a:pt x="1718" y="134"/>
                  <a:pt x="1748" y="134"/>
                </a:cubicBezTo>
                <a:cubicBezTo>
                  <a:pt x="1778" y="134"/>
                  <a:pt x="1800" y="112"/>
                  <a:pt x="1800" y="84"/>
                </a:cubicBezTo>
                <a:cubicBezTo>
                  <a:pt x="1800" y="84"/>
                  <a:pt x="1800" y="84"/>
                  <a:pt x="1800" y="84"/>
                </a:cubicBezTo>
                <a:cubicBezTo>
                  <a:pt x="1800" y="56"/>
                  <a:pt x="1778" y="34"/>
                  <a:pt x="1748" y="34"/>
                </a:cubicBezTo>
                <a:close/>
                <a:moveTo>
                  <a:pt x="1773" y="84"/>
                </a:moveTo>
                <a:cubicBezTo>
                  <a:pt x="1773" y="99"/>
                  <a:pt x="1764" y="111"/>
                  <a:pt x="1748" y="111"/>
                </a:cubicBezTo>
                <a:cubicBezTo>
                  <a:pt x="1733" y="111"/>
                  <a:pt x="1723" y="98"/>
                  <a:pt x="1723" y="84"/>
                </a:cubicBezTo>
                <a:cubicBezTo>
                  <a:pt x="1723" y="84"/>
                  <a:pt x="1723" y="84"/>
                  <a:pt x="1723" y="84"/>
                </a:cubicBezTo>
                <a:cubicBezTo>
                  <a:pt x="1723" y="70"/>
                  <a:pt x="1732" y="58"/>
                  <a:pt x="1748" y="58"/>
                </a:cubicBezTo>
                <a:cubicBezTo>
                  <a:pt x="1763" y="58"/>
                  <a:pt x="1773" y="70"/>
                  <a:pt x="1773" y="84"/>
                </a:cubicBezTo>
                <a:close/>
                <a:moveTo>
                  <a:pt x="1465" y="48"/>
                </a:moveTo>
                <a:cubicBezTo>
                  <a:pt x="1458" y="40"/>
                  <a:pt x="1449" y="34"/>
                  <a:pt x="1434" y="34"/>
                </a:cubicBezTo>
                <a:cubicBezTo>
                  <a:pt x="1412" y="34"/>
                  <a:pt x="1391" y="50"/>
                  <a:pt x="1391" y="79"/>
                </a:cubicBezTo>
                <a:cubicBezTo>
                  <a:pt x="1391" y="79"/>
                  <a:pt x="1391" y="79"/>
                  <a:pt x="1391" y="79"/>
                </a:cubicBezTo>
                <a:cubicBezTo>
                  <a:pt x="1391" y="108"/>
                  <a:pt x="1412" y="124"/>
                  <a:pt x="1434" y="124"/>
                </a:cubicBezTo>
                <a:cubicBezTo>
                  <a:pt x="1448" y="124"/>
                  <a:pt x="1457" y="118"/>
                  <a:pt x="1465" y="109"/>
                </a:cubicBezTo>
                <a:cubicBezTo>
                  <a:pt x="1465" y="113"/>
                  <a:pt x="1465" y="113"/>
                  <a:pt x="1465" y="113"/>
                </a:cubicBezTo>
                <a:cubicBezTo>
                  <a:pt x="1465" y="130"/>
                  <a:pt x="1457" y="139"/>
                  <a:pt x="1438" y="139"/>
                </a:cubicBezTo>
                <a:cubicBezTo>
                  <a:pt x="1425" y="139"/>
                  <a:pt x="1415" y="136"/>
                  <a:pt x="1405" y="131"/>
                </a:cubicBezTo>
                <a:cubicBezTo>
                  <a:pt x="1396" y="151"/>
                  <a:pt x="1396" y="151"/>
                  <a:pt x="1396" y="151"/>
                </a:cubicBezTo>
                <a:cubicBezTo>
                  <a:pt x="1408" y="158"/>
                  <a:pt x="1423" y="161"/>
                  <a:pt x="1439" y="161"/>
                </a:cubicBezTo>
                <a:cubicBezTo>
                  <a:pt x="1457" y="161"/>
                  <a:pt x="1471" y="157"/>
                  <a:pt x="1480" y="148"/>
                </a:cubicBezTo>
                <a:cubicBezTo>
                  <a:pt x="1488" y="140"/>
                  <a:pt x="1492" y="128"/>
                  <a:pt x="1492" y="110"/>
                </a:cubicBezTo>
                <a:cubicBezTo>
                  <a:pt x="1492" y="36"/>
                  <a:pt x="1492" y="36"/>
                  <a:pt x="1492" y="36"/>
                </a:cubicBezTo>
                <a:cubicBezTo>
                  <a:pt x="1465" y="36"/>
                  <a:pt x="1465" y="36"/>
                  <a:pt x="1465" y="36"/>
                </a:cubicBezTo>
                <a:lnTo>
                  <a:pt x="1465" y="48"/>
                </a:lnTo>
                <a:close/>
                <a:moveTo>
                  <a:pt x="1465" y="79"/>
                </a:moveTo>
                <a:cubicBezTo>
                  <a:pt x="1465" y="92"/>
                  <a:pt x="1455" y="102"/>
                  <a:pt x="1442" y="102"/>
                </a:cubicBezTo>
                <a:cubicBezTo>
                  <a:pt x="1429" y="102"/>
                  <a:pt x="1419" y="93"/>
                  <a:pt x="1419" y="79"/>
                </a:cubicBezTo>
                <a:cubicBezTo>
                  <a:pt x="1419" y="79"/>
                  <a:pt x="1419" y="79"/>
                  <a:pt x="1419" y="79"/>
                </a:cubicBezTo>
                <a:cubicBezTo>
                  <a:pt x="1419" y="66"/>
                  <a:pt x="1429" y="57"/>
                  <a:pt x="1442" y="57"/>
                </a:cubicBezTo>
                <a:cubicBezTo>
                  <a:pt x="1455" y="57"/>
                  <a:pt x="1465" y="66"/>
                  <a:pt x="1465" y="79"/>
                </a:cubicBezTo>
                <a:close/>
                <a:moveTo>
                  <a:pt x="1697" y="37"/>
                </a:moveTo>
                <a:cubicBezTo>
                  <a:pt x="1675" y="37"/>
                  <a:pt x="1675" y="37"/>
                  <a:pt x="1675" y="37"/>
                </a:cubicBezTo>
                <a:cubicBezTo>
                  <a:pt x="1675" y="33"/>
                  <a:pt x="1675" y="33"/>
                  <a:pt x="1675" y="33"/>
                </a:cubicBezTo>
                <a:cubicBezTo>
                  <a:pt x="1675" y="26"/>
                  <a:pt x="1678" y="23"/>
                  <a:pt x="1684" y="23"/>
                </a:cubicBezTo>
                <a:cubicBezTo>
                  <a:pt x="1689" y="23"/>
                  <a:pt x="1693" y="24"/>
                  <a:pt x="1697" y="25"/>
                </a:cubicBezTo>
                <a:cubicBezTo>
                  <a:pt x="1697" y="2"/>
                  <a:pt x="1697" y="2"/>
                  <a:pt x="1697" y="2"/>
                </a:cubicBezTo>
                <a:cubicBezTo>
                  <a:pt x="1692" y="1"/>
                  <a:pt x="1686" y="0"/>
                  <a:pt x="1677" y="0"/>
                </a:cubicBezTo>
                <a:cubicBezTo>
                  <a:pt x="1668" y="0"/>
                  <a:pt x="1660" y="2"/>
                  <a:pt x="1655" y="7"/>
                </a:cubicBezTo>
                <a:cubicBezTo>
                  <a:pt x="1650" y="12"/>
                  <a:pt x="1648" y="20"/>
                  <a:pt x="1648" y="31"/>
                </a:cubicBezTo>
                <a:cubicBezTo>
                  <a:pt x="1648" y="37"/>
                  <a:pt x="1648" y="37"/>
                  <a:pt x="1648" y="37"/>
                </a:cubicBezTo>
                <a:cubicBezTo>
                  <a:pt x="1636" y="37"/>
                  <a:pt x="1636" y="37"/>
                  <a:pt x="1636" y="37"/>
                </a:cubicBezTo>
                <a:cubicBezTo>
                  <a:pt x="1636" y="59"/>
                  <a:pt x="1636" y="59"/>
                  <a:pt x="1636" y="59"/>
                </a:cubicBezTo>
                <a:cubicBezTo>
                  <a:pt x="1648" y="59"/>
                  <a:pt x="1648" y="59"/>
                  <a:pt x="1648" y="59"/>
                </a:cubicBezTo>
                <a:cubicBezTo>
                  <a:pt x="1648" y="132"/>
                  <a:pt x="1648" y="132"/>
                  <a:pt x="1648" y="132"/>
                </a:cubicBezTo>
                <a:cubicBezTo>
                  <a:pt x="1675" y="132"/>
                  <a:pt x="1675" y="132"/>
                  <a:pt x="1675" y="132"/>
                </a:cubicBezTo>
                <a:cubicBezTo>
                  <a:pt x="1675" y="59"/>
                  <a:pt x="1675" y="59"/>
                  <a:pt x="1675" y="59"/>
                </a:cubicBezTo>
                <a:cubicBezTo>
                  <a:pt x="1697" y="59"/>
                  <a:pt x="1697" y="59"/>
                  <a:pt x="1697" y="59"/>
                </a:cubicBezTo>
                <a:lnTo>
                  <a:pt x="1697" y="37"/>
                </a:lnTo>
                <a:close/>
                <a:moveTo>
                  <a:pt x="1548" y="101"/>
                </a:moveTo>
                <a:cubicBezTo>
                  <a:pt x="1526" y="36"/>
                  <a:pt x="1526" y="36"/>
                  <a:pt x="1526" y="36"/>
                </a:cubicBezTo>
                <a:cubicBezTo>
                  <a:pt x="1497" y="36"/>
                  <a:pt x="1497" y="36"/>
                  <a:pt x="1497" y="36"/>
                </a:cubicBezTo>
                <a:cubicBezTo>
                  <a:pt x="1535" y="132"/>
                  <a:pt x="1535" y="132"/>
                  <a:pt x="1535" y="132"/>
                </a:cubicBezTo>
                <a:cubicBezTo>
                  <a:pt x="1532" y="137"/>
                  <a:pt x="1530" y="139"/>
                  <a:pt x="1525" y="139"/>
                </a:cubicBezTo>
                <a:cubicBezTo>
                  <a:pt x="1521" y="139"/>
                  <a:pt x="1517" y="137"/>
                  <a:pt x="1513" y="135"/>
                </a:cubicBezTo>
                <a:cubicBezTo>
                  <a:pt x="1504" y="155"/>
                  <a:pt x="1504" y="155"/>
                  <a:pt x="1504" y="155"/>
                </a:cubicBezTo>
                <a:cubicBezTo>
                  <a:pt x="1511" y="159"/>
                  <a:pt x="1519" y="161"/>
                  <a:pt x="1528" y="161"/>
                </a:cubicBezTo>
                <a:cubicBezTo>
                  <a:pt x="1545" y="161"/>
                  <a:pt x="1553" y="154"/>
                  <a:pt x="1560" y="134"/>
                </a:cubicBezTo>
                <a:cubicBezTo>
                  <a:pt x="1597" y="36"/>
                  <a:pt x="1597" y="36"/>
                  <a:pt x="1597" y="36"/>
                </a:cubicBezTo>
                <a:cubicBezTo>
                  <a:pt x="1569" y="36"/>
                  <a:pt x="1569" y="36"/>
                  <a:pt x="1569" y="36"/>
                </a:cubicBezTo>
                <a:lnTo>
                  <a:pt x="1548" y="101"/>
                </a:lnTo>
                <a:close/>
                <a:moveTo>
                  <a:pt x="1008" y="34"/>
                </a:moveTo>
                <a:cubicBezTo>
                  <a:pt x="994" y="34"/>
                  <a:pt x="986" y="41"/>
                  <a:pt x="980" y="49"/>
                </a:cubicBezTo>
                <a:cubicBezTo>
                  <a:pt x="980" y="1"/>
                  <a:pt x="980" y="1"/>
                  <a:pt x="980" y="1"/>
                </a:cubicBezTo>
                <a:cubicBezTo>
                  <a:pt x="952" y="1"/>
                  <a:pt x="952" y="1"/>
                  <a:pt x="952" y="1"/>
                </a:cubicBezTo>
                <a:cubicBezTo>
                  <a:pt x="952" y="132"/>
                  <a:pt x="952" y="132"/>
                  <a:pt x="952" y="132"/>
                </a:cubicBezTo>
                <a:cubicBezTo>
                  <a:pt x="980" y="132"/>
                  <a:pt x="980" y="132"/>
                  <a:pt x="980" y="132"/>
                </a:cubicBezTo>
                <a:cubicBezTo>
                  <a:pt x="980" y="78"/>
                  <a:pt x="980" y="78"/>
                  <a:pt x="980" y="78"/>
                </a:cubicBezTo>
                <a:cubicBezTo>
                  <a:pt x="980" y="65"/>
                  <a:pt x="986" y="59"/>
                  <a:pt x="997" y="59"/>
                </a:cubicBezTo>
                <a:cubicBezTo>
                  <a:pt x="1007" y="59"/>
                  <a:pt x="1013" y="65"/>
                  <a:pt x="1013" y="78"/>
                </a:cubicBezTo>
                <a:cubicBezTo>
                  <a:pt x="1013" y="132"/>
                  <a:pt x="1013" y="132"/>
                  <a:pt x="1013" y="132"/>
                </a:cubicBezTo>
                <a:cubicBezTo>
                  <a:pt x="1040" y="132"/>
                  <a:pt x="1040" y="132"/>
                  <a:pt x="1040" y="132"/>
                </a:cubicBezTo>
                <a:cubicBezTo>
                  <a:pt x="1040" y="70"/>
                  <a:pt x="1040" y="70"/>
                  <a:pt x="1040" y="70"/>
                </a:cubicBezTo>
                <a:cubicBezTo>
                  <a:pt x="1040" y="48"/>
                  <a:pt x="1028" y="34"/>
                  <a:pt x="1008" y="34"/>
                </a:cubicBezTo>
                <a:close/>
                <a:moveTo>
                  <a:pt x="1250" y="132"/>
                </a:moveTo>
                <a:cubicBezTo>
                  <a:pt x="1278" y="132"/>
                  <a:pt x="1278" y="132"/>
                  <a:pt x="1278" y="132"/>
                </a:cubicBezTo>
                <a:cubicBezTo>
                  <a:pt x="1278" y="1"/>
                  <a:pt x="1278" y="1"/>
                  <a:pt x="1278" y="1"/>
                </a:cubicBezTo>
                <a:cubicBezTo>
                  <a:pt x="1250" y="1"/>
                  <a:pt x="1250" y="1"/>
                  <a:pt x="1250" y="1"/>
                </a:cubicBezTo>
                <a:lnTo>
                  <a:pt x="1250" y="132"/>
                </a:lnTo>
                <a:close/>
                <a:moveTo>
                  <a:pt x="1103" y="34"/>
                </a:moveTo>
                <a:cubicBezTo>
                  <a:pt x="1089" y="34"/>
                  <a:pt x="1081" y="41"/>
                  <a:pt x="1075" y="49"/>
                </a:cubicBezTo>
                <a:cubicBezTo>
                  <a:pt x="1075" y="36"/>
                  <a:pt x="1075" y="36"/>
                  <a:pt x="1075" y="36"/>
                </a:cubicBezTo>
                <a:cubicBezTo>
                  <a:pt x="1047" y="36"/>
                  <a:pt x="1047" y="36"/>
                  <a:pt x="1047" y="36"/>
                </a:cubicBezTo>
                <a:cubicBezTo>
                  <a:pt x="1047" y="132"/>
                  <a:pt x="1047" y="132"/>
                  <a:pt x="1047" y="132"/>
                </a:cubicBezTo>
                <a:cubicBezTo>
                  <a:pt x="1075" y="132"/>
                  <a:pt x="1075" y="132"/>
                  <a:pt x="1075" y="132"/>
                </a:cubicBezTo>
                <a:cubicBezTo>
                  <a:pt x="1075" y="78"/>
                  <a:pt x="1075" y="78"/>
                  <a:pt x="1075" y="78"/>
                </a:cubicBezTo>
                <a:cubicBezTo>
                  <a:pt x="1075" y="65"/>
                  <a:pt x="1081" y="59"/>
                  <a:pt x="1092" y="59"/>
                </a:cubicBezTo>
                <a:cubicBezTo>
                  <a:pt x="1102" y="59"/>
                  <a:pt x="1108" y="65"/>
                  <a:pt x="1108" y="78"/>
                </a:cubicBezTo>
                <a:cubicBezTo>
                  <a:pt x="1108" y="132"/>
                  <a:pt x="1108" y="132"/>
                  <a:pt x="1108" y="132"/>
                </a:cubicBezTo>
                <a:cubicBezTo>
                  <a:pt x="1135" y="132"/>
                  <a:pt x="1135" y="132"/>
                  <a:pt x="1135" y="132"/>
                </a:cubicBezTo>
                <a:cubicBezTo>
                  <a:pt x="1135" y="70"/>
                  <a:pt x="1135" y="70"/>
                  <a:pt x="1135" y="70"/>
                </a:cubicBezTo>
                <a:cubicBezTo>
                  <a:pt x="1135" y="48"/>
                  <a:pt x="1123" y="34"/>
                  <a:pt x="1103" y="34"/>
                </a:cubicBezTo>
                <a:close/>
                <a:moveTo>
                  <a:pt x="910" y="111"/>
                </a:moveTo>
                <a:cubicBezTo>
                  <a:pt x="895" y="111"/>
                  <a:pt x="885" y="99"/>
                  <a:pt x="885" y="84"/>
                </a:cubicBezTo>
                <a:cubicBezTo>
                  <a:pt x="885" y="84"/>
                  <a:pt x="885" y="84"/>
                  <a:pt x="885" y="84"/>
                </a:cubicBezTo>
                <a:cubicBezTo>
                  <a:pt x="885" y="70"/>
                  <a:pt x="895" y="58"/>
                  <a:pt x="909" y="58"/>
                </a:cubicBezTo>
                <a:cubicBezTo>
                  <a:pt x="918" y="58"/>
                  <a:pt x="925" y="62"/>
                  <a:pt x="931" y="68"/>
                </a:cubicBezTo>
                <a:cubicBezTo>
                  <a:pt x="947" y="50"/>
                  <a:pt x="947" y="50"/>
                  <a:pt x="947" y="50"/>
                </a:cubicBezTo>
                <a:cubicBezTo>
                  <a:pt x="938" y="40"/>
                  <a:pt x="927" y="34"/>
                  <a:pt x="909" y="34"/>
                </a:cubicBezTo>
                <a:cubicBezTo>
                  <a:pt x="880" y="34"/>
                  <a:pt x="859" y="57"/>
                  <a:pt x="859" y="84"/>
                </a:cubicBezTo>
                <a:cubicBezTo>
                  <a:pt x="859" y="84"/>
                  <a:pt x="859" y="84"/>
                  <a:pt x="859" y="84"/>
                </a:cubicBezTo>
                <a:cubicBezTo>
                  <a:pt x="859" y="112"/>
                  <a:pt x="880" y="134"/>
                  <a:pt x="909" y="134"/>
                </a:cubicBezTo>
                <a:cubicBezTo>
                  <a:pt x="928" y="134"/>
                  <a:pt x="939" y="127"/>
                  <a:pt x="948" y="117"/>
                </a:cubicBezTo>
                <a:cubicBezTo>
                  <a:pt x="932" y="100"/>
                  <a:pt x="932" y="100"/>
                  <a:pt x="932" y="100"/>
                </a:cubicBezTo>
                <a:cubicBezTo>
                  <a:pt x="925" y="107"/>
                  <a:pt x="919" y="111"/>
                  <a:pt x="910" y="111"/>
                </a:cubicBezTo>
                <a:close/>
                <a:moveTo>
                  <a:pt x="1945" y="35"/>
                </a:moveTo>
                <a:cubicBezTo>
                  <a:pt x="1929" y="35"/>
                  <a:pt x="1918" y="38"/>
                  <a:pt x="1908" y="42"/>
                </a:cubicBezTo>
                <a:cubicBezTo>
                  <a:pt x="1915" y="63"/>
                  <a:pt x="1915" y="63"/>
                  <a:pt x="1915" y="63"/>
                </a:cubicBezTo>
                <a:cubicBezTo>
                  <a:pt x="1923" y="60"/>
                  <a:pt x="1931" y="58"/>
                  <a:pt x="1941" y="58"/>
                </a:cubicBezTo>
                <a:cubicBezTo>
                  <a:pt x="1955" y="58"/>
                  <a:pt x="1962" y="64"/>
                  <a:pt x="1962" y="76"/>
                </a:cubicBezTo>
                <a:cubicBezTo>
                  <a:pt x="1962" y="77"/>
                  <a:pt x="1962" y="77"/>
                  <a:pt x="1962" y="77"/>
                </a:cubicBezTo>
                <a:cubicBezTo>
                  <a:pt x="1955" y="75"/>
                  <a:pt x="1948" y="73"/>
                  <a:pt x="1938" y="73"/>
                </a:cubicBezTo>
                <a:cubicBezTo>
                  <a:pt x="1915" y="73"/>
                  <a:pt x="1899" y="83"/>
                  <a:pt x="1899" y="104"/>
                </a:cubicBezTo>
                <a:cubicBezTo>
                  <a:pt x="1899" y="104"/>
                  <a:pt x="1899" y="104"/>
                  <a:pt x="1899" y="104"/>
                </a:cubicBezTo>
                <a:cubicBezTo>
                  <a:pt x="1899" y="123"/>
                  <a:pt x="1914" y="134"/>
                  <a:pt x="1932" y="134"/>
                </a:cubicBezTo>
                <a:cubicBezTo>
                  <a:pt x="1946" y="134"/>
                  <a:pt x="1955" y="129"/>
                  <a:pt x="1962" y="122"/>
                </a:cubicBezTo>
                <a:cubicBezTo>
                  <a:pt x="1962" y="132"/>
                  <a:pt x="1962" y="132"/>
                  <a:pt x="1962" y="132"/>
                </a:cubicBezTo>
                <a:cubicBezTo>
                  <a:pt x="1988" y="132"/>
                  <a:pt x="1988" y="132"/>
                  <a:pt x="1988" y="132"/>
                </a:cubicBezTo>
                <a:cubicBezTo>
                  <a:pt x="1988" y="76"/>
                  <a:pt x="1988" y="76"/>
                  <a:pt x="1988" y="76"/>
                </a:cubicBezTo>
                <a:cubicBezTo>
                  <a:pt x="1988" y="63"/>
                  <a:pt x="1985" y="53"/>
                  <a:pt x="1978" y="46"/>
                </a:cubicBezTo>
                <a:cubicBezTo>
                  <a:pt x="1971" y="39"/>
                  <a:pt x="1960" y="35"/>
                  <a:pt x="1945" y="35"/>
                </a:cubicBezTo>
                <a:close/>
                <a:moveTo>
                  <a:pt x="1962" y="98"/>
                </a:moveTo>
                <a:cubicBezTo>
                  <a:pt x="1962" y="108"/>
                  <a:pt x="1953" y="115"/>
                  <a:pt x="1941" y="115"/>
                </a:cubicBezTo>
                <a:cubicBezTo>
                  <a:pt x="1932" y="115"/>
                  <a:pt x="1926" y="111"/>
                  <a:pt x="1926" y="103"/>
                </a:cubicBezTo>
                <a:cubicBezTo>
                  <a:pt x="1926" y="103"/>
                  <a:pt x="1926" y="103"/>
                  <a:pt x="1926" y="103"/>
                </a:cubicBezTo>
                <a:cubicBezTo>
                  <a:pt x="1926" y="94"/>
                  <a:pt x="1933" y="90"/>
                  <a:pt x="1945" y="90"/>
                </a:cubicBezTo>
                <a:cubicBezTo>
                  <a:pt x="1951" y="90"/>
                  <a:pt x="1957" y="91"/>
                  <a:pt x="1962" y="93"/>
                </a:cubicBezTo>
                <a:lnTo>
                  <a:pt x="1962" y="98"/>
                </a:lnTo>
                <a:close/>
                <a:moveTo>
                  <a:pt x="1193" y="34"/>
                </a:moveTo>
                <a:cubicBezTo>
                  <a:pt x="1163" y="34"/>
                  <a:pt x="1141" y="56"/>
                  <a:pt x="1141" y="84"/>
                </a:cubicBezTo>
                <a:cubicBezTo>
                  <a:pt x="1141" y="84"/>
                  <a:pt x="1141" y="84"/>
                  <a:pt x="1141" y="84"/>
                </a:cubicBezTo>
                <a:cubicBezTo>
                  <a:pt x="1141" y="112"/>
                  <a:pt x="1163" y="134"/>
                  <a:pt x="1193" y="134"/>
                </a:cubicBezTo>
                <a:cubicBezTo>
                  <a:pt x="1223" y="134"/>
                  <a:pt x="1245" y="112"/>
                  <a:pt x="1245" y="84"/>
                </a:cubicBezTo>
                <a:cubicBezTo>
                  <a:pt x="1245" y="84"/>
                  <a:pt x="1245" y="84"/>
                  <a:pt x="1245" y="84"/>
                </a:cubicBezTo>
                <a:cubicBezTo>
                  <a:pt x="1245" y="56"/>
                  <a:pt x="1223" y="34"/>
                  <a:pt x="1193" y="34"/>
                </a:cubicBezTo>
                <a:close/>
                <a:moveTo>
                  <a:pt x="1218" y="84"/>
                </a:moveTo>
                <a:cubicBezTo>
                  <a:pt x="1218" y="99"/>
                  <a:pt x="1209" y="111"/>
                  <a:pt x="1193" y="111"/>
                </a:cubicBezTo>
                <a:cubicBezTo>
                  <a:pt x="1178" y="111"/>
                  <a:pt x="1168" y="98"/>
                  <a:pt x="1168" y="84"/>
                </a:cubicBezTo>
                <a:cubicBezTo>
                  <a:pt x="1168" y="84"/>
                  <a:pt x="1168" y="84"/>
                  <a:pt x="1168" y="84"/>
                </a:cubicBezTo>
                <a:cubicBezTo>
                  <a:pt x="1168" y="70"/>
                  <a:pt x="1177" y="58"/>
                  <a:pt x="1193" y="58"/>
                </a:cubicBezTo>
                <a:cubicBezTo>
                  <a:pt x="1208" y="58"/>
                  <a:pt x="1218" y="70"/>
                  <a:pt x="1218" y="84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3605959037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ackground pattern&#10;&#10;Description automatically generated">
            <a:extLst>
              <a:ext uri="{FF2B5EF4-FFF2-40B4-BE49-F238E27FC236}">
                <a16:creationId xmlns:a16="http://schemas.microsoft.com/office/drawing/2014/main" id="{0A3FDCC7-BA62-4365-BA68-B2059C6747E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36"/>
            <a:ext cx="12192000" cy="6857929"/>
          </a:xfrm>
          <a:prstGeom prst="rect">
            <a:avLst/>
          </a:prstGeom>
        </p:spPr>
      </p:pic>
      <p:sp>
        <p:nvSpPr>
          <p:cNvPr id="56" name="Title 16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750529" y="1524000"/>
            <a:ext cx="9914678" cy="3273368"/>
          </a:xfrm>
          <a:prstGeom prst="rect">
            <a:avLst/>
          </a:prstGeom>
        </p:spPr>
        <p:txBody>
          <a:bodyPr lIns="0" tIns="0" rIns="121899" bIns="0" anchor="b" anchorCtr="0"/>
          <a:lstStyle>
            <a:lvl1pPr marL="0" algn="l" defTabSz="1218987" rtl="0" eaLnBrk="1" latinLnBrk="0" hangingPunct="1">
              <a:lnSpc>
                <a:spcPct val="75000"/>
              </a:lnSpc>
              <a:spcBef>
                <a:spcPct val="0"/>
              </a:spcBef>
              <a:buNone/>
              <a:defRPr lang="en-US" sz="8000" b="1" kern="1200" cap="none" spc="-150" baseline="0" dirty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Presentation</a:t>
            </a:r>
            <a:br>
              <a:rPr lang="en-US" dirty="0"/>
            </a:br>
            <a:r>
              <a:rPr lang="en-US" dirty="0"/>
              <a:t>title here</a:t>
            </a:r>
          </a:p>
        </p:txBody>
      </p:sp>
      <p:sp>
        <p:nvSpPr>
          <p:cNvPr id="55" name="Subtitle 2"/>
          <p:cNvSpPr>
            <a:spLocks noGrp="1"/>
          </p:cNvSpPr>
          <p:nvPr userDrawn="1">
            <p:ph type="subTitle" idx="1" hasCustomPrompt="1"/>
          </p:nvPr>
        </p:nvSpPr>
        <p:spPr bwMode="gray">
          <a:xfrm>
            <a:off x="760612" y="5046115"/>
            <a:ext cx="9914678" cy="356616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indent="0"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600" b="0" kern="1200" cap="none" spc="0" baseline="0" dirty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6094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 Name | Date</a:t>
            </a:r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C178D7C6-5801-6B30-A6A7-963788E95D85}"/>
              </a:ext>
            </a:extLst>
          </p:cNvPr>
          <p:cNvGrpSpPr>
            <a:grpSpLocks noChangeAspect="1"/>
          </p:cNvGrpSpPr>
          <p:nvPr userDrawn="1"/>
        </p:nvGrpSpPr>
        <p:grpSpPr>
          <a:xfrm rot="16200000">
            <a:off x="10152631" y="2542790"/>
            <a:ext cx="3058160" cy="1020580"/>
            <a:chOff x="547688" y="952500"/>
            <a:chExt cx="12190413" cy="4067175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69E9C34A-28EF-207E-149B-9EBED2862D6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47688" y="952500"/>
              <a:ext cx="12190413" cy="40671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70" name="Freeform 7">
              <a:extLst>
                <a:ext uri="{FF2B5EF4-FFF2-40B4-BE49-F238E27FC236}">
                  <a16:creationId xmlns:a16="http://schemas.microsoft.com/office/drawing/2014/main" id="{158C3A6B-F5BB-E37E-DB3D-C1ABEA07F21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922838" y="2319338"/>
              <a:ext cx="1571625" cy="1590675"/>
            </a:xfrm>
            <a:custGeom>
              <a:avLst/>
              <a:gdLst>
                <a:gd name="T0" fmla="*/ 492 w 825"/>
                <a:gd name="T1" fmla="*/ 0 h 834"/>
                <a:gd name="T2" fmla="*/ 225 w 825"/>
                <a:gd name="T3" fmla="*/ 132 h 834"/>
                <a:gd name="T4" fmla="*/ 225 w 825"/>
                <a:gd name="T5" fmla="*/ 132 h 834"/>
                <a:gd name="T6" fmla="*/ 225 w 825"/>
                <a:gd name="T7" fmla="*/ 132 h 834"/>
                <a:gd name="T8" fmla="*/ 225 w 825"/>
                <a:gd name="T9" fmla="*/ 14 h 834"/>
                <a:gd name="T10" fmla="*/ 0 w 825"/>
                <a:gd name="T11" fmla="*/ 14 h 834"/>
                <a:gd name="T12" fmla="*/ 0 w 825"/>
                <a:gd name="T13" fmla="*/ 834 h 834"/>
                <a:gd name="T14" fmla="*/ 225 w 825"/>
                <a:gd name="T15" fmla="*/ 834 h 834"/>
                <a:gd name="T16" fmla="*/ 225 w 825"/>
                <a:gd name="T17" fmla="*/ 367 h 834"/>
                <a:gd name="T18" fmla="*/ 411 w 825"/>
                <a:gd name="T19" fmla="*/ 194 h 834"/>
                <a:gd name="T20" fmla="*/ 600 w 825"/>
                <a:gd name="T21" fmla="*/ 367 h 834"/>
                <a:gd name="T22" fmla="*/ 600 w 825"/>
                <a:gd name="T23" fmla="*/ 834 h 834"/>
                <a:gd name="T24" fmla="*/ 825 w 825"/>
                <a:gd name="T25" fmla="*/ 834 h 834"/>
                <a:gd name="T26" fmla="*/ 825 w 825"/>
                <a:gd name="T27" fmla="*/ 326 h 834"/>
                <a:gd name="T28" fmla="*/ 492 w 825"/>
                <a:gd name="T29" fmla="*/ 0 h 8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25" h="834">
                  <a:moveTo>
                    <a:pt x="492" y="0"/>
                  </a:moveTo>
                  <a:cubicBezTo>
                    <a:pt x="398" y="0"/>
                    <a:pt x="291" y="44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4"/>
                    <a:pt x="225" y="14"/>
                    <a:pt x="225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834"/>
                    <a:pt x="0" y="834"/>
                    <a:pt x="0" y="834"/>
                  </a:cubicBezTo>
                  <a:cubicBezTo>
                    <a:pt x="225" y="834"/>
                    <a:pt x="225" y="834"/>
                    <a:pt x="225" y="834"/>
                  </a:cubicBezTo>
                  <a:cubicBezTo>
                    <a:pt x="225" y="367"/>
                    <a:pt x="225" y="367"/>
                    <a:pt x="225" y="367"/>
                  </a:cubicBezTo>
                  <a:cubicBezTo>
                    <a:pt x="225" y="283"/>
                    <a:pt x="290" y="194"/>
                    <a:pt x="411" y="194"/>
                  </a:cubicBezTo>
                  <a:cubicBezTo>
                    <a:pt x="504" y="194"/>
                    <a:pt x="600" y="259"/>
                    <a:pt x="600" y="367"/>
                  </a:cubicBezTo>
                  <a:cubicBezTo>
                    <a:pt x="600" y="834"/>
                    <a:pt x="600" y="834"/>
                    <a:pt x="600" y="834"/>
                  </a:cubicBezTo>
                  <a:cubicBezTo>
                    <a:pt x="825" y="834"/>
                    <a:pt x="825" y="834"/>
                    <a:pt x="825" y="834"/>
                  </a:cubicBezTo>
                  <a:cubicBezTo>
                    <a:pt x="825" y="326"/>
                    <a:pt x="825" y="326"/>
                    <a:pt x="825" y="326"/>
                  </a:cubicBezTo>
                  <a:cubicBezTo>
                    <a:pt x="825" y="137"/>
                    <a:pt x="690" y="0"/>
                    <a:pt x="492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71" name="Freeform 8">
              <a:extLst>
                <a:ext uri="{FF2B5EF4-FFF2-40B4-BE49-F238E27FC236}">
                  <a16:creationId xmlns:a16="http://schemas.microsoft.com/office/drawing/2014/main" id="{A56AE87F-217D-4207-F227-987A2E7FEBF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77225" y="2346325"/>
              <a:ext cx="1755775" cy="1563688"/>
            </a:xfrm>
            <a:custGeom>
              <a:avLst/>
              <a:gdLst>
                <a:gd name="T0" fmla="*/ 797 w 1106"/>
                <a:gd name="T1" fmla="*/ 0 h 985"/>
                <a:gd name="T2" fmla="*/ 553 w 1106"/>
                <a:gd name="T3" fmla="*/ 671 h 985"/>
                <a:gd name="T4" fmla="*/ 308 w 1106"/>
                <a:gd name="T5" fmla="*/ 0 h 985"/>
                <a:gd name="T6" fmla="*/ 0 w 1106"/>
                <a:gd name="T7" fmla="*/ 0 h 985"/>
                <a:gd name="T8" fmla="*/ 405 w 1106"/>
                <a:gd name="T9" fmla="*/ 985 h 985"/>
                <a:gd name="T10" fmla="*/ 701 w 1106"/>
                <a:gd name="T11" fmla="*/ 985 h 985"/>
                <a:gd name="T12" fmla="*/ 1106 w 1106"/>
                <a:gd name="T13" fmla="*/ 0 h 985"/>
                <a:gd name="T14" fmla="*/ 797 w 1106"/>
                <a:gd name="T15" fmla="*/ 0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06" h="985">
                  <a:moveTo>
                    <a:pt x="797" y="0"/>
                  </a:moveTo>
                  <a:lnTo>
                    <a:pt x="553" y="671"/>
                  </a:lnTo>
                  <a:lnTo>
                    <a:pt x="308" y="0"/>
                  </a:lnTo>
                  <a:lnTo>
                    <a:pt x="0" y="0"/>
                  </a:lnTo>
                  <a:lnTo>
                    <a:pt x="405" y="985"/>
                  </a:lnTo>
                  <a:lnTo>
                    <a:pt x="701" y="985"/>
                  </a:lnTo>
                  <a:lnTo>
                    <a:pt x="1106" y="0"/>
                  </a:lnTo>
                  <a:lnTo>
                    <a:pt x="79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72" name="Freeform 9">
              <a:extLst>
                <a:ext uri="{FF2B5EF4-FFF2-40B4-BE49-F238E27FC236}">
                  <a16:creationId xmlns:a16="http://schemas.microsoft.com/office/drawing/2014/main" id="{D65BCC2D-74A9-8E37-6BBC-33B74966DAC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138488" y="2319338"/>
              <a:ext cx="1630363" cy="1617663"/>
            </a:xfrm>
            <a:custGeom>
              <a:avLst/>
              <a:gdLst>
                <a:gd name="T0" fmla="*/ 697 w 856"/>
                <a:gd name="T1" fmla="*/ 582 h 848"/>
                <a:gd name="T2" fmla="*/ 462 w 856"/>
                <a:gd name="T3" fmla="*/ 669 h 848"/>
                <a:gd name="T4" fmla="*/ 280 w 856"/>
                <a:gd name="T5" fmla="*/ 602 h 848"/>
                <a:gd name="T6" fmla="*/ 856 w 856"/>
                <a:gd name="T7" fmla="*/ 363 h 848"/>
                <a:gd name="T8" fmla="*/ 758 w 856"/>
                <a:gd name="T9" fmla="*/ 135 h 848"/>
                <a:gd name="T10" fmla="*/ 434 w 856"/>
                <a:gd name="T11" fmla="*/ 0 h 848"/>
                <a:gd name="T12" fmla="*/ 0 w 856"/>
                <a:gd name="T13" fmla="*/ 424 h 848"/>
                <a:gd name="T14" fmla="*/ 459 w 856"/>
                <a:gd name="T15" fmla="*/ 848 h 848"/>
                <a:gd name="T16" fmla="*/ 840 w 856"/>
                <a:gd name="T17" fmla="*/ 691 h 848"/>
                <a:gd name="T18" fmla="*/ 697 w 856"/>
                <a:gd name="T19" fmla="*/ 582 h 848"/>
                <a:gd name="T20" fmla="*/ 265 w 856"/>
                <a:gd name="T21" fmla="*/ 261 h 848"/>
                <a:gd name="T22" fmla="*/ 438 w 856"/>
                <a:gd name="T23" fmla="*/ 179 h 848"/>
                <a:gd name="T24" fmla="*/ 612 w 856"/>
                <a:gd name="T25" fmla="*/ 294 h 848"/>
                <a:gd name="T26" fmla="*/ 219 w 856"/>
                <a:gd name="T27" fmla="*/ 457 h 848"/>
                <a:gd name="T28" fmla="*/ 265 w 856"/>
                <a:gd name="T29" fmla="*/ 261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56" h="848">
                  <a:moveTo>
                    <a:pt x="697" y="582"/>
                  </a:moveTo>
                  <a:cubicBezTo>
                    <a:pt x="602" y="652"/>
                    <a:pt x="548" y="669"/>
                    <a:pt x="462" y="669"/>
                  </a:cubicBezTo>
                  <a:cubicBezTo>
                    <a:pt x="384" y="669"/>
                    <a:pt x="323" y="645"/>
                    <a:pt x="280" y="602"/>
                  </a:cubicBezTo>
                  <a:cubicBezTo>
                    <a:pt x="856" y="363"/>
                    <a:pt x="856" y="363"/>
                    <a:pt x="856" y="363"/>
                  </a:cubicBezTo>
                  <a:cubicBezTo>
                    <a:pt x="843" y="275"/>
                    <a:pt x="810" y="195"/>
                    <a:pt x="758" y="135"/>
                  </a:cubicBezTo>
                  <a:cubicBezTo>
                    <a:pt x="682" y="47"/>
                    <a:pt x="570" y="0"/>
                    <a:pt x="434" y="0"/>
                  </a:cubicBezTo>
                  <a:cubicBezTo>
                    <a:pt x="186" y="0"/>
                    <a:pt x="0" y="183"/>
                    <a:pt x="0" y="424"/>
                  </a:cubicBezTo>
                  <a:cubicBezTo>
                    <a:pt x="0" y="672"/>
                    <a:pt x="187" y="848"/>
                    <a:pt x="459" y="848"/>
                  </a:cubicBezTo>
                  <a:cubicBezTo>
                    <a:pt x="611" y="848"/>
                    <a:pt x="767" y="776"/>
                    <a:pt x="840" y="691"/>
                  </a:cubicBezTo>
                  <a:lnTo>
                    <a:pt x="697" y="582"/>
                  </a:lnTo>
                  <a:close/>
                  <a:moveTo>
                    <a:pt x="265" y="261"/>
                  </a:moveTo>
                  <a:cubicBezTo>
                    <a:pt x="303" y="210"/>
                    <a:pt x="364" y="179"/>
                    <a:pt x="438" y="179"/>
                  </a:cubicBezTo>
                  <a:cubicBezTo>
                    <a:pt x="519" y="179"/>
                    <a:pt x="581" y="226"/>
                    <a:pt x="612" y="294"/>
                  </a:cubicBezTo>
                  <a:cubicBezTo>
                    <a:pt x="219" y="457"/>
                    <a:pt x="219" y="457"/>
                    <a:pt x="219" y="457"/>
                  </a:cubicBezTo>
                  <a:cubicBezTo>
                    <a:pt x="208" y="374"/>
                    <a:pt x="230" y="308"/>
                    <a:pt x="265" y="26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73" name="Freeform 10">
              <a:extLst>
                <a:ext uri="{FF2B5EF4-FFF2-40B4-BE49-F238E27FC236}">
                  <a16:creationId xmlns:a16="http://schemas.microsoft.com/office/drawing/2014/main" id="{BA8558ED-E4BF-D888-EF3B-A311AFE8C47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5925" y="1879600"/>
              <a:ext cx="1409700" cy="2030413"/>
            </a:xfrm>
            <a:custGeom>
              <a:avLst/>
              <a:gdLst>
                <a:gd name="T0" fmla="*/ 888 w 888"/>
                <a:gd name="T1" fmla="*/ 1030 h 1279"/>
                <a:gd name="T2" fmla="*/ 274 w 888"/>
                <a:gd name="T3" fmla="*/ 1030 h 1279"/>
                <a:gd name="T4" fmla="*/ 274 w 888"/>
                <a:gd name="T5" fmla="*/ 0 h 1279"/>
                <a:gd name="T6" fmla="*/ 0 w 888"/>
                <a:gd name="T7" fmla="*/ 0 h 1279"/>
                <a:gd name="T8" fmla="*/ 0 w 888"/>
                <a:gd name="T9" fmla="*/ 1279 h 1279"/>
                <a:gd name="T10" fmla="*/ 888 w 888"/>
                <a:gd name="T11" fmla="*/ 1279 h 1279"/>
                <a:gd name="T12" fmla="*/ 888 w 888"/>
                <a:gd name="T13" fmla="*/ 1030 h 1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88" h="1279">
                  <a:moveTo>
                    <a:pt x="888" y="1030"/>
                  </a:moveTo>
                  <a:lnTo>
                    <a:pt x="274" y="1030"/>
                  </a:lnTo>
                  <a:lnTo>
                    <a:pt x="274" y="0"/>
                  </a:lnTo>
                  <a:lnTo>
                    <a:pt x="0" y="0"/>
                  </a:lnTo>
                  <a:lnTo>
                    <a:pt x="0" y="1279"/>
                  </a:lnTo>
                  <a:lnTo>
                    <a:pt x="888" y="1279"/>
                  </a:lnTo>
                  <a:lnTo>
                    <a:pt x="888" y="10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74" name="Freeform 10">
              <a:extLst>
                <a:ext uri="{FF2B5EF4-FFF2-40B4-BE49-F238E27FC236}">
                  <a16:creationId xmlns:a16="http://schemas.microsoft.com/office/drawing/2014/main" id="{AFF1776F-9DBA-D51E-8F71-E1FB30D76794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966325" y="2319338"/>
              <a:ext cx="1677988" cy="1617663"/>
            </a:xfrm>
            <a:custGeom>
              <a:avLst/>
              <a:gdLst>
                <a:gd name="T0" fmla="*/ 439 w 881"/>
                <a:gd name="T1" fmla="*/ 848 h 848"/>
                <a:gd name="T2" fmla="*/ 0 w 881"/>
                <a:gd name="T3" fmla="*/ 424 h 848"/>
                <a:gd name="T4" fmla="*/ 442 w 881"/>
                <a:gd name="T5" fmla="*/ 0 h 848"/>
                <a:gd name="T6" fmla="*/ 881 w 881"/>
                <a:gd name="T7" fmla="*/ 424 h 848"/>
                <a:gd name="T8" fmla="*/ 439 w 881"/>
                <a:gd name="T9" fmla="*/ 848 h 848"/>
                <a:gd name="T10" fmla="*/ 439 w 881"/>
                <a:gd name="T11" fmla="*/ 193 h 848"/>
                <a:gd name="T12" fmla="*/ 222 w 881"/>
                <a:gd name="T13" fmla="*/ 424 h 848"/>
                <a:gd name="T14" fmla="*/ 442 w 881"/>
                <a:gd name="T15" fmla="*/ 655 h 848"/>
                <a:gd name="T16" fmla="*/ 659 w 881"/>
                <a:gd name="T17" fmla="*/ 424 h 848"/>
                <a:gd name="T18" fmla="*/ 439 w 881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1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4" y="0"/>
                    <a:pt x="442" y="0"/>
                  </a:cubicBezTo>
                  <a:cubicBezTo>
                    <a:pt x="688" y="0"/>
                    <a:pt x="881" y="184"/>
                    <a:pt x="881" y="424"/>
                  </a:cubicBezTo>
                  <a:cubicBezTo>
                    <a:pt x="881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3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59" y="557"/>
                    <a:pt x="659" y="424"/>
                  </a:cubicBezTo>
                  <a:cubicBezTo>
                    <a:pt x="659" y="295"/>
                    <a:pt x="562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75" name="Freeform 11">
              <a:extLst>
                <a:ext uri="{FF2B5EF4-FFF2-40B4-BE49-F238E27FC236}">
                  <a16:creationId xmlns:a16="http://schemas.microsoft.com/office/drawing/2014/main" id="{820D6E3B-9704-EBDF-9D0D-A571A36CBC7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64325" y="2319338"/>
              <a:ext cx="1679575" cy="1617663"/>
            </a:xfrm>
            <a:custGeom>
              <a:avLst/>
              <a:gdLst>
                <a:gd name="T0" fmla="*/ 439 w 882"/>
                <a:gd name="T1" fmla="*/ 848 h 848"/>
                <a:gd name="T2" fmla="*/ 0 w 882"/>
                <a:gd name="T3" fmla="*/ 424 h 848"/>
                <a:gd name="T4" fmla="*/ 442 w 882"/>
                <a:gd name="T5" fmla="*/ 0 h 848"/>
                <a:gd name="T6" fmla="*/ 882 w 882"/>
                <a:gd name="T7" fmla="*/ 424 h 848"/>
                <a:gd name="T8" fmla="*/ 439 w 882"/>
                <a:gd name="T9" fmla="*/ 848 h 848"/>
                <a:gd name="T10" fmla="*/ 439 w 882"/>
                <a:gd name="T11" fmla="*/ 193 h 848"/>
                <a:gd name="T12" fmla="*/ 222 w 882"/>
                <a:gd name="T13" fmla="*/ 424 h 848"/>
                <a:gd name="T14" fmla="*/ 442 w 882"/>
                <a:gd name="T15" fmla="*/ 655 h 848"/>
                <a:gd name="T16" fmla="*/ 660 w 882"/>
                <a:gd name="T17" fmla="*/ 424 h 848"/>
                <a:gd name="T18" fmla="*/ 439 w 882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2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5" y="0"/>
                    <a:pt x="442" y="0"/>
                  </a:cubicBezTo>
                  <a:cubicBezTo>
                    <a:pt x="689" y="0"/>
                    <a:pt x="882" y="184"/>
                    <a:pt x="882" y="424"/>
                  </a:cubicBezTo>
                  <a:cubicBezTo>
                    <a:pt x="882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4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60" y="557"/>
                    <a:pt x="660" y="424"/>
                  </a:cubicBezTo>
                  <a:cubicBezTo>
                    <a:pt x="660" y="295"/>
                    <a:pt x="563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</p:grpSp>
      <p:sp>
        <p:nvSpPr>
          <p:cNvPr id="76" name="Freeform 5">
            <a:extLst>
              <a:ext uri="{FF2B5EF4-FFF2-40B4-BE49-F238E27FC236}">
                <a16:creationId xmlns:a16="http://schemas.microsoft.com/office/drawing/2014/main" id="{C002511A-253F-7F55-6C4F-3D51611D3CBF}"/>
              </a:ext>
            </a:extLst>
          </p:cNvPr>
          <p:cNvSpPr>
            <a:spLocks noChangeAspect="1" noEditPoints="1"/>
          </p:cNvSpPr>
          <p:nvPr userDrawn="1"/>
        </p:nvSpPr>
        <p:spPr bwMode="auto">
          <a:xfrm>
            <a:off x="750529" y="762000"/>
            <a:ext cx="3942091" cy="312470"/>
          </a:xfrm>
          <a:custGeom>
            <a:avLst/>
            <a:gdLst>
              <a:gd name="T0" fmla="*/ 557 w 2065"/>
              <a:gd name="T1" fmla="*/ 102 h 161"/>
              <a:gd name="T2" fmla="*/ 510 w 2065"/>
              <a:gd name="T3" fmla="*/ 76 h 161"/>
              <a:gd name="T4" fmla="*/ 583 w 2065"/>
              <a:gd name="T5" fmla="*/ 36 h 161"/>
              <a:gd name="T6" fmla="*/ 641 w 2065"/>
              <a:gd name="T7" fmla="*/ 34 h 161"/>
              <a:gd name="T8" fmla="*/ 2038 w 2065"/>
              <a:gd name="T9" fmla="*/ 1 h 161"/>
              <a:gd name="T10" fmla="*/ 706 w 2065"/>
              <a:gd name="T11" fmla="*/ 59 h 161"/>
              <a:gd name="T12" fmla="*/ 733 w 2065"/>
              <a:gd name="T13" fmla="*/ 100 h 161"/>
              <a:gd name="T14" fmla="*/ 1999 w 2065"/>
              <a:gd name="T15" fmla="*/ 132 h 161"/>
              <a:gd name="T16" fmla="*/ 760 w 2065"/>
              <a:gd name="T17" fmla="*/ 84 h 161"/>
              <a:gd name="T18" fmla="*/ 787 w 2065"/>
              <a:gd name="T19" fmla="*/ 93 h 161"/>
              <a:gd name="T20" fmla="*/ 828 w 2065"/>
              <a:gd name="T21" fmla="*/ 76 h 161"/>
              <a:gd name="T22" fmla="*/ 133 w 2065"/>
              <a:gd name="T23" fmla="*/ 36 h 161"/>
              <a:gd name="T24" fmla="*/ 166 w 2065"/>
              <a:gd name="T25" fmla="*/ 78 h 161"/>
              <a:gd name="T26" fmla="*/ 225 w 2065"/>
              <a:gd name="T27" fmla="*/ 132 h 161"/>
              <a:gd name="T28" fmla="*/ 32 w 2065"/>
              <a:gd name="T29" fmla="*/ 40 h 161"/>
              <a:gd name="T30" fmla="*/ 5 w 2065"/>
              <a:gd name="T31" fmla="*/ 43 h 161"/>
              <a:gd name="T32" fmla="*/ 0 w 2065"/>
              <a:gd name="T33" fmla="*/ 114 h 161"/>
              <a:gd name="T34" fmla="*/ 266 w 2065"/>
              <a:gd name="T35" fmla="*/ 43 h 161"/>
              <a:gd name="T36" fmla="*/ 258 w 2065"/>
              <a:gd name="T37" fmla="*/ 104 h 161"/>
              <a:gd name="T38" fmla="*/ 347 w 2065"/>
              <a:gd name="T39" fmla="*/ 76 h 161"/>
              <a:gd name="T40" fmla="*/ 285 w 2065"/>
              <a:gd name="T41" fmla="*/ 103 h 161"/>
              <a:gd name="T42" fmla="*/ 429 w 2065"/>
              <a:gd name="T43" fmla="*/ 36 h 161"/>
              <a:gd name="T44" fmla="*/ 479 w 2065"/>
              <a:gd name="T45" fmla="*/ 128 h 161"/>
              <a:gd name="T46" fmla="*/ 479 w 2065"/>
              <a:gd name="T47" fmla="*/ 36 h 161"/>
              <a:gd name="T48" fmla="*/ 354 w 2065"/>
              <a:gd name="T49" fmla="*/ 132 h 161"/>
              <a:gd name="T50" fmla="*/ 382 w 2065"/>
              <a:gd name="T51" fmla="*/ 55 h 161"/>
              <a:gd name="T52" fmla="*/ 1387 w 2065"/>
              <a:gd name="T53" fmla="*/ 84 h 161"/>
              <a:gd name="T54" fmla="*/ 1335 w 2065"/>
              <a:gd name="T55" fmla="*/ 58 h 161"/>
              <a:gd name="T56" fmla="*/ 1834 w 2065"/>
              <a:gd name="T57" fmla="*/ 132 h 161"/>
              <a:gd name="T58" fmla="*/ 1748 w 2065"/>
              <a:gd name="T59" fmla="*/ 34 h 161"/>
              <a:gd name="T60" fmla="*/ 1748 w 2065"/>
              <a:gd name="T61" fmla="*/ 34 h 161"/>
              <a:gd name="T62" fmla="*/ 1773 w 2065"/>
              <a:gd name="T63" fmla="*/ 84 h 161"/>
              <a:gd name="T64" fmla="*/ 1465 w 2065"/>
              <a:gd name="T65" fmla="*/ 109 h 161"/>
              <a:gd name="T66" fmla="*/ 1480 w 2065"/>
              <a:gd name="T67" fmla="*/ 148 h 161"/>
              <a:gd name="T68" fmla="*/ 1442 w 2065"/>
              <a:gd name="T69" fmla="*/ 102 h 161"/>
              <a:gd name="T70" fmla="*/ 1675 w 2065"/>
              <a:gd name="T71" fmla="*/ 37 h 161"/>
              <a:gd name="T72" fmla="*/ 1655 w 2065"/>
              <a:gd name="T73" fmla="*/ 7 h 161"/>
              <a:gd name="T74" fmla="*/ 1648 w 2065"/>
              <a:gd name="T75" fmla="*/ 132 h 161"/>
              <a:gd name="T76" fmla="*/ 1526 w 2065"/>
              <a:gd name="T77" fmla="*/ 36 h 161"/>
              <a:gd name="T78" fmla="*/ 1528 w 2065"/>
              <a:gd name="T79" fmla="*/ 161 h 161"/>
              <a:gd name="T80" fmla="*/ 980 w 2065"/>
              <a:gd name="T81" fmla="*/ 49 h 161"/>
              <a:gd name="T82" fmla="*/ 997 w 2065"/>
              <a:gd name="T83" fmla="*/ 59 h 161"/>
              <a:gd name="T84" fmla="*/ 1250 w 2065"/>
              <a:gd name="T85" fmla="*/ 132 h 161"/>
              <a:gd name="T86" fmla="*/ 1075 w 2065"/>
              <a:gd name="T87" fmla="*/ 49 h 161"/>
              <a:gd name="T88" fmla="*/ 1092 w 2065"/>
              <a:gd name="T89" fmla="*/ 59 h 161"/>
              <a:gd name="T90" fmla="*/ 910 w 2065"/>
              <a:gd name="T91" fmla="*/ 111 h 161"/>
              <a:gd name="T92" fmla="*/ 909 w 2065"/>
              <a:gd name="T93" fmla="*/ 34 h 161"/>
              <a:gd name="T94" fmla="*/ 910 w 2065"/>
              <a:gd name="T95" fmla="*/ 111 h 161"/>
              <a:gd name="T96" fmla="*/ 1962 w 2065"/>
              <a:gd name="T97" fmla="*/ 77 h 161"/>
              <a:gd name="T98" fmla="*/ 1962 w 2065"/>
              <a:gd name="T99" fmla="*/ 132 h 161"/>
              <a:gd name="T100" fmla="*/ 1941 w 2065"/>
              <a:gd name="T101" fmla="*/ 115 h 161"/>
              <a:gd name="T102" fmla="*/ 1193 w 2065"/>
              <a:gd name="T103" fmla="*/ 34 h 161"/>
              <a:gd name="T104" fmla="*/ 1193 w 2065"/>
              <a:gd name="T105" fmla="*/ 34 h 161"/>
              <a:gd name="T106" fmla="*/ 1218 w 2065"/>
              <a:gd name="T107" fmla="*/ 84 h 16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</a:cxnLst>
            <a:rect l="0" t="0" r="r" b="b"/>
            <a:pathLst>
              <a:path w="2065" h="161">
                <a:moveTo>
                  <a:pt x="530" y="34"/>
                </a:moveTo>
                <a:cubicBezTo>
                  <a:pt x="502" y="34"/>
                  <a:pt x="483" y="57"/>
                  <a:pt x="483" y="84"/>
                </a:cubicBezTo>
                <a:cubicBezTo>
                  <a:pt x="483" y="84"/>
                  <a:pt x="483" y="84"/>
                  <a:pt x="483" y="84"/>
                </a:cubicBezTo>
                <a:cubicBezTo>
                  <a:pt x="483" y="114"/>
                  <a:pt x="504" y="134"/>
                  <a:pt x="533" y="134"/>
                </a:cubicBezTo>
                <a:cubicBezTo>
                  <a:pt x="551" y="134"/>
                  <a:pt x="563" y="127"/>
                  <a:pt x="572" y="116"/>
                </a:cubicBezTo>
                <a:cubicBezTo>
                  <a:pt x="557" y="102"/>
                  <a:pt x="557" y="102"/>
                  <a:pt x="557" y="102"/>
                </a:cubicBezTo>
                <a:cubicBezTo>
                  <a:pt x="549" y="109"/>
                  <a:pt x="543" y="112"/>
                  <a:pt x="533" y="112"/>
                </a:cubicBezTo>
                <a:cubicBezTo>
                  <a:pt x="521" y="112"/>
                  <a:pt x="513" y="106"/>
                  <a:pt x="510" y="93"/>
                </a:cubicBezTo>
                <a:cubicBezTo>
                  <a:pt x="577" y="93"/>
                  <a:pt x="577" y="93"/>
                  <a:pt x="577" y="93"/>
                </a:cubicBezTo>
                <a:cubicBezTo>
                  <a:pt x="577" y="91"/>
                  <a:pt x="577" y="88"/>
                  <a:pt x="577" y="86"/>
                </a:cubicBezTo>
                <a:cubicBezTo>
                  <a:pt x="577" y="59"/>
                  <a:pt x="563" y="34"/>
                  <a:pt x="530" y="34"/>
                </a:cubicBezTo>
                <a:close/>
                <a:moveTo>
                  <a:pt x="510" y="76"/>
                </a:moveTo>
                <a:cubicBezTo>
                  <a:pt x="512" y="64"/>
                  <a:pt x="519" y="56"/>
                  <a:pt x="530" y="56"/>
                </a:cubicBezTo>
                <a:cubicBezTo>
                  <a:pt x="542" y="56"/>
                  <a:pt x="549" y="64"/>
                  <a:pt x="551" y="76"/>
                </a:cubicBezTo>
                <a:lnTo>
                  <a:pt x="510" y="76"/>
                </a:lnTo>
                <a:close/>
                <a:moveTo>
                  <a:pt x="610" y="55"/>
                </a:moveTo>
                <a:cubicBezTo>
                  <a:pt x="610" y="36"/>
                  <a:pt x="610" y="36"/>
                  <a:pt x="610" y="36"/>
                </a:cubicBezTo>
                <a:cubicBezTo>
                  <a:pt x="583" y="36"/>
                  <a:pt x="583" y="36"/>
                  <a:pt x="583" y="36"/>
                </a:cubicBezTo>
                <a:cubicBezTo>
                  <a:pt x="583" y="132"/>
                  <a:pt x="583" y="132"/>
                  <a:pt x="583" y="132"/>
                </a:cubicBezTo>
                <a:cubicBezTo>
                  <a:pt x="610" y="132"/>
                  <a:pt x="610" y="132"/>
                  <a:pt x="610" y="132"/>
                </a:cubicBezTo>
                <a:cubicBezTo>
                  <a:pt x="610" y="97"/>
                  <a:pt x="610" y="97"/>
                  <a:pt x="610" y="97"/>
                </a:cubicBezTo>
                <a:cubicBezTo>
                  <a:pt x="610" y="74"/>
                  <a:pt x="621" y="63"/>
                  <a:pt x="640" y="63"/>
                </a:cubicBezTo>
                <a:cubicBezTo>
                  <a:pt x="641" y="63"/>
                  <a:pt x="641" y="63"/>
                  <a:pt x="641" y="63"/>
                </a:cubicBezTo>
                <a:cubicBezTo>
                  <a:pt x="641" y="34"/>
                  <a:pt x="641" y="34"/>
                  <a:pt x="641" y="34"/>
                </a:cubicBezTo>
                <a:cubicBezTo>
                  <a:pt x="625" y="33"/>
                  <a:pt x="616" y="42"/>
                  <a:pt x="610" y="55"/>
                </a:cubicBezTo>
                <a:close/>
                <a:moveTo>
                  <a:pt x="2038" y="1"/>
                </a:moveTo>
                <a:cubicBezTo>
                  <a:pt x="2038" y="132"/>
                  <a:pt x="2038" y="132"/>
                  <a:pt x="2038" y="132"/>
                </a:cubicBezTo>
                <a:cubicBezTo>
                  <a:pt x="2065" y="132"/>
                  <a:pt x="2065" y="132"/>
                  <a:pt x="2065" y="132"/>
                </a:cubicBezTo>
                <a:cubicBezTo>
                  <a:pt x="2065" y="1"/>
                  <a:pt x="2065" y="1"/>
                  <a:pt x="2065" y="1"/>
                </a:cubicBezTo>
                <a:lnTo>
                  <a:pt x="2038" y="1"/>
                </a:lnTo>
                <a:close/>
                <a:moveTo>
                  <a:pt x="733" y="11"/>
                </a:moveTo>
                <a:cubicBezTo>
                  <a:pt x="706" y="11"/>
                  <a:pt x="706" y="11"/>
                  <a:pt x="706" y="11"/>
                </a:cubicBezTo>
                <a:cubicBezTo>
                  <a:pt x="706" y="36"/>
                  <a:pt x="706" y="36"/>
                  <a:pt x="706" y="36"/>
                </a:cubicBezTo>
                <a:cubicBezTo>
                  <a:pt x="694" y="36"/>
                  <a:pt x="694" y="36"/>
                  <a:pt x="694" y="36"/>
                </a:cubicBezTo>
                <a:cubicBezTo>
                  <a:pt x="694" y="59"/>
                  <a:pt x="694" y="59"/>
                  <a:pt x="694" y="59"/>
                </a:cubicBezTo>
                <a:cubicBezTo>
                  <a:pt x="706" y="59"/>
                  <a:pt x="706" y="59"/>
                  <a:pt x="706" y="59"/>
                </a:cubicBezTo>
                <a:cubicBezTo>
                  <a:pt x="706" y="105"/>
                  <a:pt x="706" y="105"/>
                  <a:pt x="706" y="105"/>
                </a:cubicBezTo>
                <a:cubicBezTo>
                  <a:pt x="706" y="127"/>
                  <a:pt x="717" y="134"/>
                  <a:pt x="734" y="134"/>
                </a:cubicBezTo>
                <a:cubicBezTo>
                  <a:pt x="743" y="134"/>
                  <a:pt x="750" y="132"/>
                  <a:pt x="755" y="128"/>
                </a:cubicBezTo>
                <a:cubicBezTo>
                  <a:pt x="755" y="106"/>
                  <a:pt x="755" y="106"/>
                  <a:pt x="755" y="106"/>
                </a:cubicBezTo>
                <a:cubicBezTo>
                  <a:pt x="752" y="108"/>
                  <a:pt x="747" y="110"/>
                  <a:pt x="742" y="110"/>
                </a:cubicBezTo>
                <a:cubicBezTo>
                  <a:pt x="736" y="110"/>
                  <a:pt x="733" y="107"/>
                  <a:pt x="733" y="100"/>
                </a:cubicBezTo>
                <a:cubicBezTo>
                  <a:pt x="733" y="59"/>
                  <a:pt x="733" y="59"/>
                  <a:pt x="733" y="59"/>
                </a:cubicBezTo>
                <a:cubicBezTo>
                  <a:pt x="756" y="59"/>
                  <a:pt x="756" y="59"/>
                  <a:pt x="756" y="59"/>
                </a:cubicBezTo>
                <a:cubicBezTo>
                  <a:pt x="756" y="36"/>
                  <a:pt x="756" y="36"/>
                  <a:pt x="756" y="36"/>
                </a:cubicBezTo>
                <a:cubicBezTo>
                  <a:pt x="733" y="36"/>
                  <a:pt x="733" y="36"/>
                  <a:pt x="733" y="36"/>
                </a:cubicBezTo>
                <a:lnTo>
                  <a:pt x="733" y="11"/>
                </a:lnTo>
                <a:close/>
                <a:moveTo>
                  <a:pt x="1999" y="132"/>
                </a:moveTo>
                <a:cubicBezTo>
                  <a:pt x="2027" y="132"/>
                  <a:pt x="2027" y="132"/>
                  <a:pt x="2027" y="132"/>
                </a:cubicBezTo>
                <a:cubicBezTo>
                  <a:pt x="2027" y="1"/>
                  <a:pt x="2027" y="1"/>
                  <a:pt x="2027" y="1"/>
                </a:cubicBezTo>
                <a:cubicBezTo>
                  <a:pt x="1999" y="1"/>
                  <a:pt x="1999" y="1"/>
                  <a:pt x="1999" y="1"/>
                </a:cubicBezTo>
                <a:lnTo>
                  <a:pt x="1999" y="132"/>
                </a:lnTo>
                <a:close/>
                <a:moveTo>
                  <a:pt x="807" y="34"/>
                </a:moveTo>
                <a:cubicBezTo>
                  <a:pt x="779" y="34"/>
                  <a:pt x="760" y="57"/>
                  <a:pt x="760" y="84"/>
                </a:cubicBezTo>
                <a:cubicBezTo>
                  <a:pt x="760" y="84"/>
                  <a:pt x="760" y="84"/>
                  <a:pt x="760" y="84"/>
                </a:cubicBezTo>
                <a:cubicBezTo>
                  <a:pt x="760" y="114"/>
                  <a:pt x="781" y="134"/>
                  <a:pt x="810" y="134"/>
                </a:cubicBezTo>
                <a:cubicBezTo>
                  <a:pt x="827" y="134"/>
                  <a:pt x="840" y="127"/>
                  <a:pt x="849" y="116"/>
                </a:cubicBezTo>
                <a:cubicBezTo>
                  <a:pt x="834" y="102"/>
                  <a:pt x="834" y="102"/>
                  <a:pt x="834" y="102"/>
                </a:cubicBezTo>
                <a:cubicBezTo>
                  <a:pt x="826" y="109"/>
                  <a:pt x="820" y="112"/>
                  <a:pt x="810" y="112"/>
                </a:cubicBezTo>
                <a:cubicBezTo>
                  <a:pt x="798" y="112"/>
                  <a:pt x="790" y="106"/>
                  <a:pt x="787" y="93"/>
                </a:cubicBezTo>
                <a:cubicBezTo>
                  <a:pt x="854" y="93"/>
                  <a:pt x="854" y="93"/>
                  <a:pt x="854" y="93"/>
                </a:cubicBezTo>
                <a:cubicBezTo>
                  <a:pt x="854" y="91"/>
                  <a:pt x="854" y="88"/>
                  <a:pt x="854" y="86"/>
                </a:cubicBezTo>
                <a:cubicBezTo>
                  <a:pt x="854" y="59"/>
                  <a:pt x="839" y="34"/>
                  <a:pt x="807" y="34"/>
                </a:cubicBezTo>
                <a:close/>
                <a:moveTo>
                  <a:pt x="787" y="76"/>
                </a:moveTo>
                <a:cubicBezTo>
                  <a:pt x="789" y="64"/>
                  <a:pt x="796" y="56"/>
                  <a:pt x="807" y="56"/>
                </a:cubicBezTo>
                <a:cubicBezTo>
                  <a:pt x="819" y="56"/>
                  <a:pt x="826" y="64"/>
                  <a:pt x="828" y="76"/>
                </a:cubicBezTo>
                <a:lnTo>
                  <a:pt x="787" y="76"/>
                </a:lnTo>
                <a:close/>
                <a:moveTo>
                  <a:pt x="220" y="34"/>
                </a:moveTo>
                <a:cubicBezTo>
                  <a:pt x="207" y="34"/>
                  <a:pt x="197" y="39"/>
                  <a:pt x="189" y="49"/>
                </a:cubicBezTo>
                <a:cubicBezTo>
                  <a:pt x="184" y="40"/>
                  <a:pt x="174" y="34"/>
                  <a:pt x="161" y="34"/>
                </a:cubicBezTo>
                <a:cubicBezTo>
                  <a:pt x="148" y="34"/>
                  <a:pt x="139" y="41"/>
                  <a:pt x="133" y="50"/>
                </a:cubicBezTo>
                <a:cubicBezTo>
                  <a:pt x="133" y="36"/>
                  <a:pt x="133" y="36"/>
                  <a:pt x="133" y="36"/>
                </a:cubicBezTo>
                <a:cubicBezTo>
                  <a:pt x="106" y="36"/>
                  <a:pt x="106" y="36"/>
                  <a:pt x="106" y="36"/>
                </a:cubicBezTo>
                <a:cubicBezTo>
                  <a:pt x="106" y="132"/>
                  <a:pt x="106" y="132"/>
                  <a:pt x="106" y="132"/>
                </a:cubicBezTo>
                <a:cubicBezTo>
                  <a:pt x="133" y="132"/>
                  <a:pt x="133" y="132"/>
                  <a:pt x="133" y="132"/>
                </a:cubicBezTo>
                <a:cubicBezTo>
                  <a:pt x="133" y="78"/>
                  <a:pt x="133" y="78"/>
                  <a:pt x="133" y="78"/>
                </a:cubicBezTo>
                <a:cubicBezTo>
                  <a:pt x="133" y="65"/>
                  <a:pt x="139" y="59"/>
                  <a:pt x="150" y="59"/>
                </a:cubicBezTo>
                <a:cubicBezTo>
                  <a:pt x="160" y="59"/>
                  <a:pt x="166" y="65"/>
                  <a:pt x="166" y="78"/>
                </a:cubicBezTo>
                <a:cubicBezTo>
                  <a:pt x="166" y="132"/>
                  <a:pt x="166" y="132"/>
                  <a:pt x="166" y="132"/>
                </a:cubicBezTo>
                <a:cubicBezTo>
                  <a:pt x="193" y="132"/>
                  <a:pt x="193" y="132"/>
                  <a:pt x="193" y="132"/>
                </a:cubicBezTo>
                <a:cubicBezTo>
                  <a:pt x="193" y="78"/>
                  <a:pt x="193" y="78"/>
                  <a:pt x="193" y="78"/>
                </a:cubicBezTo>
                <a:cubicBezTo>
                  <a:pt x="193" y="65"/>
                  <a:pt x="199" y="59"/>
                  <a:pt x="209" y="59"/>
                </a:cubicBezTo>
                <a:cubicBezTo>
                  <a:pt x="220" y="59"/>
                  <a:pt x="225" y="65"/>
                  <a:pt x="225" y="78"/>
                </a:cubicBezTo>
                <a:cubicBezTo>
                  <a:pt x="225" y="132"/>
                  <a:pt x="225" y="132"/>
                  <a:pt x="225" y="132"/>
                </a:cubicBezTo>
                <a:cubicBezTo>
                  <a:pt x="253" y="132"/>
                  <a:pt x="253" y="132"/>
                  <a:pt x="253" y="132"/>
                </a:cubicBezTo>
                <a:cubicBezTo>
                  <a:pt x="253" y="69"/>
                  <a:pt x="253" y="69"/>
                  <a:pt x="253" y="69"/>
                </a:cubicBezTo>
                <a:cubicBezTo>
                  <a:pt x="253" y="46"/>
                  <a:pt x="240" y="34"/>
                  <a:pt x="220" y="34"/>
                </a:cubicBezTo>
                <a:close/>
                <a:moveTo>
                  <a:pt x="59" y="57"/>
                </a:moveTo>
                <a:cubicBezTo>
                  <a:pt x="38" y="51"/>
                  <a:pt x="32" y="49"/>
                  <a:pt x="32" y="40"/>
                </a:cubicBezTo>
                <a:cubicBezTo>
                  <a:pt x="32" y="40"/>
                  <a:pt x="32" y="40"/>
                  <a:pt x="32" y="40"/>
                </a:cubicBezTo>
                <a:cubicBezTo>
                  <a:pt x="32" y="34"/>
                  <a:pt x="38" y="29"/>
                  <a:pt x="48" y="29"/>
                </a:cubicBezTo>
                <a:cubicBezTo>
                  <a:pt x="59" y="29"/>
                  <a:pt x="70" y="34"/>
                  <a:pt x="81" y="41"/>
                </a:cubicBezTo>
                <a:cubicBezTo>
                  <a:pt x="95" y="21"/>
                  <a:pt x="95" y="21"/>
                  <a:pt x="95" y="21"/>
                </a:cubicBezTo>
                <a:cubicBezTo>
                  <a:pt x="83" y="10"/>
                  <a:pt x="67" y="5"/>
                  <a:pt x="49" y="5"/>
                </a:cubicBezTo>
                <a:cubicBezTo>
                  <a:pt x="23" y="5"/>
                  <a:pt x="5" y="20"/>
                  <a:pt x="5" y="43"/>
                </a:cubicBezTo>
                <a:cubicBezTo>
                  <a:pt x="5" y="43"/>
                  <a:pt x="5" y="43"/>
                  <a:pt x="5" y="43"/>
                </a:cubicBezTo>
                <a:cubicBezTo>
                  <a:pt x="5" y="68"/>
                  <a:pt x="21" y="75"/>
                  <a:pt x="46" y="81"/>
                </a:cubicBezTo>
                <a:cubicBezTo>
                  <a:pt x="67" y="87"/>
                  <a:pt x="72" y="90"/>
                  <a:pt x="72" y="97"/>
                </a:cubicBezTo>
                <a:cubicBezTo>
                  <a:pt x="72" y="98"/>
                  <a:pt x="72" y="98"/>
                  <a:pt x="72" y="98"/>
                </a:cubicBezTo>
                <a:cubicBezTo>
                  <a:pt x="72" y="105"/>
                  <a:pt x="65" y="109"/>
                  <a:pt x="54" y="109"/>
                </a:cubicBezTo>
                <a:cubicBezTo>
                  <a:pt x="39" y="109"/>
                  <a:pt x="27" y="104"/>
                  <a:pt x="16" y="94"/>
                </a:cubicBezTo>
                <a:cubicBezTo>
                  <a:pt x="0" y="114"/>
                  <a:pt x="0" y="114"/>
                  <a:pt x="0" y="114"/>
                </a:cubicBezTo>
                <a:cubicBezTo>
                  <a:pt x="15" y="127"/>
                  <a:pt x="34" y="134"/>
                  <a:pt x="53" y="134"/>
                </a:cubicBezTo>
                <a:cubicBezTo>
                  <a:pt x="80" y="134"/>
                  <a:pt x="99" y="120"/>
                  <a:pt x="99" y="95"/>
                </a:cubicBezTo>
                <a:cubicBezTo>
                  <a:pt x="99" y="95"/>
                  <a:pt x="99" y="95"/>
                  <a:pt x="99" y="95"/>
                </a:cubicBezTo>
                <a:cubicBezTo>
                  <a:pt x="99" y="73"/>
                  <a:pt x="85" y="63"/>
                  <a:pt x="59" y="57"/>
                </a:cubicBezTo>
                <a:close/>
                <a:moveTo>
                  <a:pt x="304" y="35"/>
                </a:moveTo>
                <a:cubicBezTo>
                  <a:pt x="287" y="35"/>
                  <a:pt x="277" y="38"/>
                  <a:pt x="266" y="43"/>
                </a:cubicBezTo>
                <a:cubicBezTo>
                  <a:pt x="273" y="63"/>
                  <a:pt x="273" y="63"/>
                  <a:pt x="273" y="63"/>
                </a:cubicBezTo>
                <a:cubicBezTo>
                  <a:pt x="282" y="60"/>
                  <a:pt x="289" y="58"/>
                  <a:pt x="300" y="58"/>
                </a:cubicBezTo>
                <a:cubicBezTo>
                  <a:pt x="313" y="58"/>
                  <a:pt x="320" y="64"/>
                  <a:pt x="320" y="76"/>
                </a:cubicBezTo>
                <a:cubicBezTo>
                  <a:pt x="320" y="77"/>
                  <a:pt x="320" y="77"/>
                  <a:pt x="320" y="77"/>
                </a:cubicBezTo>
                <a:cubicBezTo>
                  <a:pt x="314" y="75"/>
                  <a:pt x="307" y="73"/>
                  <a:pt x="297" y="73"/>
                </a:cubicBezTo>
                <a:cubicBezTo>
                  <a:pt x="274" y="73"/>
                  <a:pt x="258" y="83"/>
                  <a:pt x="258" y="104"/>
                </a:cubicBezTo>
                <a:cubicBezTo>
                  <a:pt x="258" y="104"/>
                  <a:pt x="258" y="104"/>
                  <a:pt x="258" y="104"/>
                </a:cubicBezTo>
                <a:cubicBezTo>
                  <a:pt x="258" y="123"/>
                  <a:pt x="273" y="134"/>
                  <a:pt x="291" y="134"/>
                </a:cubicBezTo>
                <a:cubicBezTo>
                  <a:pt x="304" y="134"/>
                  <a:pt x="314" y="129"/>
                  <a:pt x="320" y="122"/>
                </a:cubicBezTo>
                <a:cubicBezTo>
                  <a:pt x="320" y="132"/>
                  <a:pt x="320" y="132"/>
                  <a:pt x="320" y="132"/>
                </a:cubicBezTo>
                <a:cubicBezTo>
                  <a:pt x="347" y="132"/>
                  <a:pt x="347" y="132"/>
                  <a:pt x="347" y="132"/>
                </a:cubicBezTo>
                <a:cubicBezTo>
                  <a:pt x="347" y="76"/>
                  <a:pt x="347" y="76"/>
                  <a:pt x="347" y="76"/>
                </a:cubicBezTo>
                <a:cubicBezTo>
                  <a:pt x="347" y="63"/>
                  <a:pt x="343" y="53"/>
                  <a:pt x="336" y="46"/>
                </a:cubicBezTo>
                <a:cubicBezTo>
                  <a:pt x="329" y="39"/>
                  <a:pt x="319" y="35"/>
                  <a:pt x="304" y="35"/>
                </a:cubicBezTo>
                <a:close/>
                <a:moveTo>
                  <a:pt x="321" y="98"/>
                </a:moveTo>
                <a:cubicBezTo>
                  <a:pt x="321" y="108"/>
                  <a:pt x="312" y="115"/>
                  <a:pt x="299" y="115"/>
                </a:cubicBezTo>
                <a:cubicBezTo>
                  <a:pt x="291" y="115"/>
                  <a:pt x="285" y="111"/>
                  <a:pt x="285" y="103"/>
                </a:cubicBezTo>
                <a:cubicBezTo>
                  <a:pt x="285" y="103"/>
                  <a:pt x="285" y="103"/>
                  <a:pt x="285" y="103"/>
                </a:cubicBezTo>
                <a:cubicBezTo>
                  <a:pt x="285" y="94"/>
                  <a:pt x="292" y="90"/>
                  <a:pt x="303" y="90"/>
                </a:cubicBezTo>
                <a:cubicBezTo>
                  <a:pt x="310" y="90"/>
                  <a:pt x="316" y="91"/>
                  <a:pt x="321" y="93"/>
                </a:cubicBezTo>
                <a:lnTo>
                  <a:pt x="321" y="98"/>
                </a:lnTo>
                <a:close/>
                <a:moveTo>
                  <a:pt x="457" y="11"/>
                </a:moveTo>
                <a:cubicBezTo>
                  <a:pt x="429" y="11"/>
                  <a:pt x="429" y="11"/>
                  <a:pt x="429" y="11"/>
                </a:cubicBezTo>
                <a:cubicBezTo>
                  <a:pt x="429" y="36"/>
                  <a:pt x="429" y="36"/>
                  <a:pt x="429" y="36"/>
                </a:cubicBezTo>
                <a:cubicBezTo>
                  <a:pt x="418" y="36"/>
                  <a:pt x="418" y="36"/>
                  <a:pt x="418" y="36"/>
                </a:cubicBezTo>
                <a:cubicBezTo>
                  <a:pt x="418" y="59"/>
                  <a:pt x="418" y="59"/>
                  <a:pt x="418" y="59"/>
                </a:cubicBezTo>
                <a:cubicBezTo>
                  <a:pt x="429" y="59"/>
                  <a:pt x="429" y="59"/>
                  <a:pt x="429" y="59"/>
                </a:cubicBezTo>
                <a:cubicBezTo>
                  <a:pt x="429" y="105"/>
                  <a:pt x="429" y="105"/>
                  <a:pt x="429" y="105"/>
                </a:cubicBezTo>
                <a:cubicBezTo>
                  <a:pt x="429" y="127"/>
                  <a:pt x="441" y="134"/>
                  <a:pt x="457" y="134"/>
                </a:cubicBezTo>
                <a:cubicBezTo>
                  <a:pt x="466" y="134"/>
                  <a:pt x="473" y="132"/>
                  <a:pt x="479" y="128"/>
                </a:cubicBezTo>
                <a:cubicBezTo>
                  <a:pt x="479" y="106"/>
                  <a:pt x="479" y="106"/>
                  <a:pt x="479" y="106"/>
                </a:cubicBezTo>
                <a:cubicBezTo>
                  <a:pt x="475" y="108"/>
                  <a:pt x="470" y="110"/>
                  <a:pt x="465" y="110"/>
                </a:cubicBezTo>
                <a:cubicBezTo>
                  <a:pt x="459" y="110"/>
                  <a:pt x="457" y="107"/>
                  <a:pt x="457" y="100"/>
                </a:cubicBezTo>
                <a:cubicBezTo>
                  <a:pt x="457" y="59"/>
                  <a:pt x="457" y="59"/>
                  <a:pt x="457" y="59"/>
                </a:cubicBezTo>
                <a:cubicBezTo>
                  <a:pt x="479" y="59"/>
                  <a:pt x="479" y="59"/>
                  <a:pt x="479" y="59"/>
                </a:cubicBezTo>
                <a:cubicBezTo>
                  <a:pt x="479" y="36"/>
                  <a:pt x="479" y="36"/>
                  <a:pt x="479" y="36"/>
                </a:cubicBezTo>
                <a:cubicBezTo>
                  <a:pt x="457" y="36"/>
                  <a:pt x="457" y="36"/>
                  <a:pt x="457" y="36"/>
                </a:cubicBezTo>
                <a:lnTo>
                  <a:pt x="457" y="11"/>
                </a:lnTo>
                <a:close/>
                <a:moveTo>
                  <a:pt x="382" y="55"/>
                </a:moveTo>
                <a:cubicBezTo>
                  <a:pt x="382" y="36"/>
                  <a:pt x="382" y="36"/>
                  <a:pt x="382" y="36"/>
                </a:cubicBezTo>
                <a:cubicBezTo>
                  <a:pt x="354" y="36"/>
                  <a:pt x="354" y="36"/>
                  <a:pt x="354" y="36"/>
                </a:cubicBezTo>
                <a:cubicBezTo>
                  <a:pt x="354" y="132"/>
                  <a:pt x="354" y="132"/>
                  <a:pt x="354" y="132"/>
                </a:cubicBezTo>
                <a:cubicBezTo>
                  <a:pt x="382" y="132"/>
                  <a:pt x="382" y="132"/>
                  <a:pt x="382" y="132"/>
                </a:cubicBezTo>
                <a:cubicBezTo>
                  <a:pt x="382" y="97"/>
                  <a:pt x="382" y="97"/>
                  <a:pt x="382" y="97"/>
                </a:cubicBezTo>
                <a:cubicBezTo>
                  <a:pt x="382" y="74"/>
                  <a:pt x="393" y="63"/>
                  <a:pt x="411" y="63"/>
                </a:cubicBezTo>
                <a:cubicBezTo>
                  <a:pt x="412" y="63"/>
                  <a:pt x="412" y="63"/>
                  <a:pt x="412" y="63"/>
                </a:cubicBezTo>
                <a:cubicBezTo>
                  <a:pt x="412" y="34"/>
                  <a:pt x="412" y="34"/>
                  <a:pt x="412" y="34"/>
                </a:cubicBezTo>
                <a:cubicBezTo>
                  <a:pt x="396" y="33"/>
                  <a:pt x="387" y="42"/>
                  <a:pt x="382" y="55"/>
                </a:cubicBezTo>
                <a:close/>
                <a:moveTo>
                  <a:pt x="1335" y="34"/>
                </a:moveTo>
                <a:cubicBezTo>
                  <a:pt x="1305" y="34"/>
                  <a:pt x="1283" y="56"/>
                  <a:pt x="1283" y="84"/>
                </a:cubicBezTo>
                <a:cubicBezTo>
                  <a:pt x="1283" y="84"/>
                  <a:pt x="1283" y="84"/>
                  <a:pt x="1283" y="84"/>
                </a:cubicBezTo>
                <a:cubicBezTo>
                  <a:pt x="1283" y="112"/>
                  <a:pt x="1305" y="134"/>
                  <a:pt x="1335" y="134"/>
                </a:cubicBezTo>
                <a:cubicBezTo>
                  <a:pt x="1365" y="134"/>
                  <a:pt x="1387" y="112"/>
                  <a:pt x="1387" y="84"/>
                </a:cubicBezTo>
                <a:cubicBezTo>
                  <a:pt x="1387" y="84"/>
                  <a:pt x="1387" y="84"/>
                  <a:pt x="1387" y="84"/>
                </a:cubicBezTo>
                <a:cubicBezTo>
                  <a:pt x="1387" y="56"/>
                  <a:pt x="1365" y="34"/>
                  <a:pt x="1335" y="34"/>
                </a:cubicBezTo>
                <a:close/>
                <a:moveTo>
                  <a:pt x="1360" y="84"/>
                </a:moveTo>
                <a:cubicBezTo>
                  <a:pt x="1360" y="99"/>
                  <a:pt x="1351" y="111"/>
                  <a:pt x="1335" y="111"/>
                </a:cubicBezTo>
                <a:cubicBezTo>
                  <a:pt x="1320" y="111"/>
                  <a:pt x="1310" y="98"/>
                  <a:pt x="1310" y="84"/>
                </a:cubicBezTo>
                <a:cubicBezTo>
                  <a:pt x="1310" y="84"/>
                  <a:pt x="1310" y="84"/>
                  <a:pt x="1310" y="84"/>
                </a:cubicBezTo>
                <a:cubicBezTo>
                  <a:pt x="1310" y="70"/>
                  <a:pt x="1319" y="58"/>
                  <a:pt x="1335" y="58"/>
                </a:cubicBezTo>
                <a:cubicBezTo>
                  <a:pt x="1350" y="58"/>
                  <a:pt x="1360" y="70"/>
                  <a:pt x="1360" y="84"/>
                </a:cubicBezTo>
                <a:close/>
                <a:moveTo>
                  <a:pt x="1834" y="55"/>
                </a:moveTo>
                <a:cubicBezTo>
                  <a:pt x="1834" y="36"/>
                  <a:pt x="1834" y="36"/>
                  <a:pt x="1834" y="36"/>
                </a:cubicBezTo>
                <a:cubicBezTo>
                  <a:pt x="1807" y="36"/>
                  <a:pt x="1807" y="36"/>
                  <a:pt x="1807" y="36"/>
                </a:cubicBezTo>
                <a:cubicBezTo>
                  <a:pt x="1807" y="132"/>
                  <a:pt x="1807" y="132"/>
                  <a:pt x="1807" y="132"/>
                </a:cubicBezTo>
                <a:cubicBezTo>
                  <a:pt x="1834" y="132"/>
                  <a:pt x="1834" y="132"/>
                  <a:pt x="1834" y="132"/>
                </a:cubicBezTo>
                <a:cubicBezTo>
                  <a:pt x="1834" y="97"/>
                  <a:pt x="1834" y="97"/>
                  <a:pt x="1834" y="97"/>
                </a:cubicBezTo>
                <a:cubicBezTo>
                  <a:pt x="1834" y="74"/>
                  <a:pt x="1845" y="63"/>
                  <a:pt x="1863" y="63"/>
                </a:cubicBezTo>
                <a:cubicBezTo>
                  <a:pt x="1865" y="63"/>
                  <a:pt x="1865" y="63"/>
                  <a:pt x="1865" y="63"/>
                </a:cubicBezTo>
                <a:cubicBezTo>
                  <a:pt x="1865" y="34"/>
                  <a:pt x="1865" y="34"/>
                  <a:pt x="1865" y="34"/>
                </a:cubicBezTo>
                <a:cubicBezTo>
                  <a:pt x="1848" y="33"/>
                  <a:pt x="1839" y="42"/>
                  <a:pt x="1834" y="55"/>
                </a:cubicBezTo>
                <a:close/>
                <a:moveTo>
                  <a:pt x="1748" y="34"/>
                </a:moveTo>
                <a:cubicBezTo>
                  <a:pt x="1718" y="34"/>
                  <a:pt x="1696" y="56"/>
                  <a:pt x="1696" y="84"/>
                </a:cubicBezTo>
                <a:cubicBezTo>
                  <a:pt x="1696" y="84"/>
                  <a:pt x="1696" y="84"/>
                  <a:pt x="1696" y="84"/>
                </a:cubicBezTo>
                <a:cubicBezTo>
                  <a:pt x="1696" y="112"/>
                  <a:pt x="1718" y="134"/>
                  <a:pt x="1748" y="134"/>
                </a:cubicBezTo>
                <a:cubicBezTo>
                  <a:pt x="1778" y="134"/>
                  <a:pt x="1800" y="112"/>
                  <a:pt x="1800" y="84"/>
                </a:cubicBezTo>
                <a:cubicBezTo>
                  <a:pt x="1800" y="84"/>
                  <a:pt x="1800" y="84"/>
                  <a:pt x="1800" y="84"/>
                </a:cubicBezTo>
                <a:cubicBezTo>
                  <a:pt x="1800" y="56"/>
                  <a:pt x="1778" y="34"/>
                  <a:pt x="1748" y="34"/>
                </a:cubicBezTo>
                <a:close/>
                <a:moveTo>
                  <a:pt x="1773" y="84"/>
                </a:moveTo>
                <a:cubicBezTo>
                  <a:pt x="1773" y="99"/>
                  <a:pt x="1764" y="111"/>
                  <a:pt x="1748" y="111"/>
                </a:cubicBezTo>
                <a:cubicBezTo>
                  <a:pt x="1733" y="111"/>
                  <a:pt x="1723" y="98"/>
                  <a:pt x="1723" y="84"/>
                </a:cubicBezTo>
                <a:cubicBezTo>
                  <a:pt x="1723" y="84"/>
                  <a:pt x="1723" y="84"/>
                  <a:pt x="1723" y="84"/>
                </a:cubicBezTo>
                <a:cubicBezTo>
                  <a:pt x="1723" y="70"/>
                  <a:pt x="1732" y="58"/>
                  <a:pt x="1748" y="58"/>
                </a:cubicBezTo>
                <a:cubicBezTo>
                  <a:pt x="1763" y="58"/>
                  <a:pt x="1773" y="70"/>
                  <a:pt x="1773" y="84"/>
                </a:cubicBezTo>
                <a:close/>
                <a:moveTo>
                  <a:pt x="1465" y="48"/>
                </a:moveTo>
                <a:cubicBezTo>
                  <a:pt x="1458" y="40"/>
                  <a:pt x="1449" y="34"/>
                  <a:pt x="1434" y="34"/>
                </a:cubicBezTo>
                <a:cubicBezTo>
                  <a:pt x="1412" y="34"/>
                  <a:pt x="1391" y="50"/>
                  <a:pt x="1391" y="79"/>
                </a:cubicBezTo>
                <a:cubicBezTo>
                  <a:pt x="1391" y="79"/>
                  <a:pt x="1391" y="79"/>
                  <a:pt x="1391" y="79"/>
                </a:cubicBezTo>
                <a:cubicBezTo>
                  <a:pt x="1391" y="108"/>
                  <a:pt x="1412" y="124"/>
                  <a:pt x="1434" y="124"/>
                </a:cubicBezTo>
                <a:cubicBezTo>
                  <a:pt x="1448" y="124"/>
                  <a:pt x="1457" y="118"/>
                  <a:pt x="1465" y="109"/>
                </a:cubicBezTo>
                <a:cubicBezTo>
                  <a:pt x="1465" y="113"/>
                  <a:pt x="1465" y="113"/>
                  <a:pt x="1465" y="113"/>
                </a:cubicBezTo>
                <a:cubicBezTo>
                  <a:pt x="1465" y="130"/>
                  <a:pt x="1457" y="139"/>
                  <a:pt x="1438" y="139"/>
                </a:cubicBezTo>
                <a:cubicBezTo>
                  <a:pt x="1425" y="139"/>
                  <a:pt x="1415" y="136"/>
                  <a:pt x="1405" y="131"/>
                </a:cubicBezTo>
                <a:cubicBezTo>
                  <a:pt x="1396" y="151"/>
                  <a:pt x="1396" y="151"/>
                  <a:pt x="1396" y="151"/>
                </a:cubicBezTo>
                <a:cubicBezTo>
                  <a:pt x="1408" y="158"/>
                  <a:pt x="1423" y="161"/>
                  <a:pt x="1439" y="161"/>
                </a:cubicBezTo>
                <a:cubicBezTo>
                  <a:pt x="1457" y="161"/>
                  <a:pt x="1471" y="157"/>
                  <a:pt x="1480" y="148"/>
                </a:cubicBezTo>
                <a:cubicBezTo>
                  <a:pt x="1488" y="140"/>
                  <a:pt x="1492" y="128"/>
                  <a:pt x="1492" y="110"/>
                </a:cubicBezTo>
                <a:cubicBezTo>
                  <a:pt x="1492" y="36"/>
                  <a:pt x="1492" y="36"/>
                  <a:pt x="1492" y="36"/>
                </a:cubicBezTo>
                <a:cubicBezTo>
                  <a:pt x="1465" y="36"/>
                  <a:pt x="1465" y="36"/>
                  <a:pt x="1465" y="36"/>
                </a:cubicBezTo>
                <a:lnTo>
                  <a:pt x="1465" y="48"/>
                </a:lnTo>
                <a:close/>
                <a:moveTo>
                  <a:pt x="1465" y="79"/>
                </a:moveTo>
                <a:cubicBezTo>
                  <a:pt x="1465" y="92"/>
                  <a:pt x="1455" y="102"/>
                  <a:pt x="1442" y="102"/>
                </a:cubicBezTo>
                <a:cubicBezTo>
                  <a:pt x="1429" y="102"/>
                  <a:pt x="1419" y="93"/>
                  <a:pt x="1419" y="79"/>
                </a:cubicBezTo>
                <a:cubicBezTo>
                  <a:pt x="1419" y="79"/>
                  <a:pt x="1419" y="79"/>
                  <a:pt x="1419" y="79"/>
                </a:cubicBezTo>
                <a:cubicBezTo>
                  <a:pt x="1419" y="66"/>
                  <a:pt x="1429" y="57"/>
                  <a:pt x="1442" y="57"/>
                </a:cubicBezTo>
                <a:cubicBezTo>
                  <a:pt x="1455" y="57"/>
                  <a:pt x="1465" y="66"/>
                  <a:pt x="1465" y="79"/>
                </a:cubicBezTo>
                <a:close/>
                <a:moveTo>
                  <a:pt x="1697" y="37"/>
                </a:moveTo>
                <a:cubicBezTo>
                  <a:pt x="1675" y="37"/>
                  <a:pt x="1675" y="37"/>
                  <a:pt x="1675" y="37"/>
                </a:cubicBezTo>
                <a:cubicBezTo>
                  <a:pt x="1675" y="33"/>
                  <a:pt x="1675" y="33"/>
                  <a:pt x="1675" y="33"/>
                </a:cubicBezTo>
                <a:cubicBezTo>
                  <a:pt x="1675" y="26"/>
                  <a:pt x="1678" y="23"/>
                  <a:pt x="1684" y="23"/>
                </a:cubicBezTo>
                <a:cubicBezTo>
                  <a:pt x="1689" y="23"/>
                  <a:pt x="1693" y="24"/>
                  <a:pt x="1697" y="25"/>
                </a:cubicBezTo>
                <a:cubicBezTo>
                  <a:pt x="1697" y="2"/>
                  <a:pt x="1697" y="2"/>
                  <a:pt x="1697" y="2"/>
                </a:cubicBezTo>
                <a:cubicBezTo>
                  <a:pt x="1692" y="1"/>
                  <a:pt x="1686" y="0"/>
                  <a:pt x="1677" y="0"/>
                </a:cubicBezTo>
                <a:cubicBezTo>
                  <a:pt x="1668" y="0"/>
                  <a:pt x="1660" y="2"/>
                  <a:pt x="1655" y="7"/>
                </a:cubicBezTo>
                <a:cubicBezTo>
                  <a:pt x="1650" y="12"/>
                  <a:pt x="1648" y="20"/>
                  <a:pt x="1648" y="31"/>
                </a:cubicBezTo>
                <a:cubicBezTo>
                  <a:pt x="1648" y="37"/>
                  <a:pt x="1648" y="37"/>
                  <a:pt x="1648" y="37"/>
                </a:cubicBezTo>
                <a:cubicBezTo>
                  <a:pt x="1636" y="37"/>
                  <a:pt x="1636" y="37"/>
                  <a:pt x="1636" y="37"/>
                </a:cubicBezTo>
                <a:cubicBezTo>
                  <a:pt x="1636" y="59"/>
                  <a:pt x="1636" y="59"/>
                  <a:pt x="1636" y="59"/>
                </a:cubicBezTo>
                <a:cubicBezTo>
                  <a:pt x="1648" y="59"/>
                  <a:pt x="1648" y="59"/>
                  <a:pt x="1648" y="59"/>
                </a:cubicBezTo>
                <a:cubicBezTo>
                  <a:pt x="1648" y="132"/>
                  <a:pt x="1648" y="132"/>
                  <a:pt x="1648" y="132"/>
                </a:cubicBezTo>
                <a:cubicBezTo>
                  <a:pt x="1675" y="132"/>
                  <a:pt x="1675" y="132"/>
                  <a:pt x="1675" y="132"/>
                </a:cubicBezTo>
                <a:cubicBezTo>
                  <a:pt x="1675" y="59"/>
                  <a:pt x="1675" y="59"/>
                  <a:pt x="1675" y="59"/>
                </a:cubicBezTo>
                <a:cubicBezTo>
                  <a:pt x="1697" y="59"/>
                  <a:pt x="1697" y="59"/>
                  <a:pt x="1697" y="59"/>
                </a:cubicBezTo>
                <a:lnTo>
                  <a:pt x="1697" y="37"/>
                </a:lnTo>
                <a:close/>
                <a:moveTo>
                  <a:pt x="1548" y="101"/>
                </a:moveTo>
                <a:cubicBezTo>
                  <a:pt x="1526" y="36"/>
                  <a:pt x="1526" y="36"/>
                  <a:pt x="1526" y="36"/>
                </a:cubicBezTo>
                <a:cubicBezTo>
                  <a:pt x="1497" y="36"/>
                  <a:pt x="1497" y="36"/>
                  <a:pt x="1497" y="36"/>
                </a:cubicBezTo>
                <a:cubicBezTo>
                  <a:pt x="1535" y="132"/>
                  <a:pt x="1535" y="132"/>
                  <a:pt x="1535" y="132"/>
                </a:cubicBezTo>
                <a:cubicBezTo>
                  <a:pt x="1532" y="137"/>
                  <a:pt x="1530" y="139"/>
                  <a:pt x="1525" y="139"/>
                </a:cubicBezTo>
                <a:cubicBezTo>
                  <a:pt x="1521" y="139"/>
                  <a:pt x="1517" y="137"/>
                  <a:pt x="1513" y="135"/>
                </a:cubicBezTo>
                <a:cubicBezTo>
                  <a:pt x="1504" y="155"/>
                  <a:pt x="1504" y="155"/>
                  <a:pt x="1504" y="155"/>
                </a:cubicBezTo>
                <a:cubicBezTo>
                  <a:pt x="1511" y="159"/>
                  <a:pt x="1519" y="161"/>
                  <a:pt x="1528" y="161"/>
                </a:cubicBezTo>
                <a:cubicBezTo>
                  <a:pt x="1545" y="161"/>
                  <a:pt x="1553" y="154"/>
                  <a:pt x="1560" y="134"/>
                </a:cubicBezTo>
                <a:cubicBezTo>
                  <a:pt x="1597" y="36"/>
                  <a:pt x="1597" y="36"/>
                  <a:pt x="1597" y="36"/>
                </a:cubicBezTo>
                <a:cubicBezTo>
                  <a:pt x="1569" y="36"/>
                  <a:pt x="1569" y="36"/>
                  <a:pt x="1569" y="36"/>
                </a:cubicBezTo>
                <a:lnTo>
                  <a:pt x="1548" y="101"/>
                </a:lnTo>
                <a:close/>
                <a:moveTo>
                  <a:pt x="1008" y="34"/>
                </a:moveTo>
                <a:cubicBezTo>
                  <a:pt x="994" y="34"/>
                  <a:pt x="986" y="41"/>
                  <a:pt x="980" y="49"/>
                </a:cubicBezTo>
                <a:cubicBezTo>
                  <a:pt x="980" y="1"/>
                  <a:pt x="980" y="1"/>
                  <a:pt x="980" y="1"/>
                </a:cubicBezTo>
                <a:cubicBezTo>
                  <a:pt x="952" y="1"/>
                  <a:pt x="952" y="1"/>
                  <a:pt x="952" y="1"/>
                </a:cubicBezTo>
                <a:cubicBezTo>
                  <a:pt x="952" y="132"/>
                  <a:pt x="952" y="132"/>
                  <a:pt x="952" y="132"/>
                </a:cubicBezTo>
                <a:cubicBezTo>
                  <a:pt x="980" y="132"/>
                  <a:pt x="980" y="132"/>
                  <a:pt x="980" y="132"/>
                </a:cubicBezTo>
                <a:cubicBezTo>
                  <a:pt x="980" y="78"/>
                  <a:pt x="980" y="78"/>
                  <a:pt x="980" y="78"/>
                </a:cubicBezTo>
                <a:cubicBezTo>
                  <a:pt x="980" y="65"/>
                  <a:pt x="986" y="59"/>
                  <a:pt x="997" y="59"/>
                </a:cubicBezTo>
                <a:cubicBezTo>
                  <a:pt x="1007" y="59"/>
                  <a:pt x="1013" y="65"/>
                  <a:pt x="1013" y="78"/>
                </a:cubicBezTo>
                <a:cubicBezTo>
                  <a:pt x="1013" y="132"/>
                  <a:pt x="1013" y="132"/>
                  <a:pt x="1013" y="132"/>
                </a:cubicBezTo>
                <a:cubicBezTo>
                  <a:pt x="1040" y="132"/>
                  <a:pt x="1040" y="132"/>
                  <a:pt x="1040" y="132"/>
                </a:cubicBezTo>
                <a:cubicBezTo>
                  <a:pt x="1040" y="70"/>
                  <a:pt x="1040" y="70"/>
                  <a:pt x="1040" y="70"/>
                </a:cubicBezTo>
                <a:cubicBezTo>
                  <a:pt x="1040" y="48"/>
                  <a:pt x="1028" y="34"/>
                  <a:pt x="1008" y="34"/>
                </a:cubicBezTo>
                <a:close/>
                <a:moveTo>
                  <a:pt x="1250" y="132"/>
                </a:moveTo>
                <a:cubicBezTo>
                  <a:pt x="1278" y="132"/>
                  <a:pt x="1278" y="132"/>
                  <a:pt x="1278" y="132"/>
                </a:cubicBezTo>
                <a:cubicBezTo>
                  <a:pt x="1278" y="1"/>
                  <a:pt x="1278" y="1"/>
                  <a:pt x="1278" y="1"/>
                </a:cubicBezTo>
                <a:cubicBezTo>
                  <a:pt x="1250" y="1"/>
                  <a:pt x="1250" y="1"/>
                  <a:pt x="1250" y="1"/>
                </a:cubicBezTo>
                <a:lnTo>
                  <a:pt x="1250" y="132"/>
                </a:lnTo>
                <a:close/>
                <a:moveTo>
                  <a:pt x="1103" y="34"/>
                </a:moveTo>
                <a:cubicBezTo>
                  <a:pt x="1089" y="34"/>
                  <a:pt x="1081" y="41"/>
                  <a:pt x="1075" y="49"/>
                </a:cubicBezTo>
                <a:cubicBezTo>
                  <a:pt x="1075" y="36"/>
                  <a:pt x="1075" y="36"/>
                  <a:pt x="1075" y="36"/>
                </a:cubicBezTo>
                <a:cubicBezTo>
                  <a:pt x="1047" y="36"/>
                  <a:pt x="1047" y="36"/>
                  <a:pt x="1047" y="36"/>
                </a:cubicBezTo>
                <a:cubicBezTo>
                  <a:pt x="1047" y="132"/>
                  <a:pt x="1047" y="132"/>
                  <a:pt x="1047" y="132"/>
                </a:cubicBezTo>
                <a:cubicBezTo>
                  <a:pt x="1075" y="132"/>
                  <a:pt x="1075" y="132"/>
                  <a:pt x="1075" y="132"/>
                </a:cubicBezTo>
                <a:cubicBezTo>
                  <a:pt x="1075" y="78"/>
                  <a:pt x="1075" y="78"/>
                  <a:pt x="1075" y="78"/>
                </a:cubicBezTo>
                <a:cubicBezTo>
                  <a:pt x="1075" y="65"/>
                  <a:pt x="1081" y="59"/>
                  <a:pt x="1092" y="59"/>
                </a:cubicBezTo>
                <a:cubicBezTo>
                  <a:pt x="1102" y="59"/>
                  <a:pt x="1108" y="65"/>
                  <a:pt x="1108" y="78"/>
                </a:cubicBezTo>
                <a:cubicBezTo>
                  <a:pt x="1108" y="132"/>
                  <a:pt x="1108" y="132"/>
                  <a:pt x="1108" y="132"/>
                </a:cubicBezTo>
                <a:cubicBezTo>
                  <a:pt x="1135" y="132"/>
                  <a:pt x="1135" y="132"/>
                  <a:pt x="1135" y="132"/>
                </a:cubicBezTo>
                <a:cubicBezTo>
                  <a:pt x="1135" y="70"/>
                  <a:pt x="1135" y="70"/>
                  <a:pt x="1135" y="70"/>
                </a:cubicBezTo>
                <a:cubicBezTo>
                  <a:pt x="1135" y="48"/>
                  <a:pt x="1123" y="34"/>
                  <a:pt x="1103" y="34"/>
                </a:cubicBezTo>
                <a:close/>
                <a:moveTo>
                  <a:pt x="910" y="111"/>
                </a:moveTo>
                <a:cubicBezTo>
                  <a:pt x="895" y="111"/>
                  <a:pt x="885" y="99"/>
                  <a:pt x="885" y="84"/>
                </a:cubicBezTo>
                <a:cubicBezTo>
                  <a:pt x="885" y="84"/>
                  <a:pt x="885" y="84"/>
                  <a:pt x="885" y="84"/>
                </a:cubicBezTo>
                <a:cubicBezTo>
                  <a:pt x="885" y="70"/>
                  <a:pt x="895" y="58"/>
                  <a:pt x="909" y="58"/>
                </a:cubicBezTo>
                <a:cubicBezTo>
                  <a:pt x="918" y="58"/>
                  <a:pt x="925" y="62"/>
                  <a:pt x="931" y="68"/>
                </a:cubicBezTo>
                <a:cubicBezTo>
                  <a:pt x="947" y="50"/>
                  <a:pt x="947" y="50"/>
                  <a:pt x="947" y="50"/>
                </a:cubicBezTo>
                <a:cubicBezTo>
                  <a:pt x="938" y="40"/>
                  <a:pt x="927" y="34"/>
                  <a:pt x="909" y="34"/>
                </a:cubicBezTo>
                <a:cubicBezTo>
                  <a:pt x="880" y="34"/>
                  <a:pt x="859" y="57"/>
                  <a:pt x="859" y="84"/>
                </a:cubicBezTo>
                <a:cubicBezTo>
                  <a:pt x="859" y="84"/>
                  <a:pt x="859" y="84"/>
                  <a:pt x="859" y="84"/>
                </a:cubicBezTo>
                <a:cubicBezTo>
                  <a:pt x="859" y="112"/>
                  <a:pt x="880" y="134"/>
                  <a:pt x="909" y="134"/>
                </a:cubicBezTo>
                <a:cubicBezTo>
                  <a:pt x="928" y="134"/>
                  <a:pt x="939" y="127"/>
                  <a:pt x="948" y="117"/>
                </a:cubicBezTo>
                <a:cubicBezTo>
                  <a:pt x="932" y="100"/>
                  <a:pt x="932" y="100"/>
                  <a:pt x="932" y="100"/>
                </a:cubicBezTo>
                <a:cubicBezTo>
                  <a:pt x="925" y="107"/>
                  <a:pt x="919" y="111"/>
                  <a:pt x="910" y="111"/>
                </a:cubicBezTo>
                <a:close/>
                <a:moveTo>
                  <a:pt x="1945" y="35"/>
                </a:moveTo>
                <a:cubicBezTo>
                  <a:pt x="1929" y="35"/>
                  <a:pt x="1918" y="38"/>
                  <a:pt x="1908" y="42"/>
                </a:cubicBezTo>
                <a:cubicBezTo>
                  <a:pt x="1915" y="63"/>
                  <a:pt x="1915" y="63"/>
                  <a:pt x="1915" y="63"/>
                </a:cubicBezTo>
                <a:cubicBezTo>
                  <a:pt x="1923" y="60"/>
                  <a:pt x="1931" y="58"/>
                  <a:pt x="1941" y="58"/>
                </a:cubicBezTo>
                <a:cubicBezTo>
                  <a:pt x="1955" y="58"/>
                  <a:pt x="1962" y="64"/>
                  <a:pt x="1962" y="76"/>
                </a:cubicBezTo>
                <a:cubicBezTo>
                  <a:pt x="1962" y="77"/>
                  <a:pt x="1962" y="77"/>
                  <a:pt x="1962" y="77"/>
                </a:cubicBezTo>
                <a:cubicBezTo>
                  <a:pt x="1955" y="75"/>
                  <a:pt x="1948" y="73"/>
                  <a:pt x="1938" y="73"/>
                </a:cubicBezTo>
                <a:cubicBezTo>
                  <a:pt x="1915" y="73"/>
                  <a:pt x="1899" y="83"/>
                  <a:pt x="1899" y="104"/>
                </a:cubicBezTo>
                <a:cubicBezTo>
                  <a:pt x="1899" y="104"/>
                  <a:pt x="1899" y="104"/>
                  <a:pt x="1899" y="104"/>
                </a:cubicBezTo>
                <a:cubicBezTo>
                  <a:pt x="1899" y="123"/>
                  <a:pt x="1914" y="134"/>
                  <a:pt x="1932" y="134"/>
                </a:cubicBezTo>
                <a:cubicBezTo>
                  <a:pt x="1946" y="134"/>
                  <a:pt x="1955" y="129"/>
                  <a:pt x="1962" y="122"/>
                </a:cubicBezTo>
                <a:cubicBezTo>
                  <a:pt x="1962" y="132"/>
                  <a:pt x="1962" y="132"/>
                  <a:pt x="1962" y="132"/>
                </a:cubicBezTo>
                <a:cubicBezTo>
                  <a:pt x="1988" y="132"/>
                  <a:pt x="1988" y="132"/>
                  <a:pt x="1988" y="132"/>
                </a:cubicBezTo>
                <a:cubicBezTo>
                  <a:pt x="1988" y="76"/>
                  <a:pt x="1988" y="76"/>
                  <a:pt x="1988" y="76"/>
                </a:cubicBezTo>
                <a:cubicBezTo>
                  <a:pt x="1988" y="63"/>
                  <a:pt x="1985" y="53"/>
                  <a:pt x="1978" y="46"/>
                </a:cubicBezTo>
                <a:cubicBezTo>
                  <a:pt x="1971" y="39"/>
                  <a:pt x="1960" y="35"/>
                  <a:pt x="1945" y="35"/>
                </a:cubicBezTo>
                <a:close/>
                <a:moveTo>
                  <a:pt x="1962" y="98"/>
                </a:moveTo>
                <a:cubicBezTo>
                  <a:pt x="1962" y="108"/>
                  <a:pt x="1953" y="115"/>
                  <a:pt x="1941" y="115"/>
                </a:cubicBezTo>
                <a:cubicBezTo>
                  <a:pt x="1932" y="115"/>
                  <a:pt x="1926" y="111"/>
                  <a:pt x="1926" y="103"/>
                </a:cubicBezTo>
                <a:cubicBezTo>
                  <a:pt x="1926" y="103"/>
                  <a:pt x="1926" y="103"/>
                  <a:pt x="1926" y="103"/>
                </a:cubicBezTo>
                <a:cubicBezTo>
                  <a:pt x="1926" y="94"/>
                  <a:pt x="1933" y="90"/>
                  <a:pt x="1945" y="90"/>
                </a:cubicBezTo>
                <a:cubicBezTo>
                  <a:pt x="1951" y="90"/>
                  <a:pt x="1957" y="91"/>
                  <a:pt x="1962" y="93"/>
                </a:cubicBezTo>
                <a:lnTo>
                  <a:pt x="1962" y="98"/>
                </a:lnTo>
                <a:close/>
                <a:moveTo>
                  <a:pt x="1193" y="34"/>
                </a:moveTo>
                <a:cubicBezTo>
                  <a:pt x="1163" y="34"/>
                  <a:pt x="1141" y="56"/>
                  <a:pt x="1141" y="84"/>
                </a:cubicBezTo>
                <a:cubicBezTo>
                  <a:pt x="1141" y="84"/>
                  <a:pt x="1141" y="84"/>
                  <a:pt x="1141" y="84"/>
                </a:cubicBezTo>
                <a:cubicBezTo>
                  <a:pt x="1141" y="112"/>
                  <a:pt x="1163" y="134"/>
                  <a:pt x="1193" y="134"/>
                </a:cubicBezTo>
                <a:cubicBezTo>
                  <a:pt x="1223" y="134"/>
                  <a:pt x="1245" y="112"/>
                  <a:pt x="1245" y="84"/>
                </a:cubicBezTo>
                <a:cubicBezTo>
                  <a:pt x="1245" y="84"/>
                  <a:pt x="1245" y="84"/>
                  <a:pt x="1245" y="84"/>
                </a:cubicBezTo>
                <a:cubicBezTo>
                  <a:pt x="1245" y="56"/>
                  <a:pt x="1223" y="34"/>
                  <a:pt x="1193" y="34"/>
                </a:cubicBezTo>
                <a:close/>
                <a:moveTo>
                  <a:pt x="1218" y="84"/>
                </a:moveTo>
                <a:cubicBezTo>
                  <a:pt x="1218" y="99"/>
                  <a:pt x="1209" y="111"/>
                  <a:pt x="1193" y="111"/>
                </a:cubicBezTo>
                <a:cubicBezTo>
                  <a:pt x="1178" y="111"/>
                  <a:pt x="1168" y="98"/>
                  <a:pt x="1168" y="84"/>
                </a:cubicBezTo>
                <a:cubicBezTo>
                  <a:pt x="1168" y="84"/>
                  <a:pt x="1168" y="84"/>
                  <a:pt x="1168" y="84"/>
                </a:cubicBezTo>
                <a:cubicBezTo>
                  <a:pt x="1168" y="70"/>
                  <a:pt x="1177" y="58"/>
                  <a:pt x="1193" y="58"/>
                </a:cubicBezTo>
                <a:cubicBezTo>
                  <a:pt x="1208" y="58"/>
                  <a:pt x="1218" y="70"/>
                  <a:pt x="1218" y="8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0375F64-E651-1A0A-ABF1-9C38BA663F9F}"/>
              </a:ext>
            </a:extLst>
          </p:cNvPr>
          <p:cNvSpPr txBox="1"/>
          <p:nvPr userDrawn="1"/>
        </p:nvSpPr>
        <p:spPr>
          <a:xfrm>
            <a:off x="750529" y="6401580"/>
            <a:ext cx="411587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2026 Lenovo Internal.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262170944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Black_Al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ackground pattern&#10;&#10;Description automatically generated">
            <a:extLst>
              <a:ext uri="{FF2B5EF4-FFF2-40B4-BE49-F238E27FC236}">
                <a16:creationId xmlns:a16="http://schemas.microsoft.com/office/drawing/2014/main" id="{3A0DD018-EAF2-48F3-ABFD-828A5E37FEA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36"/>
            <a:ext cx="12192000" cy="6857929"/>
          </a:xfrm>
          <a:prstGeom prst="rect">
            <a:avLst/>
          </a:prstGeom>
        </p:spPr>
      </p:pic>
      <p:sp>
        <p:nvSpPr>
          <p:cNvPr id="56" name="Title 16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750529" y="1524000"/>
            <a:ext cx="9914678" cy="3273368"/>
          </a:xfrm>
          <a:prstGeom prst="rect">
            <a:avLst/>
          </a:prstGeom>
        </p:spPr>
        <p:txBody>
          <a:bodyPr lIns="0" tIns="0" rIns="121899" bIns="0" anchor="b" anchorCtr="0"/>
          <a:lstStyle>
            <a:lvl1pPr marL="0" algn="l" defTabSz="1218987" rtl="0" eaLnBrk="1" latinLnBrk="0" hangingPunct="1">
              <a:lnSpc>
                <a:spcPct val="75000"/>
              </a:lnSpc>
              <a:spcBef>
                <a:spcPct val="0"/>
              </a:spcBef>
              <a:buNone/>
              <a:defRPr lang="en-US" sz="8000" b="1" kern="1200" cap="none" spc="-150" baseline="0" dirty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Presentation</a:t>
            </a:r>
            <a:br>
              <a:rPr lang="en-US" dirty="0"/>
            </a:br>
            <a:r>
              <a:rPr lang="en-US" dirty="0"/>
              <a:t>title here</a:t>
            </a:r>
          </a:p>
        </p:txBody>
      </p:sp>
      <p:sp>
        <p:nvSpPr>
          <p:cNvPr id="55" name="Subtitle 2"/>
          <p:cNvSpPr>
            <a:spLocks noGrp="1"/>
          </p:cNvSpPr>
          <p:nvPr userDrawn="1">
            <p:ph type="subTitle" idx="1" hasCustomPrompt="1"/>
          </p:nvPr>
        </p:nvSpPr>
        <p:spPr bwMode="gray">
          <a:xfrm>
            <a:off x="760612" y="5046115"/>
            <a:ext cx="9914678" cy="356616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indent="0"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600" b="0" kern="1200" cap="none" spc="0" baseline="0" dirty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6094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 Name | Date</a:t>
            </a:r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C178D7C6-5801-6B30-A6A7-963788E95D85}"/>
              </a:ext>
            </a:extLst>
          </p:cNvPr>
          <p:cNvGrpSpPr>
            <a:grpSpLocks noChangeAspect="1"/>
          </p:cNvGrpSpPr>
          <p:nvPr userDrawn="1"/>
        </p:nvGrpSpPr>
        <p:grpSpPr>
          <a:xfrm rot="16200000">
            <a:off x="10152631" y="2542790"/>
            <a:ext cx="3058160" cy="1020580"/>
            <a:chOff x="547688" y="952500"/>
            <a:chExt cx="12190413" cy="4067175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69E9C34A-28EF-207E-149B-9EBED2862D6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47688" y="952500"/>
              <a:ext cx="12190413" cy="40671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70" name="Freeform 7">
              <a:extLst>
                <a:ext uri="{FF2B5EF4-FFF2-40B4-BE49-F238E27FC236}">
                  <a16:creationId xmlns:a16="http://schemas.microsoft.com/office/drawing/2014/main" id="{158C3A6B-F5BB-E37E-DB3D-C1ABEA07F21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922838" y="2319338"/>
              <a:ext cx="1571625" cy="1590675"/>
            </a:xfrm>
            <a:custGeom>
              <a:avLst/>
              <a:gdLst>
                <a:gd name="T0" fmla="*/ 492 w 825"/>
                <a:gd name="T1" fmla="*/ 0 h 834"/>
                <a:gd name="T2" fmla="*/ 225 w 825"/>
                <a:gd name="T3" fmla="*/ 132 h 834"/>
                <a:gd name="T4" fmla="*/ 225 w 825"/>
                <a:gd name="T5" fmla="*/ 132 h 834"/>
                <a:gd name="T6" fmla="*/ 225 w 825"/>
                <a:gd name="T7" fmla="*/ 132 h 834"/>
                <a:gd name="T8" fmla="*/ 225 w 825"/>
                <a:gd name="T9" fmla="*/ 14 h 834"/>
                <a:gd name="T10" fmla="*/ 0 w 825"/>
                <a:gd name="T11" fmla="*/ 14 h 834"/>
                <a:gd name="T12" fmla="*/ 0 w 825"/>
                <a:gd name="T13" fmla="*/ 834 h 834"/>
                <a:gd name="T14" fmla="*/ 225 w 825"/>
                <a:gd name="T15" fmla="*/ 834 h 834"/>
                <a:gd name="T16" fmla="*/ 225 w 825"/>
                <a:gd name="T17" fmla="*/ 367 h 834"/>
                <a:gd name="T18" fmla="*/ 411 w 825"/>
                <a:gd name="T19" fmla="*/ 194 h 834"/>
                <a:gd name="T20" fmla="*/ 600 w 825"/>
                <a:gd name="T21" fmla="*/ 367 h 834"/>
                <a:gd name="T22" fmla="*/ 600 w 825"/>
                <a:gd name="T23" fmla="*/ 834 h 834"/>
                <a:gd name="T24" fmla="*/ 825 w 825"/>
                <a:gd name="T25" fmla="*/ 834 h 834"/>
                <a:gd name="T26" fmla="*/ 825 w 825"/>
                <a:gd name="T27" fmla="*/ 326 h 834"/>
                <a:gd name="T28" fmla="*/ 492 w 825"/>
                <a:gd name="T29" fmla="*/ 0 h 8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25" h="834">
                  <a:moveTo>
                    <a:pt x="492" y="0"/>
                  </a:moveTo>
                  <a:cubicBezTo>
                    <a:pt x="398" y="0"/>
                    <a:pt x="291" y="44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4"/>
                    <a:pt x="225" y="14"/>
                    <a:pt x="225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834"/>
                    <a:pt x="0" y="834"/>
                    <a:pt x="0" y="834"/>
                  </a:cubicBezTo>
                  <a:cubicBezTo>
                    <a:pt x="225" y="834"/>
                    <a:pt x="225" y="834"/>
                    <a:pt x="225" y="834"/>
                  </a:cubicBezTo>
                  <a:cubicBezTo>
                    <a:pt x="225" y="367"/>
                    <a:pt x="225" y="367"/>
                    <a:pt x="225" y="367"/>
                  </a:cubicBezTo>
                  <a:cubicBezTo>
                    <a:pt x="225" y="283"/>
                    <a:pt x="290" y="194"/>
                    <a:pt x="411" y="194"/>
                  </a:cubicBezTo>
                  <a:cubicBezTo>
                    <a:pt x="504" y="194"/>
                    <a:pt x="600" y="259"/>
                    <a:pt x="600" y="367"/>
                  </a:cubicBezTo>
                  <a:cubicBezTo>
                    <a:pt x="600" y="834"/>
                    <a:pt x="600" y="834"/>
                    <a:pt x="600" y="834"/>
                  </a:cubicBezTo>
                  <a:cubicBezTo>
                    <a:pt x="825" y="834"/>
                    <a:pt x="825" y="834"/>
                    <a:pt x="825" y="834"/>
                  </a:cubicBezTo>
                  <a:cubicBezTo>
                    <a:pt x="825" y="326"/>
                    <a:pt x="825" y="326"/>
                    <a:pt x="825" y="326"/>
                  </a:cubicBezTo>
                  <a:cubicBezTo>
                    <a:pt x="825" y="137"/>
                    <a:pt x="690" y="0"/>
                    <a:pt x="492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71" name="Freeform 8">
              <a:extLst>
                <a:ext uri="{FF2B5EF4-FFF2-40B4-BE49-F238E27FC236}">
                  <a16:creationId xmlns:a16="http://schemas.microsoft.com/office/drawing/2014/main" id="{A56AE87F-217D-4207-F227-987A2E7FEBF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77225" y="2346325"/>
              <a:ext cx="1755775" cy="1563688"/>
            </a:xfrm>
            <a:custGeom>
              <a:avLst/>
              <a:gdLst>
                <a:gd name="T0" fmla="*/ 797 w 1106"/>
                <a:gd name="T1" fmla="*/ 0 h 985"/>
                <a:gd name="T2" fmla="*/ 553 w 1106"/>
                <a:gd name="T3" fmla="*/ 671 h 985"/>
                <a:gd name="T4" fmla="*/ 308 w 1106"/>
                <a:gd name="T5" fmla="*/ 0 h 985"/>
                <a:gd name="T6" fmla="*/ 0 w 1106"/>
                <a:gd name="T7" fmla="*/ 0 h 985"/>
                <a:gd name="T8" fmla="*/ 405 w 1106"/>
                <a:gd name="T9" fmla="*/ 985 h 985"/>
                <a:gd name="T10" fmla="*/ 701 w 1106"/>
                <a:gd name="T11" fmla="*/ 985 h 985"/>
                <a:gd name="T12" fmla="*/ 1106 w 1106"/>
                <a:gd name="T13" fmla="*/ 0 h 985"/>
                <a:gd name="T14" fmla="*/ 797 w 1106"/>
                <a:gd name="T15" fmla="*/ 0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06" h="985">
                  <a:moveTo>
                    <a:pt x="797" y="0"/>
                  </a:moveTo>
                  <a:lnTo>
                    <a:pt x="553" y="671"/>
                  </a:lnTo>
                  <a:lnTo>
                    <a:pt x="308" y="0"/>
                  </a:lnTo>
                  <a:lnTo>
                    <a:pt x="0" y="0"/>
                  </a:lnTo>
                  <a:lnTo>
                    <a:pt x="405" y="985"/>
                  </a:lnTo>
                  <a:lnTo>
                    <a:pt x="701" y="985"/>
                  </a:lnTo>
                  <a:lnTo>
                    <a:pt x="1106" y="0"/>
                  </a:lnTo>
                  <a:lnTo>
                    <a:pt x="79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72" name="Freeform 9">
              <a:extLst>
                <a:ext uri="{FF2B5EF4-FFF2-40B4-BE49-F238E27FC236}">
                  <a16:creationId xmlns:a16="http://schemas.microsoft.com/office/drawing/2014/main" id="{D65BCC2D-74A9-8E37-6BBC-33B74966DAC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138488" y="2319338"/>
              <a:ext cx="1630363" cy="1617663"/>
            </a:xfrm>
            <a:custGeom>
              <a:avLst/>
              <a:gdLst>
                <a:gd name="T0" fmla="*/ 697 w 856"/>
                <a:gd name="T1" fmla="*/ 582 h 848"/>
                <a:gd name="T2" fmla="*/ 462 w 856"/>
                <a:gd name="T3" fmla="*/ 669 h 848"/>
                <a:gd name="T4" fmla="*/ 280 w 856"/>
                <a:gd name="T5" fmla="*/ 602 h 848"/>
                <a:gd name="T6" fmla="*/ 856 w 856"/>
                <a:gd name="T7" fmla="*/ 363 h 848"/>
                <a:gd name="T8" fmla="*/ 758 w 856"/>
                <a:gd name="T9" fmla="*/ 135 h 848"/>
                <a:gd name="T10" fmla="*/ 434 w 856"/>
                <a:gd name="T11" fmla="*/ 0 h 848"/>
                <a:gd name="T12" fmla="*/ 0 w 856"/>
                <a:gd name="T13" fmla="*/ 424 h 848"/>
                <a:gd name="T14" fmla="*/ 459 w 856"/>
                <a:gd name="T15" fmla="*/ 848 h 848"/>
                <a:gd name="T16" fmla="*/ 840 w 856"/>
                <a:gd name="T17" fmla="*/ 691 h 848"/>
                <a:gd name="T18" fmla="*/ 697 w 856"/>
                <a:gd name="T19" fmla="*/ 582 h 848"/>
                <a:gd name="T20" fmla="*/ 265 w 856"/>
                <a:gd name="T21" fmla="*/ 261 h 848"/>
                <a:gd name="T22" fmla="*/ 438 w 856"/>
                <a:gd name="T23" fmla="*/ 179 h 848"/>
                <a:gd name="T24" fmla="*/ 612 w 856"/>
                <a:gd name="T25" fmla="*/ 294 h 848"/>
                <a:gd name="T26" fmla="*/ 219 w 856"/>
                <a:gd name="T27" fmla="*/ 457 h 848"/>
                <a:gd name="T28" fmla="*/ 265 w 856"/>
                <a:gd name="T29" fmla="*/ 261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56" h="848">
                  <a:moveTo>
                    <a:pt x="697" y="582"/>
                  </a:moveTo>
                  <a:cubicBezTo>
                    <a:pt x="602" y="652"/>
                    <a:pt x="548" y="669"/>
                    <a:pt x="462" y="669"/>
                  </a:cubicBezTo>
                  <a:cubicBezTo>
                    <a:pt x="384" y="669"/>
                    <a:pt x="323" y="645"/>
                    <a:pt x="280" y="602"/>
                  </a:cubicBezTo>
                  <a:cubicBezTo>
                    <a:pt x="856" y="363"/>
                    <a:pt x="856" y="363"/>
                    <a:pt x="856" y="363"/>
                  </a:cubicBezTo>
                  <a:cubicBezTo>
                    <a:pt x="843" y="275"/>
                    <a:pt x="810" y="195"/>
                    <a:pt x="758" y="135"/>
                  </a:cubicBezTo>
                  <a:cubicBezTo>
                    <a:pt x="682" y="47"/>
                    <a:pt x="570" y="0"/>
                    <a:pt x="434" y="0"/>
                  </a:cubicBezTo>
                  <a:cubicBezTo>
                    <a:pt x="186" y="0"/>
                    <a:pt x="0" y="183"/>
                    <a:pt x="0" y="424"/>
                  </a:cubicBezTo>
                  <a:cubicBezTo>
                    <a:pt x="0" y="672"/>
                    <a:pt x="187" y="848"/>
                    <a:pt x="459" y="848"/>
                  </a:cubicBezTo>
                  <a:cubicBezTo>
                    <a:pt x="611" y="848"/>
                    <a:pt x="767" y="776"/>
                    <a:pt x="840" y="691"/>
                  </a:cubicBezTo>
                  <a:lnTo>
                    <a:pt x="697" y="582"/>
                  </a:lnTo>
                  <a:close/>
                  <a:moveTo>
                    <a:pt x="265" y="261"/>
                  </a:moveTo>
                  <a:cubicBezTo>
                    <a:pt x="303" y="210"/>
                    <a:pt x="364" y="179"/>
                    <a:pt x="438" y="179"/>
                  </a:cubicBezTo>
                  <a:cubicBezTo>
                    <a:pt x="519" y="179"/>
                    <a:pt x="581" y="226"/>
                    <a:pt x="612" y="294"/>
                  </a:cubicBezTo>
                  <a:cubicBezTo>
                    <a:pt x="219" y="457"/>
                    <a:pt x="219" y="457"/>
                    <a:pt x="219" y="457"/>
                  </a:cubicBezTo>
                  <a:cubicBezTo>
                    <a:pt x="208" y="374"/>
                    <a:pt x="230" y="308"/>
                    <a:pt x="265" y="26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73" name="Freeform 10">
              <a:extLst>
                <a:ext uri="{FF2B5EF4-FFF2-40B4-BE49-F238E27FC236}">
                  <a16:creationId xmlns:a16="http://schemas.microsoft.com/office/drawing/2014/main" id="{BA8558ED-E4BF-D888-EF3B-A311AFE8C47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5925" y="1879600"/>
              <a:ext cx="1409700" cy="2030413"/>
            </a:xfrm>
            <a:custGeom>
              <a:avLst/>
              <a:gdLst>
                <a:gd name="T0" fmla="*/ 888 w 888"/>
                <a:gd name="T1" fmla="*/ 1030 h 1279"/>
                <a:gd name="T2" fmla="*/ 274 w 888"/>
                <a:gd name="T3" fmla="*/ 1030 h 1279"/>
                <a:gd name="T4" fmla="*/ 274 w 888"/>
                <a:gd name="T5" fmla="*/ 0 h 1279"/>
                <a:gd name="T6" fmla="*/ 0 w 888"/>
                <a:gd name="T7" fmla="*/ 0 h 1279"/>
                <a:gd name="T8" fmla="*/ 0 w 888"/>
                <a:gd name="T9" fmla="*/ 1279 h 1279"/>
                <a:gd name="T10" fmla="*/ 888 w 888"/>
                <a:gd name="T11" fmla="*/ 1279 h 1279"/>
                <a:gd name="T12" fmla="*/ 888 w 888"/>
                <a:gd name="T13" fmla="*/ 1030 h 1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88" h="1279">
                  <a:moveTo>
                    <a:pt x="888" y="1030"/>
                  </a:moveTo>
                  <a:lnTo>
                    <a:pt x="274" y="1030"/>
                  </a:lnTo>
                  <a:lnTo>
                    <a:pt x="274" y="0"/>
                  </a:lnTo>
                  <a:lnTo>
                    <a:pt x="0" y="0"/>
                  </a:lnTo>
                  <a:lnTo>
                    <a:pt x="0" y="1279"/>
                  </a:lnTo>
                  <a:lnTo>
                    <a:pt x="888" y="1279"/>
                  </a:lnTo>
                  <a:lnTo>
                    <a:pt x="888" y="10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74" name="Freeform 10">
              <a:extLst>
                <a:ext uri="{FF2B5EF4-FFF2-40B4-BE49-F238E27FC236}">
                  <a16:creationId xmlns:a16="http://schemas.microsoft.com/office/drawing/2014/main" id="{AFF1776F-9DBA-D51E-8F71-E1FB30D76794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966325" y="2319338"/>
              <a:ext cx="1677988" cy="1617663"/>
            </a:xfrm>
            <a:custGeom>
              <a:avLst/>
              <a:gdLst>
                <a:gd name="T0" fmla="*/ 439 w 881"/>
                <a:gd name="T1" fmla="*/ 848 h 848"/>
                <a:gd name="T2" fmla="*/ 0 w 881"/>
                <a:gd name="T3" fmla="*/ 424 h 848"/>
                <a:gd name="T4" fmla="*/ 442 w 881"/>
                <a:gd name="T5" fmla="*/ 0 h 848"/>
                <a:gd name="T6" fmla="*/ 881 w 881"/>
                <a:gd name="T7" fmla="*/ 424 h 848"/>
                <a:gd name="T8" fmla="*/ 439 w 881"/>
                <a:gd name="T9" fmla="*/ 848 h 848"/>
                <a:gd name="T10" fmla="*/ 439 w 881"/>
                <a:gd name="T11" fmla="*/ 193 h 848"/>
                <a:gd name="T12" fmla="*/ 222 w 881"/>
                <a:gd name="T13" fmla="*/ 424 h 848"/>
                <a:gd name="T14" fmla="*/ 442 w 881"/>
                <a:gd name="T15" fmla="*/ 655 h 848"/>
                <a:gd name="T16" fmla="*/ 659 w 881"/>
                <a:gd name="T17" fmla="*/ 424 h 848"/>
                <a:gd name="T18" fmla="*/ 439 w 881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1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4" y="0"/>
                    <a:pt x="442" y="0"/>
                  </a:cubicBezTo>
                  <a:cubicBezTo>
                    <a:pt x="688" y="0"/>
                    <a:pt x="881" y="184"/>
                    <a:pt x="881" y="424"/>
                  </a:cubicBezTo>
                  <a:cubicBezTo>
                    <a:pt x="881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3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59" y="557"/>
                    <a:pt x="659" y="424"/>
                  </a:cubicBezTo>
                  <a:cubicBezTo>
                    <a:pt x="659" y="295"/>
                    <a:pt x="562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75" name="Freeform 11">
              <a:extLst>
                <a:ext uri="{FF2B5EF4-FFF2-40B4-BE49-F238E27FC236}">
                  <a16:creationId xmlns:a16="http://schemas.microsoft.com/office/drawing/2014/main" id="{820D6E3B-9704-EBDF-9D0D-A571A36CBC7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64325" y="2319338"/>
              <a:ext cx="1679575" cy="1617663"/>
            </a:xfrm>
            <a:custGeom>
              <a:avLst/>
              <a:gdLst>
                <a:gd name="T0" fmla="*/ 439 w 882"/>
                <a:gd name="T1" fmla="*/ 848 h 848"/>
                <a:gd name="T2" fmla="*/ 0 w 882"/>
                <a:gd name="T3" fmla="*/ 424 h 848"/>
                <a:gd name="T4" fmla="*/ 442 w 882"/>
                <a:gd name="T5" fmla="*/ 0 h 848"/>
                <a:gd name="T6" fmla="*/ 882 w 882"/>
                <a:gd name="T7" fmla="*/ 424 h 848"/>
                <a:gd name="T8" fmla="*/ 439 w 882"/>
                <a:gd name="T9" fmla="*/ 848 h 848"/>
                <a:gd name="T10" fmla="*/ 439 w 882"/>
                <a:gd name="T11" fmla="*/ 193 h 848"/>
                <a:gd name="T12" fmla="*/ 222 w 882"/>
                <a:gd name="T13" fmla="*/ 424 h 848"/>
                <a:gd name="T14" fmla="*/ 442 w 882"/>
                <a:gd name="T15" fmla="*/ 655 h 848"/>
                <a:gd name="T16" fmla="*/ 660 w 882"/>
                <a:gd name="T17" fmla="*/ 424 h 848"/>
                <a:gd name="T18" fmla="*/ 439 w 882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2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5" y="0"/>
                    <a:pt x="442" y="0"/>
                  </a:cubicBezTo>
                  <a:cubicBezTo>
                    <a:pt x="689" y="0"/>
                    <a:pt x="882" y="184"/>
                    <a:pt x="882" y="424"/>
                  </a:cubicBezTo>
                  <a:cubicBezTo>
                    <a:pt x="882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4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60" y="557"/>
                    <a:pt x="660" y="424"/>
                  </a:cubicBezTo>
                  <a:cubicBezTo>
                    <a:pt x="660" y="295"/>
                    <a:pt x="563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</p:grpSp>
      <p:sp>
        <p:nvSpPr>
          <p:cNvPr id="76" name="Freeform 5">
            <a:extLst>
              <a:ext uri="{FF2B5EF4-FFF2-40B4-BE49-F238E27FC236}">
                <a16:creationId xmlns:a16="http://schemas.microsoft.com/office/drawing/2014/main" id="{C002511A-253F-7F55-6C4F-3D51611D3CBF}"/>
              </a:ext>
            </a:extLst>
          </p:cNvPr>
          <p:cNvSpPr>
            <a:spLocks noChangeAspect="1" noEditPoints="1"/>
          </p:cNvSpPr>
          <p:nvPr userDrawn="1"/>
        </p:nvSpPr>
        <p:spPr bwMode="auto">
          <a:xfrm>
            <a:off x="750529" y="762000"/>
            <a:ext cx="3942091" cy="312470"/>
          </a:xfrm>
          <a:custGeom>
            <a:avLst/>
            <a:gdLst>
              <a:gd name="T0" fmla="*/ 557 w 2065"/>
              <a:gd name="T1" fmla="*/ 102 h 161"/>
              <a:gd name="T2" fmla="*/ 510 w 2065"/>
              <a:gd name="T3" fmla="*/ 76 h 161"/>
              <a:gd name="T4" fmla="*/ 583 w 2065"/>
              <a:gd name="T5" fmla="*/ 36 h 161"/>
              <a:gd name="T6" fmla="*/ 641 w 2065"/>
              <a:gd name="T7" fmla="*/ 34 h 161"/>
              <a:gd name="T8" fmla="*/ 2038 w 2065"/>
              <a:gd name="T9" fmla="*/ 1 h 161"/>
              <a:gd name="T10" fmla="*/ 706 w 2065"/>
              <a:gd name="T11" fmla="*/ 59 h 161"/>
              <a:gd name="T12" fmla="*/ 733 w 2065"/>
              <a:gd name="T13" fmla="*/ 100 h 161"/>
              <a:gd name="T14" fmla="*/ 1999 w 2065"/>
              <a:gd name="T15" fmla="*/ 132 h 161"/>
              <a:gd name="T16" fmla="*/ 760 w 2065"/>
              <a:gd name="T17" fmla="*/ 84 h 161"/>
              <a:gd name="T18" fmla="*/ 787 w 2065"/>
              <a:gd name="T19" fmla="*/ 93 h 161"/>
              <a:gd name="T20" fmla="*/ 828 w 2065"/>
              <a:gd name="T21" fmla="*/ 76 h 161"/>
              <a:gd name="T22" fmla="*/ 133 w 2065"/>
              <a:gd name="T23" fmla="*/ 36 h 161"/>
              <a:gd name="T24" fmla="*/ 166 w 2065"/>
              <a:gd name="T25" fmla="*/ 78 h 161"/>
              <a:gd name="T26" fmla="*/ 225 w 2065"/>
              <a:gd name="T27" fmla="*/ 132 h 161"/>
              <a:gd name="T28" fmla="*/ 32 w 2065"/>
              <a:gd name="T29" fmla="*/ 40 h 161"/>
              <a:gd name="T30" fmla="*/ 5 w 2065"/>
              <a:gd name="T31" fmla="*/ 43 h 161"/>
              <a:gd name="T32" fmla="*/ 0 w 2065"/>
              <a:gd name="T33" fmla="*/ 114 h 161"/>
              <a:gd name="T34" fmla="*/ 266 w 2065"/>
              <a:gd name="T35" fmla="*/ 43 h 161"/>
              <a:gd name="T36" fmla="*/ 258 w 2065"/>
              <a:gd name="T37" fmla="*/ 104 h 161"/>
              <a:gd name="T38" fmla="*/ 347 w 2065"/>
              <a:gd name="T39" fmla="*/ 76 h 161"/>
              <a:gd name="T40" fmla="*/ 285 w 2065"/>
              <a:gd name="T41" fmla="*/ 103 h 161"/>
              <a:gd name="T42" fmla="*/ 429 w 2065"/>
              <a:gd name="T43" fmla="*/ 36 h 161"/>
              <a:gd name="T44" fmla="*/ 479 w 2065"/>
              <a:gd name="T45" fmla="*/ 128 h 161"/>
              <a:gd name="T46" fmla="*/ 479 w 2065"/>
              <a:gd name="T47" fmla="*/ 36 h 161"/>
              <a:gd name="T48" fmla="*/ 354 w 2065"/>
              <a:gd name="T49" fmla="*/ 132 h 161"/>
              <a:gd name="T50" fmla="*/ 382 w 2065"/>
              <a:gd name="T51" fmla="*/ 55 h 161"/>
              <a:gd name="T52" fmla="*/ 1387 w 2065"/>
              <a:gd name="T53" fmla="*/ 84 h 161"/>
              <a:gd name="T54" fmla="*/ 1335 w 2065"/>
              <a:gd name="T55" fmla="*/ 58 h 161"/>
              <a:gd name="T56" fmla="*/ 1834 w 2065"/>
              <a:gd name="T57" fmla="*/ 132 h 161"/>
              <a:gd name="T58" fmla="*/ 1748 w 2065"/>
              <a:gd name="T59" fmla="*/ 34 h 161"/>
              <a:gd name="T60" fmla="*/ 1748 w 2065"/>
              <a:gd name="T61" fmla="*/ 34 h 161"/>
              <a:gd name="T62" fmla="*/ 1773 w 2065"/>
              <a:gd name="T63" fmla="*/ 84 h 161"/>
              <a:gd name="T64" fmla="*/ 1465 w 2065"/>
              <a:gd name="T65" fmla="*/ 109 h 161"/>
              <a:gd name="T66" fmla="*/ 1480 w 2065"/>
              <a:gd name="T67" fmla="*/ 148 h 161"/>
              <a:gd name="T68" fmla="*/ 1442 w 2065"/>
              <a:gd name="T69" fmla="*/ 102 h 161"/>
              <a:gd name="T70" fmla="*/ 1675 w 2065"/>
              <a:gd name="T71" fmla="*/ 37 h 161"/>
              <a:gd name="T72" fmla="*/ 1655 w 2065"/>
              <a:gd name="T73" fmla="*/ 7 h 161"/>
              <a:gd name="T74" fmla="*/ 1648 w 2065"/>
              <a:gd name="T75" fmla="*/ 132 h 161"/>
              <a:gd name="T76" fmla="*/ 1526 w 2065"/>
              <a:gd name="T77" fmla="*/ 36 h 161"/>
              <a:gd name="T78" fmla="*/ 1528 w 2065"/>
              <a:gd name="T79" fmla="*/ 161 h 161"/>
              <a:gd name="T80" fmla="*/ 980 w 2065"/>
              <a:gd name="T81" fmla="*/ 49 h 161"/>
              <a:gd name="T82" fmla="*/ 997 w 2065"/>
              <a:gd name="T83" fmla="*/ 59 h 161"/>
              <a:gd name="T84" fmla="*/ 1250 w 2065"/>
              <a:gd name="T85" fmla="*/ 132 h 161"/>
              <a:gd name="T86" fmla="*/ 1075 w 2065"/>
              <a:gd name="T87" fmla="*/ 49 h 161"/>
              <a:gd name="T88" fmla="*/ 1092 w 2065"/>
              <a:gd name="T89" fmla="*/ 59 h 161"/>
              <a:gd name="T90" fmla="*/ 910 w 2065"/>
              <a:gd name="T91" fmla="*/ 111 h 161"/>
              <a:gd name="T92" fmla="*/ 909 w 2065"/>
              <a:gd name="T93" fmla="*/ 34 h 161"/>
              <a:gd name="T94" fmla="*/ 910 w 2065"/>
              <a:gd name="T95" fmla="*/ 111 h 161"/>
              <a:gd name="T96" fmla="*/ 1962 w 2065"/>
              <a:gd name="T97" fmla="*/ 77 h 161"/>
              <a:gd name="T98" fmla="*/ 1962 w 2065"/>
              <a:gd name="T99" fmla="*/ 132 h 161"/>
              <a:gd name="T100" fmla="*/ 1941 w 2065"/>
              <a:gd name="T101" fmla="*/ 115 h 161"/>
              <a:gd name="T102" fmla="*/ 1193 w 2065"/>
              <a:gd name="T103" fmla="*/ 34 h 161"/>
              <a:gd name="T104" fmla="*/ 1193 w 2065"/>
              <a:gd name="T105" fmla="*/ 34 h 161"/>
              <a:gd name="T106" fmla="*/ 1218 w 2065"/>
              <a:gd name="T107" fmla="*/ 84 h 16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</a:cxnLst>
            <a:rect l="0" t="0" r="r" b="b"/>
            <a:pathLst>
              <a:path w="2065" h="161">
                <a:moveTo>
                  <a:pt x="530" y="34"/>
                </a:moveTo>
                <a:cubicBezTo>
                  <a:pt x="502" y="34"/>
                  <a:pt x="483" y="57"/>
                  <a:pt x="483" y="84"/>
                </a:cubicBezTo>
                <a:cubicBezTo>
                  <a:pt x="483" y="84"/>
                  <a:pt x="483" y="84"/>
                  <a:pt x="483" y="84"/>
                </a:cubicBezTo>
                <a:cubicBezTo>
                  <a:pt x="483" y="114"/>
                  <a:pt x="504" y="134"/>
                  <a:pt x="533" y="134"/>
                </a:cubicBezTo>
                <a:cubicBezTo>
                  <a:pt x="551" y="134"/>
                  <a:pt x="563" y="127"/>
                  <a:pt x="572" y="116"/>
                </a:cubicBezTo>
                <a:cubicBezTo>
                  <a:pt x="557" y="102"/>
                  <a:pt x="557" y="102"/>
                  <a:pt x="557" y="102"/>
                </a:cubicBezTo>
                <a:cubicBezTo>
                  <a:pt x="549" y="109"/>
                  <a:pt x="543" y="112"/>
                  <a:pt x="533" y="112"/>
                </a:cubicBezTo>
                <a:cubicBezTo>
                  <a:pt x="521" y="112"/>
                  <a:pt x="513" y="106"/>
                  <a:pt x="510" y="93"/>
                </a:cubicBezTo>
                <a:cubicBezTo>
                  <a:pt x="577" y="93"/>
                  <a:pt x="577" y="93"/>
                  <a:pt x="577" y="93"/>
                </a:cubicBezTo>
                <a:cubicBezTo>
                  <a:pt x="577" y="91"/>
                  <a:pt x="577" y="88"/>
                  <a:pt x="577" y="86"/>
                </a:cubicBezTo>
                <a:cubicBezTo>
                  <a:pt x="577" y="59"/>
                  <a:pt x="563" y="34"/>
                  <a:pt x="530" y="34"/>
                </a:cubicBezTo>
                <a:close/>
                <a:moveTo>
                  <a:pt x="510" y="76"/>
                </a:moveTo>
                <a:cubicBezTo>
                  <a:pt x="512" y="64"/>
                  <a:pt x="519" y="56"/>
                  <a:pt x="530" y="56"/>
                </a:cubicBezTo>
                <a:cubicBezTo>
                  <a:pt x="542" y="56"/>
                  <a:pt x="549" y="64"/>
                  <a:pt x="551" y="76"/>
                </a:cubicBezTo>
                <a:lnTo>
                  <a:pt x="510" y="76"/>
                </a:lnTo>
                <a:close/>
                <a:moveTo>
                  <a:pt x="610" y="55"/>
                </a:moveTo>
                <a:cubicBezTo>
                  <a:pt x="610" y="36"/>
                  <a:pt x="610" y="36"/>
                  <a:pt x="610" y="36"/>
                </a:cubicBezTo>
                <a:cubicBezTo>
                  <a:pt x="583" y="36"/>
                  <a:pt x="583" y="36"/>
                  <a:pt x="583" y="36"/>
                </a:cubicBezTo>
                <a:cubicBezTo>
                  <a:pt x="583" y="132"/>
                  <a:pt x="583" y="132"/>
                  <a:pt x="583" y="132"/>
                </a:cubicBezTo>
                <a:cubicBezTo>
                  <a:pt x="610" y="132"/>
                  <a:pt x="610" y="132"/>
                  <a:pt x="610" y="132"/>
                </a:cubicBezTo>
                <a:cubicBezTo>
                  <a:pt x="610" y="97"/>
                  <a:pt x="610" y="97"/>
                  <a:pt x="610" y="97"/>
                </a:cubicBezTo>
                <a:cubicBezTo>
                  <a:pt x="610" y="74"/>
                  <a:pt x="621" y="63"/>
                  <a:pt x="640" y="63"/>
                </a:cubicBezTo>
                <a:cubicBezTo>
                  <a:pt x="641" y="63"/>
                  <a:pt x="641" y="63"/>
                  <a:pt x="641" y="63"/>
                </a:cubicBezTo>
                <a:cubicBezTo>
                  <a:pt x="641" y="34"/>
                  <a:pt x="641" y="34"/>
                  <a:pt x="641" y="34"/>
                </a:cubicBezTo>
                <a:cubicBezTo>
                  <a:pt x="625" y="33"/>
                  <a:pt x="616" y="42"/>
                  <a:pt x="610" y="55"/>
                </a:cubicBezTo>
                <a:close/>
                <a:moveTo>
                  <a:pt x="2038" y="1"/>
                </a:moveTo>
                <a:cubicBezTo>
                  <a:pt x="2038" y="132"/>
                  <a:pt x="2038" y="132"/>
                  <a:pt x="2038" y="132"/>
                </a:cubicBezTo>
                <a:cubicBezTo>
                  <a:pt x="2065" y="132"/>
                  <a:pt x="2065" y="132"/>
                  <a:pt x="2065" y="132"/>
                </a:cubicBezTo>
                <a:cubicBezTo>
                  <a:pt x="2065" y="1"/>
                  <a:pt x="2065" y="1"/>
                  <a:pt x="2065" y="1"/>
                </a:cubicBezTo>
                <a:lnTo>
                  <a:pt x="2038" y="1"/>
                </a:lnTo>
                <a:close/>
                <a:moveTo>
                  <a:pt x="733" y="11"/>
                </a:moveTo>
                <a:cubicBezTo>
                  <a:pt x="706" y="11"/>
                  <a:pt x="706" y="11"/>
                  <a:pt x="706" y="11"/>
                </a:cubicBezTo>
                <a:cubicBezTo>
                  <a:pt x="706" y="36"/>
                  <a:pt x="706" y="36"/>
                  <a:pt x="706" y="36"/>
                </a:cubicBezTo>
                <a:cubicBezTo>
                  <a:pt x="694" y="36"/>
                  <a:pt x="694" y="36"/>
                  <a:pt x="694" y="36"/>
                </a:cubicBezTo>
                <a:cubicBezTo>
                  <a:pt x="694" y="59"/>
                  <a:pt x="694" y="59"/>
                  <a:pt x="694" y="59"/>
                </a:cubicBezTo>
                <a:cubicBezTo>
                  <a:pt x="706" y="59"/>
                  <a:pt x="706" y="59"/>
                  <a:pt x="706" y="59"/>
                </a:cubicBezTo>
                <a:cubicBezTo>
                  <a:pt x="706" y="105"/>
                  <a:pt x="706" y="105"/>
                  <a:pt x="706" y="105"/>
                </a:cubicBezTo>
                <a:cubicBezTo>
                  <a:pt x="706" y="127"/>
                  <a:pt x="717" y="134"/>
                  <a:pt x="734" y="134"/>
                </a:cubicBezTo>
                <a:cubicBezTo>
                  <a:pt x="743" y="134"/>
                  <a:pt x="750" y="132"/>
                  <a:pt x="755" y="128"/>
                </a:cubicBezTo>
                <a:cubicBezTo>
                  <a:pt x="755" y="106"/>
                  <a:pt x="755" y="106"/>
                  <a:pt x="755" y="106"/>
                </a:cubicBezTo>
                <a:cubicBezTo>
                  <a:pt x="752" y="108"/>
                  <a:pt x="747" y="110"/>
                  <a:pt x="742" y="110"/>
                </a:cubicBezTo>
                <a:cubicBezTo>
                  <a:pt x="736" y="110"/>
                  <a:pt x="733" y="107"/>
                  <a:pt x="733" y="100"/>
                </a:cubicBezTo>
                <a:cubicBezTo>
                  <a:pt x="733" y="59"/>
                  <a:pt x="733" y="59"/>
                  <a:pt x="733" y="59"/>
                </a:cubicBezTo>
                <a:cubicBezTo>
                  <a:pt x="756" y="59"/>
                  <a:pt x="756" y="59"/>
                  <a:pt x="756" y="59"/>
                </a:cubicBezTo>
                <a:cubicBezTo>
                  <a:pt x="756" y="36"/>
                  <a:pt x="756" y="36"/>
                  <a:pt x="756" y="36"/>
                </a:cubicBezTo>
                <a:cubicBezTo>
                  <a:pt x="733" y="36"/>
                  <a:pt x="733" y="36"/>
                  <a:pt x="733" y="36"/>
                </a:cubicBezTo>
                <a:lnTo>
                  <a:pt x="733" y="11"/>
                </a:lnTo>
                <a:close/>
                <a:moveTo>
                  <a:pt x="1999" y="132"/>
                </a:moveTo>
                <a:cubicBezTo>
                  <a:pt x="2027" y="132"/>
                  <a:pt x="2027" y="132"/>
                  <a:pt x="2027" y="132"/>
                </a:cubicBezTo>
                <a:cubicBezTo>
                  <a:pt x="2027" y="1"/>
                  <a:pt x="2027" y="1"/>
                  <a:pt x="2027" y="1"/>
                </a:cubicBezTo>
                <a:cubicBezTo>
                  <a:pt x="1999" y="1"/>
                  <a:pt x="1999" y="1"/>
                  <a:pt x="1999" y="1"/>
                </a:cubicBezTo>
                <a:lnTo>
                  <a:pt x="1999" y="132"/>
                </a:lnTo>
                <a:close/>
                <a:moveTo>
                  <a:pt x="807" y="34"/>
                </a:moveTo>
                <a:cubicBezTo>
                  <a:pt x="779" y="34"/>
                  <a:pt x="760" y="57"/>
                  <a:pt x="760" y="84"/>
                </a:cubicBezTo>
                <a:cubicBezTo>
                  <a:pt x="760" y="84"/>
                  <a:pt x="760" y="84"/>
                  <a:pt x="760" y="84"/>
                </a:cubicBezTo>
                <a:cubicBezTo>
                  <a:pt x="760" y="114"/>
                  <a:pt x="781" y="134"/>
                  <a:pt x="810" y="134"/>
                </a:cubicBezTo>
                <a:cubicBezTo>
                  <a:pt x="827" y="134"/>
                  <a:pt x="840" y="127"/>
                  <a:pt x="849" y="116"/>
                </a:cubicBezTo>
                <a:cubicBezTo>
                  <a:pt x="834" y="102"/>
                  <a:pt x="834" y="102"/>
                  <a:pt x="834" y="102"/>
                </a:cubicBezTo>
                <a:cubicBezTo>
                  <a:pt x="826" y="109"/>
                  <a:pt x="820" y="112"/>
                  <a:pt x="810" y="112"/>
                </a:cubicBezTo>
                <a:cubicBezTo>
                  <a:pt x="798" y="112"/>
                  <a:pt x="790" y="106"/>
                  <a:pt x="787" y="93"/>
                </a:cubicBezTo>
                <a:cubicBezTo>
                  <a:pt x="854" y="93"/>
                  <a:pt x="854" y="93"/>
                  <a:pt x="854" y="93"/>
                </a:cubicBezTo>
                <a:cubicBezTo>
                  <a:pt x="854" y="91"/>
                  <a:pt x="854" y="88"/>
                  <a:pt x="854" y="86"/>
                </a:cubicBezTo>
                <a:cubicBezTo>
                  <a:pt x="854" y="59"/>
                  <a:pt x="839" y="34"/>
                  <a:pt x="807" y="34"/>
                </a:cubicBezTo>
                <a:close/>
                <a:moveTo>
                  <a:pt x="787" y="76"/>
                </a:moveTo>
                <a:cubicBezTo>
                  <a:pt x="789" y="64"/>
                  <a:pt x="796" y="56"/>
                  <a:pt x="807" y="56"/>
                </a:cubicBezTo>
                <a:cubicBezTo>
                  <a:pt x="819" y="56"/>
                  <a:pt x="826" y="64"/>
                  <a:pt x="828" y="76"/>
                </a:cubicBezTo>
                <a:lnTo>
                  <a:pt x="787" y="76"/>
                </a:lnTo>
                <a:close/>
                <a:moveTo>
                  <a:pt x="220" y="34"/>
                </a:moveTo>
                <a:cubicBezTo>
                  <a:pt x="207" y="34"/>
                  <a:pt x="197" y="39"/>
                  <a:pt x="189" y="49"/>
                </a:cubicBezTo>
                <a:cubicBezTo>
                  <a:pt x="184" y="40"/>
                  <a:pt x="174" y="34"/>
                  <a:pt x="161" y="34"/>
                </a:cubicBezTo>
                <a:cubicBezTo>
                  <a:pt x="148" y="34"/>
                  <a:pt x="139" y="41"/>
                  <a:pt x="133" y="50"/>
                </a:cubicBezTo>
                <a:cubicBezTo>
                  <a:pt x="133" y="36"/>
                  <a:pt x="133" y="36"/>
                  <a:pt x="133" y="36"/>
                </a:cubicBezTo>
                <a:cubicBezTo>
                  <a:pt x="106" y="36"/>
                  <a:pt x="106" y="36"/>
                  <a:pt x="106" y="36"/>
                </a:cubicBezTo>
                <a:cubicBezTo>
                  <a:pt x="106" y="132"/>
                  <a:pt x="106" y="132"/>
                  <a:pt x="106" y="132"/>
                </a:cubicBezTo>
                <a:cubicBezTo>
                  <a:pt x="133" y="132"/>
                  <a:pt x="133" y="132"/>
                  <a:pt x="133" y="132"/>
                </a:cubicBezTo>
                <a:cubicBezTo>
                  <a:pt x="133" y="78"/>
                  <a:pt x="133" y="78"/>
                  <a:pt x="133" y="78"/>
                </a:cubicBezTo>
                <a:cubicBezTo>
                  <a:pt x="133" y="65"/>
                  <a:pt x="139" y="59"/>
                  <a:pt x="150" y="59"/>
                </a:cubicBezTo>
                <a:cubicBezTo>
                  <a:pt x="160" y="59"/>
                  <a:pt x="166" y="65"/>
                  <a:pt x="166" y="78"/>
                </a:cubicBezTo>
                <a:cubicBezTo>
                  <a:pt x="166" y="132"/>
                  <a:pt x="166" y="132"/>
                  <a:pt x="166" y="132"/>
                </a:cubicBezTo>
                <a:cubicBezTo>
                  <a:pt x="193" y="132"/>
                  <a:pt x="193" y="132"/>
                  <a:pt x="193" y="132"/>
                </a:cubicBezTo>
                <a:cubicBezTo>
                  <a:pt x="193" y="78"/>
                  <a:pt x="193" y="78"/>
                  <a:pt x="193" y="78"/>
                </a:cubicBezTo>
                <a:cubicBezTo>
                  <a:pt x="193" y="65"/>
                  <a:pt x="199" y="59"/>
                  <a:pt x="209" y="59"/>
                </a:cubicBezTo>
                <a:cubicBezTo>
                  <a:pt x="220" y="59"/>
                  <a:pt x="225" y="65"/>
                  <a:pt x="225" y="78"/>
                </a:cubicBezTo>
                <a:cubicBezTo>
                  <a:pt x="225" y="132"/>
                  <a:pt x="225" y="132"/>
                  <a:pt x="225" y="132"/>
                </a:cubicBezTo>
                <a:cubicBezTo>
                  <a:pt x="253" y="132"/>
                  <a:pt x="253" y="132"/>
                  <a:pt x="253" y="132"/>
                </a:cubicBezTo>
                <a:cubicBezTo>
                  <a:pt x="253" y="69"/>
                  <a:pt x="253" y="69"/>
                  <a:pt x="253" y="69"/>
                </a:cubicBezTo>
                <a:cubicBezTo>
                  <a:pt x="253" y="46"/>
                  <a:pt x="240" y="34"/>
                  <a:pt x="220" y="34"/>
                </a:cubicBezTo>
                <a:close/>
                <a:moveTo>
                  <a:pt x="59" y="57"/>
                </a:moveTo>
                <a:cubicBezTo>
                  <a:pt x="38" y="51"/>
                  <a:pt x="32" y="49"/>
                  <a:pt x="32" y="40"/>
                </a:cubicBezTo>
                <a:cubicBezTo>
                  <a:pt x="32" y="40"/>
                  <a:pt x="32" y="40"/>
                  <a:pt x="32" y="40"/>
                </a:cubicBezTo>
                <a:cubicBezTo>
                  <a:pt x="32" y="34"/>
                  <a:pt x="38" y="29"/>
                  <a:pt x="48" y="29"/>
                </a:cubicBezTo>
                <a:cubicBezTo>
                  <a:pt x="59" y="29"/>
                  <a:pt x="70" y="34"/>
                  <a:pt x="81" y="41"/>
                </a:cubicBezTo>
                <a:cubicBezTo>
                  <a:pt x="95" y="21"/>
                  <a:pt x="95" y="21"/>
                  <a:pt x="95" y="21"/>
                </a:cubicBezTo>
                <a:cubicBezTo>
                  <a:pt x="83" y="10"/>
                  <a:pt x="67" y="5"/>
                  <a:pt x="49" y="5"/>
                </a:cubicBezTo>
                <a:cubicBezTo>
                  <a:pt x="23" y="5"/>
                  <a:pt x="5" y="20"/>
                  <a:pt x="5" y="43"/>
                </a:cubicBezTo>
                <a:cubicBezTo>
                  <a:pt x="5" y="43"/>
                  <a:pt x="5" y="43"/>
                  <a:pt x="5" y="43"/>
                </a:cubicBezTo>
                <a:cubicBezTo>
                  <a:pt x="5" y="68"/>
                  <a:pt x="21" y="75"/>
                  <a:pt x="46" y="81"/>
                </a:cubicBezTo>
                <a:cubicBezTo>
                  <a:pt x="67" y="87"/>
                  <a:pt x="72" y="90"/>
                  <a:pt x="72" y="97"/>
                </a:cubicBezTo>
                <a:cubicBezTo>
                  <a:pt x="72" y="98"/>
                  <a:pt x="72" y="98"/>
                  <a:pt x="72" y="98"/>
                </a:cubicBezTo>
                <a:cubicBezTo>
                  <a:pt x="72" y="105"/>
                  <a:pt x="65" y="109"/>
                  <a:pt x="54" y="109"/>
                </a:cubicBezTo>
                <a:cubicBezTo>
                  <a:pt x="39" y="109"/>
                  <a:pt x="27" y="104"/>
                  <a:pt x="16" y="94"/>
                </a:cubicBezTo>
                <a:cubicBezTo>
                  <a:pt x="0" y="114"/>
                  <a:pt x="0" y="114"/>
                  <a:pt x="0" y="114"/>
                </a:cubicBezTo>
                <a:cubicBezTo>
                  <a:pt x="15" y="127"/>
                  <a:pt x="34" y="134"/>
                  <a:pt x="53" y="134"/>
                </a:cubicBezTo>
                <a:cubicBezTo>
                  <a:pt x="80" y="134"/>
                  <a:pt x="99" y="120"/>
                  <a:pt x="99" y="95"/>
                </a:cubicBezTo>
                <a:cubicBezTo>
                  <a:pt x="99" y="95"/>
                  <a:pt x="99" y="95"/>
                  <a:pt x="99" y="95"/>
                </a:cubicBezTo>
                <a:cubicBezTo>
                  <a:pt x="99" y="73"/>
                  <a:pt x="85" y="63"/>
                  <a:pt x="59" y="57"/>
                </a:cubicBezTo>
                <a:close/>
                <a:moveTo>
                  <a:pt x="304" y="35"/>
                </a:moveTo>
                <a:cubicBezTo>
                  <a:pt x="287" y="35"/>
                  <a:pt x="277" y="38"/>
                  <a:pt x="266" y="43"/>
                </a:cubicBezTo>
                <a:cubicBezTo>
                  <a:pt x="273" y="63"/>
                  <a:pt x="273" y="63"/>
                  <a:pt x="273" y="63"/>
                </a:cubicBezTo>
                <a:cubicBezTo>
                  <a:pt x="282" y="60"/>
                  <a:pt x="289" y="58"/>
                  <a:pt x="300" y="58"/>
                </a:cubicBezTo>
                <a:cubicBezTo>
                  <a:pt x="313" y="58"/>
                  <a:pt x="320" y="64"/>
                  <a:pt x="320" y="76"/>
                </a:cubicBezTo>
                <a:cubicBezTo>
                  <a:pt x="320" y="77"/>
                  <a:pt x="320" y="77"/>
                  <a:pt x="320" y="77"/>
                </a:cubicBezTo>
                <a:cubicBezTo>
                  <a:pt x="314" y="75"/>
                  <a:pt x="307" y="73"/>
                  <a:pt x="297" y="73"/>
                </a:cubicBezTo>
                <a:cubicBezTo>
                  <a:pt x="274" y="73"/>
                  <a:pt x="258" y="83"/>
                  <a:pt x="258" y="104"/>
                </a:cubicBezTo>
                <a:cubicBezTo>
                  <a:pt x="258" y="104"/>
                  <a:pt x="258" y="104"/>
                  <a:pt x="258" y="104"/>
                </a:cubicBezTo>
                <a:cubicBezTo>
                  <a:pt x="258" y="123"/>
                  <a:pt x="273" y="134"/>
                  <a:pt x="291" y="134"/>
                </a:cubicBezTo>
                <a:cubicBezTo>
                  <a:pt x="304" y="134"/>
                  <a:pt x="314" y="129"/>
                  <a:pt x="320" y="122"/>
                </a:cubicBezTo>
                <a:cubicBezTo>
                  <a:pt x="320" y="132"/>
                  <a:pt x="320" y="132"/>
                  <a:pt x="320" y="132"/>
                </a:cubicBezTo>
                <a:cubicBezTo>
                  <a:pt x="347" y="132"/>
                  <a:pt x="347" y="132"/>
                  <a:pt x="347" y="132"/>
                </a:cubicBezTo>
                <a:cubicBezTo>
                  <a:pt x="347" y="76"/>
                  <a:pt x="347" y="76"/>
                  <a:pt x="347" y="76"/>
                </a:cubicBezTo>
                <a:cubicBezTo>
                  <a:pt x="347" y="63"/>
                  <a:pt x="343" y="53"/>
                  <a:pt x="336" y="46"/>
                </a:cubicBezTo>
                <a:cubicBezTo>
                  <a:pt x="329" y="39"/>
                  <a:pt x="319" y="35"/>
                  <a:pt x="304" y="35"/>
                </a:cubicBezTo>
                <a:close/>
                <a:moveTo>
                  <a:pt x="321" y="98"/>
                </a:moveTo>
                <a:cubicBezTo>
                  <a:pt x="321" y="108"/>
                  <a:pt x="312" y="115"/>
                  <a:pt x="299" y="115"/>
                </a:cubicBezTo>
                <a:cubicBezTo>
                  <a:pt x="291" y="115"/>
                  <a:pt x="285" y="111"/>
                  <a:pt x="285" y="103"/>
                </a:cubicBezTo>
                <a:cubicBezTo>
                  <a:pt x="285" y="103"/>
                  <a:pt x="285" y="103"/>
                  <a:pt x="285" y="103"/>
                </a:cubicBezTo>
                <a:cubicBezTo>
                  <a:pt x="285" y="94"/>
                  <a:pt x="292" y="90"/>
                  <a:pt x="303" y="90"/>
                </a:cubicBezTo>
                <a:cubicBezTo>
                  <a:pt x="310" y="90"/>
                  <a:pt x="316" y="91"/>
                  <a:pt x="321" y="93"/>
                </a:cubicBezTo>
                <a:lnTo>
                  <a:pt x="321" y="98"/>
                </a:lnTo>
                <a:close/>
                <a:moveTo>
                  <a:pt x="457" y="11"/>
                </a:moveTo>
                <a:cubicBezTo>
                  <a:pt x="429" y="11"/>
                  <a:pt x="429" y="11"/>
                  <a:pt x="429" y="11"/>
                </a:cubicBezTo>
                <a:cubicBezTo>
                  <a:pt x="429" y="36"/>
                  <a:pt x="429" y="36"/>
                  <a:pt x="429" y="36"/>
                </a:cubicBezTo>
                <a:cubicBezTo>
                  <a:pt x="418" y="36"/>
                  <a:pt x="418" y="36"/>
                  <a:pt x="418" y="36"/>
                </a:cubicBezTo>
                <a:cubicBezTo>
                  <a:pt x="418" y="59"/>
                  <a:pt x="418" y="59"/>
                  <a:pt x="418" y="59"/>
                </a:cubicBezTo>
                <a:cubicBezTo>
                  <a:pt x="429" y="59"/>
                  <a:pt x="429" y="59"/>
                  <a:pt x="429" y="59"/>
                </a:cubicBezTo>
                <a:cubicBezTo>
                  <a:pt x="429" y="105"/>
                  <a:pt x="429" y="105"/>
                  <a:pt x="429" y="105"/>
                </a:cubicBezTo>
                <a:cubicBezTo>
                  <a:pt x="429" y="127"/>
                  <a:pt x="441" y="134"/>
                  <a:pt x="457" y="134"/>
                </a:cubicBezTo>
                <a:cubicBezTo>
                  <a:pt x="466" y="134"/>
                  <a:pt x="473" y="132"/>
                  <a:pt x="479" y="128"/>
                </a:cubicBezTo>
                <a:cubicBezTo>
                  <a:pt x="479" y="106"/>
                  <a:pt x="479" y="106"/>
                  <a:pt x="479" y="106"/>
                </a:cubicBezTo>
                <a:cubicBezTo>
                  <a:pt x="475" y="108"/>
                  <a:pt x="470" y="110"/>
                  <a:pt x="465" y="110"/>
                </a:cubicBezTo>
                <a:cubicBezTo>
                  <a:pt x="459" y="110"/>
                  <a:pt x="457" y="107"/>
                  <a:pt x="457" y="100"/>
                </a:cubicBezTo>
                <a:cubicBezTo>
                  <a:pt x="457" y="59"/>
                  <a:pt x="457" y="59"/>
                  <a:pt x="457" y="59"/>
                </a:cubicBezTo>
                <a:cubicBezTo>
                  <a:pt x="479" y="59"/>
                  <a:pt x="479" y="59"/>
                  <a:pt x="479" y="59"/>
                </a:cubicBezTo>
                <a:cubicBezTo>
                  <a:pt x="479" y="36"/>
                  <a:pt x="479" y="36"/>
                  <a:pt x="479" y="36"/>
                </a:cubicBezTo>
                <a:cubicBezTo>
                  <a:pt x="457" y="36"/>
                  <a:pt x="457" y="36"/>
                  <a:pt x="457" y="36"/>
                </a:cubicBezTo>
                <a:lnTo>
                  <a:pt x="457" y="11"/>
                </a:lnTo>
                <a:close/>
                <a:moveTo>
                  <a:pt x="382" y="55"/>
                </a:moveTo>
                <a:cubicBezTo>
                  <a:pt x="382" y="36"/>
                  <a:pt x="382" y="36"/>
                  <a:pt x="382" y="36"/>
                </a:cubicBezTo>
                <a:cubicBezTo>
                  <a:pt x="354" y="36"/>
                  <a:pt x="354" y="36"/>
                  <a:pt x="354" y="36"/>
                </a:cubicBezTo>
                <a:cubicBezTo>
                  <a:pt x="354" y="132"/>
                  <a:pt x="354" y="132"/>
                  <a:pt x="354" y="132"/>
                </a:cubicBezTo>
                <a:cubicBezTo>
                  <a:pt x="382" y="132"/>
                  <a:pt x="382" y="132"/>
                  <a:pt x="382" y="132"/>
                </a:cubicBezTo>
                <a:cubicBezTo>
                  <a:pt x="382" y="97"/>
                  <a:pt x="382" y="97"/>
                  <a:pt x="382" y="97"/>
                </a:cubicBezTo>
                <a:cubicBezTo>
                  <a:pt x="382" y="74"/>
                  <a:pt x="393" y="63"/>
                  <a:pt x="411" y="63"/>
                </a:cubicBezTo>
                <a:cubicBezTo>
                  <a:pt x="412" y="63"/>
                  <a:pt x="412" y="63"/>
                  <a:pt x="412" y="63"/>
                </a:cubicBezTo>
                <a:cubicBezTo>
                  <a:pt x="412" y="34"/>
                  <a:pt x="412" y="34"/>
                  <a:pt x="412" y="34"/>
                </a:cubicBezTo>
                <a:cubicBezTo>
                  <a:pt x="396" y="33"/>
                  <a:pt x="387" y="42"/>
                  <a:pt x="382" y="55"/>
                </a:cubicBezTo>
                <a:close/>
                <a:moveTo>
                  <a:pt x="1335" y="34"/>
                </a:moveTo>
                <a:cubicBezTo>
                  <a:pt x="1305" y="34"/>
                  <a:pt x="1283" y="56"/>
                  <a:pt x="1283" y="84"/>
                </a:cubicBezTo>
                <a:cubicBezTo>
                  <a:pt x="1283" y="84"/>
                  <a:pt x="1283" y="84"/>
                  <a:pt x="1283" y="84"/>
                </a:cubicBezTo>
                <a:cubicBezTo>
                  <a:pt x="1283" y="112"/>
                  <a:pt x="1305" y="134"/>
                  <a:pt x="1335" y="134"/>
                </a:cubicBezTo>
                <a:cubicBezTo>
                  <a:pt x="1365" y="134"/>
                  <a:pt x="1387" y="112"/>
                  <a:pt x="1387" y="84"/>
                </a:cubicBezTo>
                <a:cubicBezTo>
                  <a:pt x="1387" y="84"/>
                  <a:pt x="1387" y="84"/>
                  <a:pt x="1387" y="84"/>
                </a:cubicBezTo>
                <a:cubicBezTo>
                  <a:pt x="1387" y="56"/>
                  <a:pt x="1365" y="34"/>
                  <a:pt x="1335" y="34"/>
                </a:cubicBezTo>
                <a:close/>
                <a:moveTo>
                  <a:pt x="1360" y="84"/>
                </a:moveTo>
                <a:cubicBezTo>
                  <a:pt x="1360" y="99"/>
                  <a:pt x="1351" y="111"/>
                  <a:pt x="1335" y="111"/>
                </a:cubicBezTo>
                <a:cubicBezTo>
                  <a:pt x="1320" y="111"/>
                  <a:pt x="1310" y="98"/>
                  <a:pt x="1310" y="84"/>
                </a:cubicBezTo>
                <a:cubicBezTo>
                  <a:pt x="1310" y="84"/>
                  <a:pt x="1310" y="84"/>
                  <a:pt x="1310" y="84"/>
                </a:cubicBezTo>
                <a:cubicBezTo>
                  <a:pt x="1310" y="70"/>
                  <a:pt x="1319" y="58"/>
                  <a:pt x="1335" y="58"/>
                </a:cubicBezTo>
                <a:cubicBezTo>
                  <a:pt x="1350" y="58"/>
                  <a:pt x="1360" y="70"/>
                  <a:pt x="1360" y="84"/>
                </a:cubicBezTo>
                <a:close/>
                <a:moveTo>
                  <a:pt x="1834" y="55"/>
                </a:moveTo>
                <a:cubicBezTo>
                  <a:pt x="1834" y="36"/>
                  <a:pt x="1834" y="36"/>
                  <a:pt x="1834" y="36"/>
                </a:cubicBezTo>
                <a:cubicBezTo>
                  <a:pt x="1807" y="36"/>
                  <a:pt x="1807" y="36"/>
                  <a:pt x="1807" y="36"/>
                </a:cubicBezTo>
                <a:cubicBezTo>
                  <a:pt x="1807" y="132"/>
                  <a:pt x="1807" y="132"/>
                  <a:pt x="1807" y="132"/>
                </a:cubicBezTo>
                <a:cubicBezTo>
                  <a:pt x="1834" y="132"/>
                  <a:pt x="1834" y="132"/>
                  <a:pt x="1834" y="132"/>
                </a:cubicBezTo>
                <a:cubicBezTo>
                  <a:pt x="1834" y="97"/>
                  <a:pt x="1834" y="97"/>
                  <a:pt x="1834" y="97"/>
                </a:cubicBezTo>
                <a:cubicBezTo>
                  <a:pt x="1834" y="74"/>
                  <a:pt x="1845" y="63"/>
                  <a:pt x="1863" y="63"/>
                </a:cubicBezTo>
                <a:cubicBezTo>
                  <a:pt x="1865" y="63"/>
                  <a:pt x="1865" y="63"/>
                  <a:pt x="1865" y="63"/>
                </a:cubicBezTo>
                <a:cubicBezTo>
                  <a:pt x="1865" y="34"/>
                  <a:pt x="1865" y="34"/>
                  <a:pt x="1865" y="34"/>
                </a:cubicBezTo>
                <a:cubicBezTo>
                  <a:pt x="1848" y="33"/>
                  <a:pt x="1839" y="42"/>
                  <a:pt x="1834" y="55"/>
                </a:cubicBezTo>
                <a:close/>
                <a:moveTo>
                  <a:pt x="1748" y="34"/>
                </a:moveTo>
                <a:cubicBezTo>
                  <a:pt x="1718" y="34"/>
                  <a:pt x="1696" y="56"/>
                  <a:pt x="1696" y="84"/>
                </a:cubicBezTo>
                <a:cubicBezTo>
                  <a:pt x="1696" y="84"/>
                  <a:pt x="1696" y="84"/>
                  <a:pt x="1696" y="84"/>
                </a:cubicBezTo>
                <a:cubicBezTo>
                  <a:pt x="1696" y="112"/>
                  <a:pt x="1718" y="134"/>
                  <a:pt x="1748" y="134"/>
                </a:cubicBezTo>
                <a:cubicBezTo>
                  <a:pt x="1778" y="134"/>
                  <a:pt x="1800" y="112"/>
                  <a:pt x="1800" y="84"/>
                </a:cubicBezTo>
                <a:cubicBezTo>
                  <a:pt x="1800" y="84"/>
                  <a:pt x="1800" y="84"/>
                  <a:pt x="1800" y="84"/>
                </a:cubicBezTo>
                <a:cubicBezTo>
                  <a:pt x="1800" y="56"/>
                  <a:pt x="1778" y="34"/>
                  <a:pt x="1748" y="34"/>
                </a:cubicBezTo>
                <a:close/>
                <a:moveTo>
                  <a:pt x="1773" y="84"/>
                </a:moveTo>
                <a:cubicBezTo>
                  <a:pt x="1773" y="99"/>
                  <a:pt x="1764" y="111"/>
                  <a:pt x="1748" y="111"/>
                </a:cubicBezTo>
                <a:cubicBezTo>
                  <a:pt x="1733" y="111"/>
                  <a:pt x="1723" y="98"/>
                  <a:pt x="1723" y="84"/>
                </a:cubicBezTo>
                <a:cubicBezTo>
                  <a:pt x="1723" y="84"/>
                  <a:pt x="1723" y="84"/>
                  <a:pt x="1723" y="84"/>
                </a:cubicBezTo>
                <a:cubicBezTo>
                  <a:pt x="1723" y="70"/>
                  <a:pt x="1732" y="58"/>
                  <a:pt x="1748" y="58"/>
                </a:cubicBezTo>
                <a:cubicBezTo>
                  <a:pt x="1763" y="58"/>
                  <a:pt x="1773" y="70"/>
                  <a:pt x="1773" y="84"/>
                </a:cubicBezTo>
                <a:close/>
                <a:moveTo>
                  <a:pt x="1465" y="48"/>
                </a:moveTo>
                <a:cubicBezTo>
                  <a:pt x="1458" y="40"/>
                  <a:pt x="1449" y="34"/>
                  <a:pt x="1434" y="34"/>
                </a:cubicBezTo>
                <a:cubicBezTo>
                  <a:pt x="1412" y="34"/>
                  <a:pt x="1391" y="50"/>
                  <a:pt x="1391" y="79"/>
                </a:cubicBezTo>
                <a:cubicBezTo>
                  <a:pt x="1391" y="79"/>
                  <a:pt x="1391" y="79"/>
                  <a:pt x="1391" y="79"/>
                </a:cubicBezTo>
                <a:cubicBezTo>
                  <a:pt x="1391" y="108"/>
                  <a:pt x="1412" y="124"/>
                  <a:pt x="1434" y="124"/>
                </a:cubicBezTo>
                <a:cubicBezTo>
                  <a:pt x="1448" y="124"/>
                  <a:pt x="1457" y="118"/>
                  <a:pt x="1465" y="109"/>
                </a:cubicBezTo>
                <a:cubicBezTo>
                  <a:pt x="1465" y="113"/>
                  <a:pt x="1465" y="113"/>
                  <a:pt x="1465" y="113"/>
                </a:cubicBezTo>
                <a:cubicBezTo>
                  <a:pt x="1465" y="130"/>
                  <a:pt x="1457" y="139"/>
                  <a:pt x="1438" y="139"/>
                </a:cubicBezTo>
                <a:cubicBezTo>
                  <a:pt x="1425" y="139"/>
                  <a:pt x="1415" y="136"/>
                  <a:pt x="1405" y="131"/>
                </a:cubicBezTo>
                <a:cubicBezTo>
                  <a:pt x="1396" y="151"/>
                  <a:pt x="1396" y="151"/>
                  <a:pt x="1396" y="151"/>
                </a:cubicBezTo>
                <a:cubicBezTo>
                  <a:pt x="1408" y="158"/>
                  <a:pt x="1423" y="161"/>
                  <a:pt x="1439" y="161"/>
                </a:cubicBezTo>
                <a:cubicBezTo>
                  <a:pt x="1457" y="161"/>
                  <a:pt x="1471" y="157"/>
                  <a:pt x="1480" y="148"/>
                </a:cubicBezTo>
                <a:cubicBezTo>
                  <a:pt x="1488" y="140"/>
                  <a:pt x="1492" y="128"/>
                  <a:pt x="1492" y="110"/>
                </a:cubicBezTo>
                <a:cubicBezTo>
                  <a:pt x="1492" y="36"/>
                  <a:pt x="1492" y="36"/>
                  <a:pt x="1492" y="36"/>
                </a:cubicBezTo>
                <a:cubicBezTo>
                  <a:pt x="1465" y="36"/>
                  <a:pt x="1465" y="36"/>
                  <a:pt x="1465" y="36"/>
                </a:cubicBezTo>
                <a:lnTo>
                  <a:pt x="1465" y="48"/>
                </a:lnTo>
                <a:close/>
                <a:moveTo>
                  <a:pt x="1465" y="79"/>
                </a:moveTo>
                <a:cubicBezTo>
                  <a:pt x="1465" y="92"/>
                  <a:pt x="1455" y="102"/>
                  <a:pt x="1442" y="102"/>
                </a:cubicBezTo>
                <a:cubicBezTo>
                  <a:pt x="1429" y="102"/>
                  <a:pt x="1419" y="93"/>
                  <a:pt x="1419" y="79"/>
                </a:cubicBezTo>
                <a:cubicBezTo>
                  <a:pt x="1419" y="79"/>
                  <a:pt x="1419" y="79"/>
                  <a:pt x="1419" y="79"/>
                </a:cubicBezTo>
                <a:cubicBezTo>
                  <a:pt x="1419" y="66"/>
                  <a:pt x="1429" y="57"/>
                  <a:pt x="1442" y="57"/>
                </a:cubicBezTo>
                <a:cubicBezTo>
                  <a:pt x="1455" y="57"/>
                  <a:pt x="1465" y="66"/>
                  <a:pt x="1465" y="79"/>
                </a:cubicBezTo>
                <a:close/>
                <a:moveTo>
                  <a:pt x="1697" y="37"/>
                </a:moveTo>
                <a:cubicBezTo>
                  <a:pt x="1675" y="37"/>
                  <a:pt x="1675" y="37"/>
                  <a:pt x="1675" y="37"/>
                </a:cubicBezTo>
                <a:cubicBezTo>
                  <a:pt x="1675" y="33"/>
                  <a:pt x="1675" y="33"/>
                  <a:pt x="1675" y="33"/>
                </a:cubicBezTo>
                <a:cubicBezTo>
                  <a:pt x="1675" y="26"/>
                  <a:pt x="1678" y="23"/>
                  <a:pt x="1684" y="23"/>
                </a:cubicBezTo>
                <a:cubicBezTo>
                  <a:pt x="1689" y="23"/>
                  <a:pt x="1693" y="24"/>
                  <a:pt x="1697" y="25"/>
                </a:cubicBezTo>
                <a:cubicBezTo>
                  <a:pt x="1697" y="2"/>
                  <a:pt x="1697" y="2"/>
                  <a:pt x="1697" y="2"/>
                </a:cubicBezTo>
                <a:cubicBezTo>
                  <a:pt x="1692" y="1"/>
                  <a:pt x="1686" y="0"/>
                  <a:pt x="1677" y="0"/>
                </a:cubicBezTo>
                <a:cubicBezTo>
                  <a:pt x="1668" y="0"/>
                  <a:pt x="1660" y="2"/>
                  <a:pt x="1655" y="7"/>
                </a:cubicBezTo>
                <a:cubicBezTo>
                  <a:pt x="1650" y="12"/>
                  <a:pt x="1648" y="20"/>
                  <a:pt x="1648" y="31"/>
                </a:cubicBezTo>
                <a:cubicBezTo>
                  <a:pt x="1648" y="37"/>
                  <a:pt x="1648" y="37"/>
                  <a:pt x="1648" y="37"/>
                </a:cubicBezTo>
                <a:cubicBezTo>
                  <a:pt x="1636" y="37"/>
                  <a:pt x="1636" y="37"/>
                  <a:pt x="1636" y="37"/>
                </a:cubicBezTo>
                <a:cubicBezTo>
                  <a:pt x="1636" y="59"/>
                  <a:pt x="1636" y="59"/>
                  <a:pt x="1636" y="59"/>
                </a:cubicBezTo>
                <a:cubicBezTo>
                  <a:pt x="1648" y="59"/>
                  <a:pt x="1648" y="59"/>
                  <a:pt x="1648" y="59"/>
                </a:cubicBezTo>
                <a:cubicBezTo>
                  <a:pt x="1648" y="132"/>
                  <a:pt x="1648" y="132"/>
                  <a:pt x="1648" y="132"/>
                </a:cubicBezTo>
                <a:cubicBezTo>
                  <a:pt x="1675" y="132"/>
                  <a:pt x="1675" y="132"/>
                  <a:pt x="1675" y="132"/>
                </a:cubicBezTo>
                <a:cubicBezTo>
                  <a:pt x="1675" y="59"/>
                  <a:pt x="1675" y="59"/>
                  <a:pt x="1675" y="59"/>
                </a:cubicBezTo>
                <a:cubicBezTo>
                  <a:pt x="1697" y="59"/>
                  <a:pt x="1697" y="59"/>
                  <a:pt x="1697" y="59"/>
                </a:cubicBezTo>
                <a:lnTo>
                  <a:pt x="1697" y="37"/>
                </a:lnTo>
                <a:close/>
                <a:moveTo>
                  <a:pt x="1548" y="101"/>
                </a:moveTo>
                <a:cubicBezTo>
                  <a:pt x="1526" y="36"/>
                  <a:pt x="1526" y="36"/>
                  <a:pt x="1526" y="36"/>
                </a:cubicBezTo>
                <a:cubicBezTo>
                  <a:pt x="1497" y="36"/>
                  <a:pt x="1497" y="36"/>
                  <a:pt x="1497" y="36"/>
                </a:cubicBezTo>
                <a:cubicBezTo>
                  <a:pt x="1535" y="132"/>
                  <a:pt x="1535" y="132"/>
                  <a:pt x="1535" y="132"/>
                </a:cubicBezTo>
                <a:cubicBezTo>
                  <a:pt x="1532" y="137"/>
                  <a:pt x="1530" y="139"/>
                  <a:pt x="1525" y="139"/>
                </a:cubicBezTo>
                <a:cubicBezTo>
                  <a:pt x="1521" y="139"/>
                  <a:pt x="1517" y="137"/>
                  <a:pt x="1513" y="135"/>
                </a:cubicBezTo>
                <a:cubicBezTo>
                  <a:pt x="1504" y="155"/>
                  <a:pt x="1504" y="155"/>
                  <a:pt x="1504" y="155"/>
                </a:cubicBezTo>
                <a:cubicBezTo>
                  <a:pt x="1511" y="159"/>
                  <a:pt x="1519" y="161"/>
                  <a:pt x="1528" y="161"/>
                </a:cubicBezTo>
                <a:cubicBezTo>
                  <a:pt x="1545" y="161"/>
                  <a:pt x="1553" y="154"/>
                  <a:pt x="1560" y="134"/>
                </a:cubicBezTo>
                <a:cubicBezTo>
                  <a:pt x="1597" y="36"/>
                  <a:pt x="1597" y="36"/>
                  <a:pt x="1597" y="36"/>
                </a:cubicBezTo>
                <a:cubicBezTo>
                  <a:pt x="1569" y="36"/>
                  <a:pt x="1569" y="36"/>
                  <a:pt x="1569" y="36"/>
                </a:cubicBezTo>
                <a:lnTo>
                  <a:pt x="1548" y="101"/>
                </a:lnTo>
                <a:close/>
                <a:moveTo>
                  <a:pt x="1008" y="34"/>
                </a:moveTo>
                <a:cubicBezTo>
                  <a:pt x="994" y="34"/>
                  <a:pt x="986" y="41"/>
                  <a:pt x="980" y="49"/>
                </a:cubicBezTo>
                <a:cubicBezTo>
                  <a:pt x="980" y="1"/>
                  <a:pt x="980" y="1"/>
                  <a:pt x="980" y="1"/>
                </a:cubicBezTo>
                <a:cubicBezTo>
                  <a:pt x="952" y="1"/>
                  <a:pt x="952" y="1"/>
                  <a:pt x="952" y="1"/>
                </a:cubicBezTo>
                <a:cubicBezTo>
                  <a:pt x="952" y="132"/>
                  <a:pt x="952" y="132"/>
                  <a:pt x="952" y="132"/>
                </a:cubicBezTo>
                <a:cubicBezTo>
                  <a:pt x="980" y="132"/>
                  <a:pt x="980" y="132"/>
                  <a:pt x="980" y="132"/>
                </a:cubicBezTo>
                <a:cubicBezTo>
                  <a:pt x="980" y="78"/>
                  <a:pt x="980" y="78"/>
                  <a:pt x="980" y="78"/>
                </a:cubicBezTo>
                <a:cubicBezTo>
                  <a:pt x="980" y="65"/>
                  <a:pt x="986" y="59"/>
                  <a:pt x="997" y="59"/>
                </a:cubicBezTo>
                <a:cubicBezTo>
                  <a:pt x="1007" y="59"/>
                  <a:pt x="1013" y="65"/>
                  <a:pt x="1013" y="78"/>
                </a:cubicBezTo>
                <a:cubicBezTo>
                  <a:pt x="1013" y="132"/>
                  <a:pt x="1013" y="132"/>
                  <a:pt x="1013" y="132"/>
                </a:cubicBezTo>
                <a:cubicBezTo>
                  <a:pt x="1040" y="132"/>
                  <a:pt x="1040" y="132"/>
                  <a:pt x="1040" y="132"/>
                </a:cubicBezTo>
                <a:cubicBezTo>
                  <a:pt x="1040" y="70"/>
                  <a:pt x="1040" y="70"/>
                  <a:pt x="1040" y="70"/>
                </a:cubicBezTo>
                <a:cubicBezTo>
                  <a:pt x="1040" y="48"/>
                  <a:pt x="1028" y="34"/>
                  <a:pt x="1008" y="34"/>
                </a:cubicBezTo>
                <a:close/>
                <a:moveTo>
                  <a:pt x="1250" y="132"/>
                </a:moveTo>
                <a:cubicBezTo>
                  <a:pt x="1278" y="132"/>
                  <a:pt x="1278" y="132"/>
                  <a:pt x="1278" y="132"/>
                </a:cubicBezTo>
                <a:cubicBezTo>
                  <a:pt x="1278" y="1"/>
                  <a:pt x="1278" y="1"/>
                  <a:pt x="1278" y="1"/>
                </a:cubicBezTo>
                <a:cubicBezTo>
                  <a:pt x="1250" y="1"/>
                  <a:pt x="1250" y="1"/>
                  <a:pt x="1250" y="1"/>
                </a:cubicBezTo>
                <a:lnTo>
                  <a:pt x="1250" y="132"/>
                </a:lnTo>
                <a:close/>
                <a:moveTo>
                  <a:pt x="1103" y="34"/>
                </a:moveTo>
                <a:cubicBezTo>
                  <a:pt x="1089" y="34"/>
                  <a:pt x="1081" y="41"/>
                  <a:pt x="1075" y="49"/>
                </a:cubicBezTo>
                <a:cubicBezTo>
                  <a:pt x="1075" y="36"/>
                  <a:pt x="1075" y="36"/>
                  <a:pt x="1075" y="36"/>
                </a:cubicBezTo>
                <a:cubicBezTo>
                  <a:pt x="1047" y="36"/>
                  <a:pt x="1047" y="36"/>
                  <a:pt x="1047" y="36"/>
                </a:cubicBezTo>
                <a:cubicBezTo>
                  <a:pt x="1047" y="132"/>
                  <a:pt x="1047" y="132"/>
                  <a:pt x="1047" y="132"/>
                </a:cubicBezTo>
                <a:cubicBezTo>
                  <a:pt x="1075" y="132"/>
                  <a:pt x="1075" y="132"/>
                  <a:pt x="1075" y="132"/>
                </a:cubicBezTo>
                <a:cubicBezTo>
                  <a:pt x="1075" y="78"/>
                  <a:pt x="1075" y="78"/>
                  <a:pt x="1075" y="78"/>
                </a:cubicBezTo>
                <a:cubicBezTo>
                  <a:pt x="1075" y="65"/>
                  <a:pt x="1081" y="59"/>
                  <a:pt x="1092" y="59"/>
                </a:cubicBezTo>
                <a:cubicBezTo>
                  <a:pt x="1102" y="59"/>
                  <a:pt x="1108" y="65"/>
                  <a:pt x="1108" y="78"/>
                </a:cubicBezTo>
                <a:cubicBezTo>
                  <a:pt x="1108" y="132"/>
                  <a:pt x="1108" y="132"/>
                  <a:pt x="1108" y="132"/>
                </a:cubicBezTo>
                <a:cubicBezTo>
                  <a:pt x="1135" y="132"/>
                  <a:pt x="1135" y="132"/>
                  <a:pt x="1135" y="132"/>
                </a:cubicBezTo>
                <a:cubicBezTo>
                  <a:pt x="1135" y="70"/>
                  <a:pt x="1135" y="70"/>
                  <a:pt x="1135" y="70"/>
                </a:cubicBezTo>
                <a:cubicBezTo>
                  <a:pt x="1135" y="48"/>
                  <a:pt x="1123" y="34"/>
                  <a:pt x="1103" y="34"/>
                </a:cubicBezTo>
                <a:close/>
                <a:moveTo>
                  <a:pt x="910" y="111"/>
                </a:moveTo>
                <a:cubicBezTo>
                  <a:pt x="895" y="111"/>
                  <a:pt x="885" y="99"/>
                  <a:pt x="885" y="84"/>
                </a:cubicBezTo>
                <a:cubicBezTo>
                  <a:pt x="885" y="84"/>
                  <a:pt x="885" y="84"/>
                  <a:pt x="885" y="84"/>
                </a:cubicBezTo>
                <a:cubicBezTo>
                  <a:pt x="885" y="70"/>
                  <a:pt x="895" y="58"/>
                  <a:pt x="909" y="58"/>
                </a:cubicBezTo>
                <a:cubicBezTo>
                  <a:pt x="918" y="58"/>
                  <a:pt x="925" y="62"/>
                  <a:pt x="931" y="68"/>
                </a:cubicBezTo>
                <a:cubicBezTo>
                  <a:pt x="947" y="50"/>
                  <a:pt x="947" y="50"/>
                  <a:pt x="947" y="50"/>
                </a:cubicBezTo>
                <a:cubicBezTo>
                  <a:pt x="938" y="40"/>
                  <a:pt x="927" y="34"/>
                  <a:pt x="909" y="34"/>
                </a:cubicBezTo>
                <a:cubicBezTo>
                  <a:pt x="880" y="34"/>
                  <a:pt x="859" y="57"/>
                  <a:pt x="859" y="84"/>
                </a:cubicBezTo>
                <a:cubicBezTo>
                  <a:pt x="859" y="84"/>
                  <a:pt x="859" y="84"/>
                  <a:pt x="859" y="84"/>
                </a:cubicBezTo>
                <a:cubicBezTo>
                  <a:pt x="859" y="112"/>
                  <a:pt x="880" y="134"/>
                  <a:pt x="909" y="134"/>
                </a:cubicBezTo>
                <a:cubicBezTo>
                  <a:pt x="928" y="134"/>
                  <a:pt x="939" y="127"/>
                  <a:pt x="948" y="117"/>
                </a:cubicBezTo>
                <a:cubicBezTo>
                  <a:pt x="932" y="100"/>
                  <a:pt x="932" y="100"/>
                  <a:pt x="932" y="100"/>
                </a:cubicBezTo>
                <a:cubicBezTo>
                  <a:pt x="925" y="107"/>
                  <a:pt x="919" y="111"/>
                  <a:pt x="910" y="111"/>
                </a:cubicBezTo>
                <a:close/>
                <a:moveTo>
                  <a:pt x="1945" y="35"/>
                </a:moveTo>
                <a:cubicBezTo>
                  <a:pt x="1929" y="35"/>
                  <a:pt x="1918" y="38"/>
                  <a:pt x="1908" y="42"/>
                </a:cubicBezTo>
                <a:cubicBezTo>
                  <a:pt x="1915" y="63"/>
                  <a:pt x="1915" y="63"/>
                  <a:pt x="1915" y="63"/>
                </a:cubicBezTo>
                <a:cubicBezTo>
                  <a:pt x="1923" y="60"/>
                  <a:pt x="1931" y="58"/>
                  <a:pt x="1941" y="58"/>
                </a:cubicBezTo>
                <a:cubicBezTo>
                  <a:pt x="1955" y="58"/>
                  <a:pt x="1962" y="64"/>
                  <a:pt x="1962" y="76"/>
                </a:cubicBezTo>
                <a:cubicBezTo>
                  <a:pt x="1962" y="77"/>
                  <a:pt x="1962" y="77"/>
                  <a:pt x="1962" y="77"/>
                </a:cubicBezTo>
                <a:cubicBezTo>
                  <a:pt x="1955" y="75"/>
                  <a:pt x="1948" y="73"/>
                  <a:pt x="1938" y="73"/>
                </a:cubicBezTo>
                <a:cubicBezTo>
                  <a:pt x="1915" y="73"/>
                  <a:pt x="1899" y="83"/>
                  <a:pt x="1899" y="104"/>
                </a:cubicBezTo>
                <a:cubicBezTo>
                  <a:pt x="1899" y="104"/>
                  <a:pt x="1899" y="104"/>
                  <a:pt x="1899" y="104"/>
                </a:cubicBezTo>
                <a:cubicBezTo>
                  <a:pt x="1899" y="123"/>
                  <a:pt x="1914" y="134"/>
                  <a:pt x="1932" y="134"/>
                </a:cubicBezTo>
                <a:cubicBezTo>
                  <a:pt x="1946" y="134"/>
                  <a:pt x="1955" y="129"/>
                  <a:pt x="1962" y="122"/>
                </a:cubicBezTo>
                <a:cubicBezTo>
                  <a:pt x="1962" y="132"/>
                  <a:pt x="1962" y="132"/>
                  <a:pt x="1962" y="132"/>
                </a:cubicBezTo>
                <a:cubicBezTo>
                  <a:pt x="1988" y="132"/>
                  <a:pt x="1988" y="132"/>
                  <a:pt x="1988" y="132"/>
                </a:cubicBezTo>
                <a:cubicBezTo>
                  <a:pt x="1988" y="76"/>
                  <a:pt x="1988" y="76"/>
                  <a:pt x="1988" y="76"/>
                </a:cubicBezTo>
                <a:cubicBezTo>
                  <a:pt x="1988" y="63"/>
                  <a:pt x="1985" y="53"/>
                  <a:pt x="1978" y="46"/>
                </a:cubicBezTo>
                <a:cubicBezTo>
                  <a:pt x="1971" y="39"/>
                  <a:pt x="1960" y="35"/>
                  <a:pt x="1945" y="35"/>
                </a:cubicBezTo>
                <a:close/>
                <a:moveTo>
                  <a:pt x="1962" y="98"/>
                </a:moveTo>
                <a:cubicBezTo>
                  <a:pt x="1962" y="108"/>
                  <a:pt x="1953" y="115"/>
                  <a:pt x="1941" y="115"/>
                </a:cubicBezTo>
                <a:cubicBezTo>
                  <a:pt x="1932" y="115"/>
                  <a:pt x="1926" y="111"/>
                  <a:pt x="1926" y="103"/>
                </a:cubicBezTo>
                <a:cubicBezTo>
                  <a:pt x="1926" y="103"/>
                  <a:pt x="1926" y="103"/>
                  <a:pt x="1926" y="103"/>
                </a:cubicBezTo>
                <a:cubicBezTo>
                  <a:pt x="1926" y="94"/>
                  <a:pt x="1933" y="90"/>
                  <a:pt x="1945" y="90"/>
                </a:cubicBezTo>
                <a:cubicBezTo>
                  <a:pt x="1951" y="90"/>
                  <a:pt x="1957" y="91"/>
                  <a:pt x="1962" y="93"/>
                </a:cubicBezTo>
                <a:lnTo>
                  <a:pt x="1962" y="98"/>
                </a:lnTo>
                <a:close/>
                <a:moveTo>
                  <a:pt x="1193" y="34"/>
                </a:moveTo>
                <a:cubicBezTo>
                  <a:pt x="1163" y="34"/>
                  <a:pt x="1141" y="56"/>
                  <a:pt x="1141" y="84"/>
                </a:cubicBezTo>
                <a:cubicBezTo>
                  <a:pt x="1141" y="84"/>
                  <a:pt x="1141" y="84"/>
                  <a:pt x="1141" y="84"/>
                </a:cubicBezTo>
                <a:cubicBezTo>
                  <a:pt x="1141" y="112"/>
                  <a:pt x="1163" y="134"/>
                  <a:pt x="1193" y="134"/>
                </a:cubicBezTo>
                <a:cubicBezTo>
                  <a:pt x="1223" y="134"/>
                  <a:pt x="1245" y="112"/>
                  <a:pt x="1245" y="84"/>
                </a:cubicBezTo>
                <a:cubicBezTo>
                  <a:pt x="1245" y="84"/>
                  <a:pt x="1245" y="84"/>
                  <a:pt x="1245" y="84"/>
                </a:cubicBezTo>
                <a:cubicBezTo>
                  <a:pt x="1245" y="56"/>
                  <a:pt x="1223" y="34"/>
                  <a:pt x="1193" y="34"/>
                </a:cubicBezTo>
                <a:close/>
                <a:moveTo>
                  <a:pt x="1218" y="84"/>
                </a:moveTo>
                <a:cubicBezTo>
                  <a:pt x="1218" y="99"/>
                  <a:pt x="1209" y="111"/>
                  <a:pt x="1193" y="111"/>
                </a:cubicBezTo>
                <a:cubicBezTo>
                  <a:pt x="1178" y="111"/>
                  <a:pt x="1168" y="98"/>
                  <a:pt x="1168" y="84"/>
                </a:cubicBezTo>
                <a:cubicBezTo>
                  <a:pt x="1168" y="84"/>
                  <a:pt x="1168" y="84"/>
                  <a:pt x="1168" y="84"/>
                </a:cubicBezTo>
                <a:cubicBezTo>
                  <a:pt x="1168" y="70"/>
                  <a:pt x="1177" y="58"/>
                  <a:pt x="1193" y="58"/>
                </a:cubicBezTo>
                <a:cubicBezTo>
                  <a:pt x="1208" y="58"/>
                  <a:pt x="1218" y="70"/>
                  <a:pt x="1218" y="8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0375F64-E651-1A0A-ABF1-9C38BA663F9F}"/>
              </a:ext>
            </a:extLst>
          </p:cNvPr>
          <p:cNvSpPr txBox="1"/>
          <p:nvPr userDrawn="1"/>
        </p:nvSpPr>
        <p:spPr>
          <a:xfrm>
            <a:off x="750529" y="6401580"/>
            <a:ext cx="411587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2026 Lenovo Internal.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1267577279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_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 descr="Background pattern&#10;&#10;Description automatically generated">
            <a:extLst>
              <a:ext uri="{FF2B5EF4-FFF2-40B4-BE49-F238E27FC236}">
                <a16:creationId xmlns:a16="http://schemas.microsoft.com/office/drawing/2014/main" id="{C08B439B-E84A-4380-B725-5C2E2A35786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36"/>
            <a:ext cx="12192000" cy="685792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D813522-5B75-F893-0706-7E3AB7106A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-100"/>
          <a:stretch/>
        </p:blipFill>
        <p:spPr>
          <a:xfrm flipH="1">
            <a:off x="7618809" y="35"/>
            <a:ext cx="4573191" cy="6857965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9C3EB64-A851-71DD-8882-1FDB7C2E99CB}"/>
              </a:ext>
            </a:extLst>
          </p:cNvPr>
          <p:cNvSpPr txBox="1"/>
          <p:nvPr userDrawn="1"/>
        </p:nvSpPr>
        <p:spPr>
          <a:xfrm>
            <a:off x="1603772" y="6401580"/>
            <a:ext cx="411587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2026 Lenovo Internal. All rights reserved.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6E4C2BE-620B-6B7D-1426-F9CB0B9DB688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760611" y="6348283"/>
            <a:ext cx="777442" cy="259316"/>
            <a:chOff x="547688" y="952500"/>
            <a:chExt cx="12190413" cy="4067175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C002FA1-87AB-10E7-DF14-BCD2904245D0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47688" y="952500"/>
              <a:ext cx="12190413" cy="40671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19" name="Freeform 7">
              <a:extLst>
                <a:ext uri="{FF2B5EF4-FFF2-40B4-BE49-F238E27FC236}">
                  <a16:creationId xmlns:a16="http://schemas.microsoft.com/office/drawing/2014/main" id="{AFC16D85-BEED-1820-DFF9-5D8B0AACAC2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922838" y="2319338"/>
              <a:ext cx="1571625" cy="1590675"/>
            </a:xfrm>
            <a:custGeom>
              <a:avLst/>
              <a:gdLst>
                <a:gd name="T0" fmla="*/ 492 w 825"/>
                <a:gd name="T1" fmla="*/ 0 h 834"/>
                <a:gd name="T2" fmla="*/ 225 w 825"/>
                <a:gd name="T3" fmla="*/ 132 h 834"/>
                <a:gd name="T4" fmla="*/ 225 w 825"/>
                <a:gd name="T5" fmla="*/ 132 h 834"/>
                <a:gd name="T6" fmla="*/ 225 w 825"/>
                <a:gd name="T7" fmla="*/ 132 h 834"/>
                <a:gd name="T8" fmla="*/ 225 w 825"/>
                <a:gd name="T9" fmla="*/ 14 h 834"/>
                <a:gd name="T10" fmla="*/ 0 w 825"/>
                <a:gd name="T11" fmla="*/ 14 h 834"/>
                <a:gd name="T12" fmla="*/ 0 w 825"/>
                <a:gd name="T13" fmla="*/ 834 h 834"/>
                <a:gd name="T14" fmla="*/ 225 w 825"/>
                <a:gd name="T15" fmla="*/ 834 h 834"/>
                <a:gd name="T16" fmla="*/ 225 w 825"/>
                <a:gd name="T17" fmla="*/ 367 h 834"/>
                <a:gd name="T18" fmla="*/ 411 w 825"/>
                <a:gd name="T19" fmla="*/ 194 h 834"/>
                <a:gd name="T20" fmla="*/ 600 w 825"/>
                <a:gd name="T21" fmla="*/ 367 h 834"/>
                <a:gd name="T22" fmla="*/ 600 w 825"/>
                <a:gd name="T23" fmla="*/ 834 h 834"/>
                <a:gd name="T24" fmla="*/ 825 w 825"/>
                <a:gd name="T25" fmla="*/ 834 h 834"/>
                <a:gd name="T26" fmla="*/ 825 w 825"/>
                <a:gd name="T27" fmla="*/ 326 h 834"/>
                <a:gd name="T28" fmla="*/ 492 w 825"/>
                <a:gd name="T29" fmla="*/ 0 h 8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25" h="834">
                  <a:moveTo>
                    <a:pt x="492" y="0"/>
                  </a:moveTo>
                  <a:cubicBezTo>
                    <a:pt x="398" y="0"/>
                    <a:pt x="291" y="44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4"/>
                    <a:pt x="225" y="14"/>
                    <a:pt x="225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834"/>
                    <a:pt x="0" y="834"/>
                    <a:pt x="0" y="834"/>
                  </a:cubicBezTo>
                  <a:cubicBezTo>
                    <a:pt x="225" y="834"/>
                    <a:pt x="225" y="834"/>
                    <a:pt x="225" y="834"/>
                  </a:cubicBezTo>
                  <a:cubicBezTo>
                    <a:pt x="225" y="367"/>
                    <a:pt x="225" y="367"/>
                    <a:pt x="225" y="367"/>
                  </a:cubicBezTo>
                  <a:cubicBezTo>
                    <a:pt x="225" y="283"/>
                    <a:pt x="290" y="194"/>
                    <a:pt x="411" y="194"/>
                  </a:cubicBezTo>
                  <a:cubicBezTo>
                    <a:pt x="504" y="194"/>
                    <a:pt x="600" y="259"/>
                    <a:pt x="600" y="367"/>
                  </a:cubicBezTo>
                  <a:cubicBezTo>
                    <a:pt x="600" y="834"/>
                    <a:pt x="600" y="834"/>
                    <a:pt x="600" y="834"/>
                  </a:cubicBezTo>
                  <a:cubicBezTo>
                    <a:pt x="825" y="834"/>
                    <a:pt x="825" y="834"/>
                    <a:pt x="825" y="834"/>
                  </a:cubicBezTo>
                  <a:cubicBezTo>
                    <a:pt x="825" y="326"/>
                    <a:pt x="825" y="326"/>
                    <a:pt x="825" y="326"/>
                  </a:cubicBezTo>
                  <a:cubicBezTo>
                    <a:pt x="825" y="137"/>
                    <a:pt x="690" y="0"/>
                    <a:pt x="492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0" name="Freeform 8">
              <a:extLst>
                <a:ext uri="{FF2B5EF4-FFF2-40B4-BE49-F238E27FC236}">
                  <a16:creationId xmlns:a16="http://schemas.microsoft.com/office/drawing/2014/main" id="{1F2566FE-64C0-16F6-945D-2961668799E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77225" y="2346325"/>
              <a:ext cx="1755775" cy="1563688"/>
            </a:xfrm>
            <a:custGeom>
              <a:avLst/>
              <a:gdLst>
                <a:gd name="T0" fmla="*/ 797 w 1106"/>
                <a:gd name="T1" fmla="*/ 0 h 985"/>
                <a:gd name="T2" fmla="*/ 553 w 1106"/>
                <a:gd name="T3" fmla="*/ 671 h 985"/>
                <a:gd name="T4" fmla="*/ 308 w 1106"/>
                <a:gd name="T5" fmla="*/ 0 h 985"/>
                <a:gd name="T6" fmla="*/ 0 w 1106"/>
                <a:gd name="T7" fmla="*/ 0 h 985"/>
                <a:gd name="T8" fmla="*/ 405 w 1106"/>
                <a:gd name="T9" fmla="*/ 985 h 985"/>
                <a:gd name="T10" fmla="*/ 701 w 1106"/>
                <a:gd name="T11" fmla="*/ 985 h 985"/>
                <a:gd name="T12" fmla="*/ 1106 w 1106"/>
                <a:gd name="T13" fmla="*/ 0 h 985"/>
                <a:gd name="T14" fmla="*/ 797 w 1106"/>
                <a:gd name="T15" fmla="*/ 0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06" h="985">
                  <a:moveTo>
                    <a:pt x="797" y="0"/>
                  </a:moveTo>
                  <a:lnTo>
                    <a:pt x="553" y="671"/>
                  </a:lnTo>
                  <a:lnTo>
                    <a:pt x="308" y="0"/>
                  </a:lnTo>
                  <a:lnTo>
                    <a:pt x="0" y="0"/>
                  </a:lnTo>
                  <a:lnTo>
                    <a:pt x="405" y="985"/>
                  </a:lnTo>
                  <a:lnTo>
                    <a:pt x="701" y="985"/>
                  </a:lnTo>
                  <a:lnTo>
                    <a:pt x="1106" y="0"/>
                  </a:lnTo>
                  <a:lnTo>
                    <a:pt x="79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1" name="Freeform 9">
              <a:extLst>
                <a:ext uri="{FF2B5EF4-FFF2-40B4-BE49-F238E27FC236}">
                  <a16:creationId xmlns:a16="http://schemas.microsoft.com/office/drawing/2014/main" id="{D3B60C47-FE53-B519-B5B0-91907EAADB5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138488" y="2319338"/>
              <a:ext cx="1630363" cy="1617663"/>
            </a:xfrm>
            <a:custGeom>
              <a:avLst/>
              <a:gdLst>
                <a:gd name="T0" fmla="*/ 697 w 856"/>
                <a:gd name="T1" fmla="*/ 582 h 848"/>
                <a:gd name="T2" fmla="*/ 462 w 856"/>
                <a:gd name="T3" fmla="*/ 669 h 848"/>
                <a:gd name="T4" fmla="*/ 280 w 856"/>
                <a:gd name="T5" fmla="*/ 602 h 848"/>
                <a:gd name="T6" fmla="*/ 856 w 856"/>
                <a:gd name="T7" fmla="*/ 363 h 848"/>
                <a:gd name="T8" fmla="*/ 758 w 856"/>
                <a:gd name="T9" fmla="*/ 135 h 848"/>
                <a:gd name="T10" fmla="*/ 434 w 856"/>
                <a:gd name="T11" fmla="*/ 0 h 848"/>
                <a:gd name="T12" fmla="*/ 0 w 856"/>
                <a:gd name="T13" fmla="*/ 424 h 848"/>
                <a:gd name="T14" fmla="*/ 459 w 856"/>
                <a:gd name="T15" fmla="*/ 848 h 848"/>
                <a:gd name="T16" fmla="*/ 840 w 856"/>
                <a:gd name="T17" fmla="*/ 691 h 848"/>
                <a:gd name="T18" fmla="*/ 697 w 856"/>
                <a:gd name="T19" fmla="*/ 582 h 848"/>
                <a:gd name="T20" fmla="*/ 265 w 856"/>
                <a:gd name="T21" fmla="*/ 261 h 848"/>
                <a:gd name="T22" fmla="*/ 438 w 856"/>
                <a:gd name="T23" fmla="*/ 179 h 848"/>
                <a:gd name="T24" fmla="*/ 612 w 856"/>
                <a:gd name="T25" fmla="*/ 294 h 848"/>
                <a:gd name="T26" fmla="*/ 219 w 856"/>
                <a:gd name="T27" fmla="*/ 457 h 848"/>
                <a:gd name="T28" fmla="*/ 265 w 856"/>
                <a:gd name="T29" fmla="*/ 261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56" h="848">
                  <a:moveTo>
                    <a:pt x="697" y="582"/>
                  </a:moveTo>
                  <a:cubicBezTo>
                    <a:pt x="602" y="652"/>
                    <a:pt x="548" y="669"/>
                    <a:pt x="462" y="669"/>
                  </a:cubicBezTo>
                  <a:cubicBezTo>
                    <a:pt x="384" y="669"/>
                    <a:pt x="323" y="645"/>
                    <a:pt x="280" y="602"/>
                  </a:cubicBezTo>
                  <a:cubicBezTo>
                    <a:pt x="856" y="363"/>
                    <a:pt x="856" y="363"/>
                    <a:pt x="856" y="363"/>
                  </a:cubicBezTo>
                  <a:cubicBezTo>
                    <a:pt x="843" y="275"/>
                    <a:pt x="810" y="195"/>
                    <a:pt x="758" y="135"/>
                  </a:cubicBezTo>
                  <a:cubicBezTo>
                    <a:pt x="682" y="47"/>
                    <a:pt x="570" y="0"/>
                    <a:pt x="434" y="0"/>
                  </a:cubicBezTo>
                  <a:cubicBezTo>
                    <a:pt x="186" y="0"/>
                    <a:pt x="0" y="183"/>
                    <a:pt x="0" y="424"/>
                  </a:cubicBezTo>
                  <a:cubicBezTo>
                    <a:pt x="0" y="672"/>
                    <a:pt x="187" y="848"/>
                    <a:pt x="459" y="848"/>
                  </a:cubicBezTo>
                  <a:cubicBezTo>
                    <a:pt x="611" y="848"/>
                    <a:pt x="767" y="776"/>
                    <a:pt x="840" y="691"/>
                  </a:cubicBezTo>
                  <a:lnTo>
                    <a:pt x="697" y="582"/>
                  </a:lnTo>
                  <a:close/>
                  <a:moveTo>
                    <a:pt x="265" y="261"/>
                  </a:moveTo>
                  <a:cubicBezTo>
                    <a:pt x="303" y="210"/>
                    <a:pt x="364" y="179"/>
                    <a:pt x="438" y="179"/>
                  </a:cubicBezTo>
                  <a:cubicBezTo>
                    <a:pt x="519" y="179"/>
                    <a:pt x="581" y="226"/>
                    <a:pt x="612" y="294"/>
                  </a:cubicBezTo>
                  <a:cubicBezTo>
                    <a:pt x="219" y="457"/>
                    <a:pt x="219" y="457"/>
                    <a:pt x="219" y="457"/>
                  </a:cubicBezTo>
                  <a:cubicBezTo>
                    <a:pt x="208" y="374"/>
                    <a:pt x="230" y="308"/>
                    <a:pt x="265" y="26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2" name="Freeform 10">
              <a:extLst>
                <a:ext uri="{FF2B5EF4-FFF2-40B4-BE49-F238E27FC236}">
                  <a16:creationId xmlns:a16="http://schemas.microsoft.com/office/drawing/2014/main" id="{51BD7309-4598-0B4D-F955-25A4778655B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5925" y="1879600"/>
              <a:ext cx="1409700" cy="2030413"/>
            </a:xfrm>
            <a:custGeom>
              <a:avLst/>
              <a:gdLst>
                <a:gd name="T0" fmla="*/ 888 w 888"/>
                <a:gd name="T1" fmla="*/ 1030 h 1279"/>
                <a:gd name="T2" fmla="*/ 274 w 888"/>
                <a:gd name="T3" fmla="*/ 1030 h 1279"/>
                <a:gd name="T4" fmla="*/ 274 w 888"/>
                <a:gd name="T5" fmla="*/ 0 h 1279"/>
                <a:gd name="T6" fmla="*/ 0 w 888"/>
                <a:gd name="T7" fmla="*/ 0 h 1279"/>
                <a:gd name="T8" fmla="*/ 0 w 888"/>
                <a:gd name="T9" fmla="*/ 1279 h 1279"/>
                <a:gd name="T10" fmla="*/ 888 w 888"/>
                <a:gd name="T11" fmla="*/ 1279 h 1279"/>
                <a:gd name="T12" fmla="*/ 888 w 888"/>
                <a:gd name="T13" fmla="*/ 1030 h 1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88" h="1279">
                  <a:moveTo>
                    <a:pt x="888" y="1030"/>
                  </a:moveTo>
                  <a:lnTo>
                    <a:pt x="274" y="1030"/>
                  </a:lnTo>
                  <a:lnTo>
                    <a:pt x="274" y="0"/>
                  </a:lnTo>
                  <a:lnTo>
                    <a:pt x="0" y="0"/>
                  </a:lnTo>
                  <a:lnTo>
                    <a:pt x="0" y="1279"/>
                  </a:lnTo>
                  <a:lnTo>
                    <a:pt x="888" y="1279"/>
                  </a:lnTo>
                  <a:lnTo>
                    <a:pt x="888" y="10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3" name="Freeform 10">
              <a:extLst>
                <a:ext uri="{FF2B5EF4-FFF2-40B4-BE49-F238E27FC236}">
                  <a16:creationId xmlns:a16="http://schemas.microsoft.com/office/drawing/2014/main" id="{3AB317A1-606F-084E-CD32-A64A53D259C5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966325" y="2319338"/>
              <a:ext cx="1677988" cy="1617663"/>
            </a:xfrm>
            <a:custGeom>
              <a:avLst/>
              <a:gdLst>
                <a:gd name="T0" fmla="*/ 439 w 881"/>
                <a:gd name="T1" fmla="*/ 848 h 848"/>
                <a:gd name="T2" fmla="*/ 0 w 881"/>
                <a:gd name="T3" fmla="*/ 424 h 848"/>
                <a:gd name="T4" fmla="*/ 442 w 881"/>
                <a:gd name="T5" fmla="*/ 0 h 848"/>
                <a:gd name="T6" fmla="*/ 881 w 881"/>
                <a:gd name="T7" fmla="*/ 424 h 848"/>
                <a:gd name="T8" fmla="*/ 439 w 881"/>
                <a:gd name="T9" fmla="*/ 848 h 848"/>
                <a:gd name="T10" fmla="*/ 439 w 881"/>
                <a:gd name="T11" fmla="*/ 193 h 848"/>
                <a:gd name="T12" fmla="*/ 222 w 881"/>
                <a:gd name="T13" fmla="*/ 424 h 848"/>
                <a:gd name="T14" fmla="*/ 442 w 881"/>
                <a:gd name="T15" fmla="*/ 655 h 848"/>
                <a:gd name="T16" fmla="*/ 659 w 881"/>
                <a:gd name="T17" fmla="*/ 424 h 848"/>
                <a:gd name="T18" fmla="*/ 439 w 881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1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4" y="0"/>
                    <a:pt x="442" y="0"/>
                  </a:cubicBezTo>
                  <a:cubicBezTo>
                    <a:pt x="688" y="0"/>
                    <a:pt x="881" y="184"/>
                    <a:pt x="881" y="424"/>
                  </a:cubicBezTo>
                  <a:cubicBezTo>
                    <a:pt x="881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3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59" y="557"/>
                    <a:pt x="659" y="424"/>
                  </a:cubicBezTo>
                  <a:cubicBezTo>
                    <a:pt x="659" y="295"/>
                    <a:pt x="562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4" name="Freeform 11">
              <a:extLst>
                <a:ext uri="{FF2B5EF4-FFF2-40B4-BE49-F238E27FC236}">
                  <a16:creationId xmlns:a16="http://schemas.microsoft.com/office/drawing/2014/main" id="{3ECEF077-D5E5-A906-C26A-748935BA5E8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64325" y="2319338"/>
              <a:ext cx="1679575" cy="1617663"/>
            </a:xfrm>
            <a:custGeom>
              <a:avLst/>
              <a:gdLst>
                <a:gd name="T0" fmla="*/ 439 w 882"/>
                <a:gd name="T1" fmla="*/ 848 h 848"/>
                <a:gd name="T2" fmla="*/ 0 w 882"/>
                <a:gd name="T3" fmla="*/ 424 h 848"/>
                <a:gd name="T4" fmla="*/ 442 w 882"/>
                <a:gd name="T5" fmla="*/ 0 h 848"/>
                <a:gd name="T6" fmla="*/ 882 w 882"/>
                <a:gd name="T7" fmla="*/ 424 h 848"/>
                <a:gd name="T8" fmla="*/ 439 w 882"/>
                <a:gd name="T9" fmla="*/ 848 h 848"/>
                <a:gd name="T10" fmla="*/ 439 w 882"/>
                <a:gd name="T11" fmla="*/ 193 h 848"/>
                <a:gd name="T12" fmla="*/ 222 w 882"/>
                <a:gd name="T13" fmla="*/ 424 h 848"/>
                <a:gd name="T14" fmla="*/ 442 w 882"/>
                <a:gd name="T15" fmla="*/ 655 h 848"/>
                <a:gd name="T16" fmla="*/ 660 w 882"/>
                <a:gd name="T17" fmla="*/ 424 h 848"/>
                <a:gd name="T18" fmla="*/ 439 w 882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2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5" y="0"/>
                    <a:pt x="442" y="0"/>
                  </a:cubicBezTo>
                  <a:cubicBezTo>
                    <a:pt x="689" y="0"/>
                    <a:pt x="882" y="184"/>
                    <a:pt x="882" y="424"/>
                  </a:cubicBezTo>
                  <a:cubicBezTo>
                    <a:pt x="882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4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60" y="557"/>
                    <a:pt x="660" y="424"/>
                  </a:cubicBezTo>
                  <a:cubicBezTo>
                    <a:pt x="660" y="295"/>
                    <a:pt x="563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</p:grpSp>
      <p:sp>
        <p:nvSpPr>
          <p:cNvPr id="46" name="Title 16"/>
          <p:cNvSpPr>
            <a:spLocks noGrp="1"/>
          </p:cNvSpPr>
          <p:nvPr>
            <p:ph type="title" hasCustomPrompt="1"/>
          </p:nvPr>
        </p:nvSpPr>
        <p:spPr bwMode="gray">
          <a:xfrm>
            <a:off x="750528" y="1549492"/>
            <a:ext cx="6265272" cy="2405203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algn="l" defTabSz="1218987" rtl="0" eaLnBrk="1" latinLnBrk="0" hangingPunct="1">
              <a:lnSpc>
                <a:spcPct val="75000"/>
              </a:lnSpc>
              <a:spcBef>
                <a:spcPct val="0"/>
              </a:spcBef>
              <a:buNone/>
              <a:defRPr lang="en-US" sz="6000" b="1" kern="1200" cap="none" spc="-150" baseline="0" dirty="0">
                <a:solidFill>
                  <a:schemeClr val="accent4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idx="1" hasCustomPrompt="1"/>
          </p:nvPr>
        </p:nvSpPr>
        <p:spPr bwMode="white">
          <a:xfrm>
            <a:off x="750528" y="4328650"/>
            <a:ext cx="6265272" cy="327013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buNone/>
              <a:defRPr sz="2500" spc="0" baseline="0">
                <a:solidFill>
                  <a:schemeClr val="accent4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Subhead here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C22F89-ADF9-0A52-8877-914CA372E2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7610018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_White_A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 descr="Background pattern&#10;&#10;Description automatically generated">
            <a:extLst>
              <a:ext uri="{FF2B5EF4-FFF2-40B4-BE49-F238E27FC236}">
                <a16:creationId xmlns:a16="http://schemas.microsoft.com/office/drawing/2014/main" id="{D5C4C27E-C20F-40CB-85CF-27223BC9C55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36"/>
            <a:ext cx="12192000" cy="6857929"/>
          </a:xfrm>
          <a:prstGeom prst="rect">
            <a:avLst/>
          </a:prstGeom>
        </p:spPr>
      </p:pic>
      <p:pic>
        <p:nvPicPr>
          <p:cNvPr id="4" name="Picture 3" descr="A person in a white dress&#10;&#10;Description automatically generated with low confidence">
            <a:extLst>
              <a:ext uri="{FF2B5EF4-FFF2-40B4-BE49-F238E27FC236}">
                <a16:creationId xmlns:a16="http://schemas.microsoft.com/office/drawing/2014/main" id="{1852C0BD-7572-C8B3-D29B-44B7409BB26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18809" y="0"/>
            <a:ext cx="4573191" cy="68580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9C3EB64-A851-71DD-8882-1FDB7C2E99CB}"/>
              </a:ext>
            </a:extLst>
          </p:cNvPr>
          <p:cNvSpPr txBox="1"/>
          <p:nvPr userDrawn="1"/>
        </p:nvSpPr>
        <p:spPr>
          <a:xfrm>
            <a:off x="1603772" y="6401580"/>
            <a:ext cx="411587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2026 Lenovo Internal. All rights reserved.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6E4C2BE-620B-6B7D-1426-F9CB0B9DB688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760611" y="6348283"/>
            <a:ext cx="777442" cy="259316"/>
            <a:chOff x="547688" y="952500"/>
            <a:chExt cx="12190413" cy="4067175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C002FA1-87AB-10E7-DF14-BCD2904245D0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47688" y="952500"/>
              <a:ext cx="12190413" cy="40671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19" name="Freeform 7">
              <a:extLst>
                <a:ext uri="{FF2B5EF4-FFF2-40B4-BE49-F238E27FC236}">
                  <a16:creationId xmlns:a16="http://schemas.microsoft.com/office/drawing/2014/main" id="{AFC16D85-BEED-1820-DFF9-5D8B0AACAC2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922838" y="2319338"/>
              <a:ext cx="1571625" cy="1590675"/>
            </a:xfrm>
            <a:custGeom>
              <a:avLst/>
              <a:gdLst>
                <a:gd name="T0" fmla="*/ 492 w 825"/>
                <a:gd name="T1" fmla="*/ 0 h 834"/>
                <a:gd name="T2" fmla="*/ 225 w 825"/>
                <a:gd name="T3" fmla="*/ 132 h 834"/>
                <a:gd name="T4" fmla="*/ 225 w 825"/>
                <a:gd name="T5" fmla="*/ 132 h 834"/>
                <a:gd name="T6" fmla="*/ 225 w 825"/>
                <a:gd name="T7" fmla="*/ 132 h 834"/>
                <a:gd name="T8" fmla="*/ 225 w 825"/>
                <a:gd name="T9" fmla="*/ 14 h 834"/>
                <a:gd name="T10" fmla="*/ 0 w 825"/>
                <a:gd name="T11" fmla="*/ 14 h 834"/>
                <a:gd name="T12" fmla="*/ 0 w 825"/>
                <a:gd name="T13" fmla="*/ 834 h 834"/>
                <a:gd name="T14" fmla="*/ 225 w 825"/>
                <a:gd name="T15" fmla="*/ 834 h 834"/>
                <a:gd name="T16" fmla="*/ 225 w 825"/>
                <a:gd name="T17" fmla="*/ 367 h 834"/>
                <a:gd name="T18" fmla="*/ 411 w 825"/>
                <a:gd name="T19" fmla="*/ 194 h 834"/>
                <a:gd name="T20" fmla="*/ 600 w 825"/>
                <a:gd name="T21" fmla="*/ 367 h 834"/>
                <a:gd name="T22" fmla="*/ 600 w 825"/>
                <a:gd name="T23" fmla="*/ 834 h 834"/>
                <a:gd name="T24" fmla="*/ 825 w 825"/>
                <a:gd name="T25" fmla="*/ 834 h 834"/>
                <a:gd name="T26" fmla="*/ 825 w 825"/>
                <a:gd name="T27" fmla="*/ 326 h 834"/>
                <a:gd name="T28" fmla="*/ 492 w 825"/>
                <a:gd name="T29" fmla="*/ 0 h 8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25" h="834">
                  <a:moveTo>
                    <a:pt x="492" y="0"/>
                  </a:moveTo>
                  <a:cubicBezTo>
                    <a:pt x="398" y="0"/>
                    <a:pt x="291" y="44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4"/>
                    <a:pt x="225" y="14"/>
                    <a:pt x="225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834"/>
                    <a:pt x="0" y="834"/>
                    <a:pt x="0" y="834"/>
                  </a:cubicBezTo>
                  <a:cubicBezTo>
                    <a:pt x="225" y="834"/>
                    <a:pt x="225" y="834"/>
                    <a:pt x="225" y="834"/>
                  </a:cubicBezTo>
                  <a:cubicBezTo>
                    <a:pt x="225" y="367"/>
                    <a:pt x="225" y="367"/>
                    <a:pt x="225" y="367"/>
                  </a:cubicBezTo>
                  <a:cubicBezTo>
                    <a:pt x="225" y="283"/>
                    <a:pt x="290" y="194"/>
                    <a:pt x="411" y="194"/>
                  </a:cubicBezTo>
                  <a:cubicBezTo>
                    <a:pt x="504" y="194"/>
                    <a:pt x="600" y="259"/>
                    <a:pt x="600" y="367"/>
                  </a:cubicBezTo>
                  <a:cubicBezTo>
                    <a:pt x="600" y="834"/>
                    <a:pt x="600" y="834"/>
                    <a:pt x="600" y="834"/>
                  </a:cubicBezTo>
                  <a:cubicBezTo>
                    <a:pt x="825" y="834"/>
                    <a:pt x="825" y="834"/>
                    <a:pt x="825" y="834"/>
                  </a:cubicBezTo>
                  <a:cubicBezTo>
                    <a:pt x="825" y="326"/>
                    <a:pt x="825" y="326"/>
                    <a:pt x="825" y="326"/>
                  </a:cubicBezTo>
                  <a:cubicBezTo>
                    <a:pt x="825" y="137"/>
                    <a:pt x="690" y="0"/>
                    <a:pt x="492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0" name="Freeform 8">
              <a:extLst>
                <a:ext uri="{FF2B5EF4-FFF2-40B4-BE49-F238E27FC236}">
                  <a16:creationId xmlns:a16="http://schemas.microsoft.com/office/drawing/2014/main" id="{1F2566FE-64C0-16F6-945D-2961668799E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77225" y="2346325"/>
              <a:ext cx="1755775" cy="1563688"/>
            </a:xfrm>
            <a:custGeom>
              <a:avLst/>
              <a:gdLst>
                <a:gd name="T0" fmla="*/ 797 w 1106"/>
                <a:gd name="T1" fmla="*/ 0 h 985"/>
                <a:gd name="T2" fmla="*/ 553 w 1106"/>
                <a:gd name="T3" fmla="*/ 671 h 985"/>
                <a:gd name="T4" fmla="*/ 308 w 1106"/>
                <a:gd name="T5" fmla="*/ 0 h 985"/>
                <a:gd name="T6" fmla="*/ 0 w 1106"/>
                <a:gd name="T7" fmla="*/ 0 h 985"/>
                <a:gd name="T8" fmla="*/ 405 w 1106"/>
                <a:gd name="T9" fmla="*/ 985 h 985"/>
                <a:gd name="T10" fmla="*/ 701 w 1106"/>
                <a:gd name="T11" fmla="*/ 985 h 985"/>
                <a:gd name="T12" fmla="*/ 1106 w 1106"/>
                <a:gd name="T13" fmla="*/ 0 h 985"/>
                <a:gd name="T14" fmla="*/ 797 w 1106"/>
                <a:gd name="T15" fmla="*/ 0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06" h="985">
                  <a:moveTo>
                    <a:pt x="797" y="0"/>
                  </a:moveTo>
                  <a:lnTo>
                    <a:pt x="553" y="671"/>
                  </a:lnTo>
                  <a:lnTo>
                    <a:pt x="308" y="0"/>
                  </a:lnTo>
                  <a:lnTo>
                    <a:pt x="0" y="0"/>
                  </a:lnTo>
                  <a:lnTo>
                    <a:pt x="405" y="985"/>
                  </a:lnTo>
                  <a:lnTo>
                    <a:pt x="701" y="985"/>
                  </a:lnTo>
                  <a:lnTo>
                    <a:pt x="1106" y="0"/>
                  </a:lnTo>
                  <a:lnTo>
                    <a:pt x="79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1" name="Freeform 9">
              <a:extLst>
                <a:ext uri="{FF2B5EF4-FFF2-40B4-BE49-F238E27FC236}">
                  <a16:creationId xmlns:a16="http://schemas.microsoft.com/office/drawing/2014/main" id="{D3B60C47-FE53-B519-B5B0-91907EAADB5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138488" y="2319338"/>
              <a:ext cx="1630363" cy="1617663"/>
            </a:xfrm>
            <a:custGeom>
              <a:avLst/>
              <a:gdLst>
                <a:gd name="T0" fmla="*/ 697 w 856"/>
                <a:gd name="T1" fmla="*/ 582 h 848"/>
                <a:gd name="T2" fmla="*/ 462 w 856"/>
                <a:gd name="T3" fmla="*/ 669 h 848"/>
                <a:gd name="T4" fmla="*/ 280 w 856"/>
                <a:gd name="T5" fmla="*/ 602 h 848"/>
                <a:gd name="T6" fmla="*/ 856 w 856"/>
                <a:gd name="T7" fmla="*/ 363 h 848"/>
                <a:gd name="T8" fmla="*/ 758 w 856"/>
                <a:gd name="T9" fmla="*/ 135 h 848"/>
                <a:gd name="T10" fmla="*/ 434 w 856"/>
                <a:gd name="T11" fmla="*/ 0 h 848"/>
                <a:gd name="T12" fmla="*/ 0 w 856"/>
                <a:gd name="T13" fmla="*/ 424 h 848"/>
                <a:gd name="T14" fmla="*/ 459 w 856"/>
                <a:gd name="T15" fmla="*/ 848 h 848"/>
                <a:gd name="T16" fmla="*/ 840 w 856"/>
                <a:gd name="T17" fmla="*/ 691 h 848"/>
                <a:gd name="T18" fmla="*/ 697 w 856"/>
                <a:gd name="T19" fmla="*/ 582 h 848"/>
                <a:gd name="T20" fmla="*/ 265 w 856"/>
                <a:gd name="T21" fmla="*/ 261 h 848"/>
                <a:gd name="T22" fmla="*/ 438 w 856"/>
                <a:gd name="T23" fmla="*/ 179 h 848"/>
                <a:gd name="T24" fmla="*/ 612 w 856"/>
                <a:gd name="T25" fmla="*/ 294 h 848"/>
                <a:gd name="T26" fmla="*/ 219 w 856"/>
                <a:gd name="T27" fmla="*/ 457 h 848"/>
                <a:gd name="T28" fmla="*/ 265 w 856"/>
                <a:gd name="T29" fmla="*/ 261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56" h="848">
                  <a:moveTo>
                    <a:pt x="697" y="582"/>
                  </a:moveTo>
                  <a:cubicBezTo>
                    <a:pt x="602" y="652"/>
                    <a:pt x="548" y="669"/>
                    <a:pt x="462" y="669"/>
                  </a:cubicBezTo>
                  <a:cubicBezTo>
                    <a:pt x="384" y="669"/>
                    <a:pt x="323" y="645"/>
                    <a:pt x="280" y="602"/>
                  </a:cubicBezTo>
                  <a:cubicBezTo>
                    <a:pt x="856" y="363"/>
                    <a:pt x="856" y="363"/>
                    <a:pt x="856" y="363"/>
                  </a:cubicBezTo>
                  <a:cubicBezTo>
                    <a:pt x="843" y="275"/>
                    <a:pt x="810" y="195"/>
                    <a:pt x="758" y="135"/>
                  </a:cubicBezTo>
                  <a:cubicBezTo>
                    <a:pt x="682" y="47"/>
                    <a:pt x="570" y="0"/>
                    <a:pt x="434" y="0"/>
                  </a:cubicBezTo>
                  <a:cubicBezTo>
                    <a:pt x="186" y="0"/>
                    <a:pt x="0" y="183"/>
                    <a:pt x="0" y="424"/>
                  </a:cubicBezTo>
                  <a:cubicBezTo>
                    <a:pt x="0" y="672"/>
                    <a:pt x="187" y="848"/>
                    <a:pt x="459" y="848"/>
                  </a:cubicBezTo>
                  <a:cubicBezTo>
                    <a:pt x="611" y="848"/>
                    <a:pt x="767" y="776"/>
                    <a:pt x="840" y="691"/>
                  </a:cubicBezTo>
                  <a:lnTo>
                    <a:pt x="697" y="582"/>
                  </a:lnTo>
                  <a:close/>
                  <a:moveTo>
                    <a:pt x="265" y="261"/>
                  </a:moveTo>
                  <a:cubicBezTo>
                    <a:pt x="303" y="210"/>
                    <a:pt x="364" y="179"/>
                    <a:pt x="438" y="179"/>
                  </a:cubicBezTo>
                  <a:cubicBezTo>
                    <a:pt x="519" y="179"/>
                    <a:pt x="581" y="226"/>
                    <a:pt x="612" y="294"/>
                  </a:cubicBezTo>
                  <a:cubicBezTo>
                    <a:pt x="219" y="457"/>
                    <a:pt x="219" y="457"/>
                    <a:pt x="219" y="457"/>
                  </a:cubicBezTo>
                  <a:cubicBezTo>
                    <a:pt x="208" y="374"/>
                    <a:pt x="230" y="308"/>
                    <a:pt x="265" y="26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2" name="Freeform 10">
              <a:extLst>
                <a:ext uri="{FF2B5EF4-FFF2-40B4-BE49-F238E27FC236}">
                  <a16:creationId xmlns:a16="http://schemas.microsoft.com/office/drawing/2014/main" id="{51BD7309-4598-0B4D-F955-25A4778655B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5925" y="1879600"/>
              <a:ext cx="1409700" cy="2030413"/>
            </a:xfrm>
            <a:custGeom>
              <a:avLst/>
              <a:gdLst>
                <a:gd name="T0" fmla="*/ 888 w 888"/>
                <a:gd name="T1" fmla="*/ 1030 h 1279"/>
                <a:gd name="T2" fmla="*/ 274 w 888"/>
                <a:gd name="T3" fmla="*/ 1030 h 1279"/>
                <a:gd name="T4" fmla="*/ 274 w 888"/>
                <a:gd name="T5" fmla="*/ 0 h 1279"/>
                <a:gd name="T6" fmla="*/ 0 w 888"/>
                <a:gd name="T7" fmla="*/ 0 h 1279"/>
                <a:gd name="T8" fmla="*/ 0 w 888"/>
                <a:gd name="T9" fmla="*/ 1279 h 1279"/>
                <a:gd name="T10" fmla="*/ 888 w 888"/>
                <a:gd name="T11" fmla="*/ 1279 h 1279"/>
                <a:gd name="T12" fmla="*/ 888 w 888"/>
                <a:gd name="T13" fmla="*/ 1030 h 1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88" h="1279">
                  <a:moveTo>
                    <a:pt x="888" y="1030"/>
                  </a:moveTo>
                  <a:lnTo>
                    <a:pt x="274" y="1030"/>
                  </a:lnTo>
                  <a:lnTo>
                    <a:pt x="274" y="0"/>
                  </a:lnTo>
                  <a:lnTo>
                    <a:pt x="0" y="0"/>
                  </a:lnTo>
                  <a:lnTo>
                    <a:pt x="0" y="1279"/>
                  </a:lnTo>
                  <a:lnTo>
                    <a:pt x="888" y="1279"/>
                  </a:lnTo>
                  <a:lnTo>
                    <a:pt x="888" y="10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3" name="Freeform 10">
              <a:extLst>
                <a:ext uri="{FF2B5EF4-FFF2-40B4-BE49-F238E27FC236}">
                  <a16:creationId xmlns:a16="http://schemas.microsoft.com/office/drawing/2014/main" id="{3AB317A1-606F-084E-CD32-A64A53D259C5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966325" y="2319338"/>
              <a:ext cx="1677988" cy="1617663"/>
            </a:xfrm>
            <a:custGeom>
              <a:avLst/>
              <a:gdLst>
                <a:gd name="T0" fmla="*/ 439 w 881"/>
                <a:gd name="T1" fmla="*/ 848 h 848"/>
                <a:gd name="T2" fmla="*/ 0 w 881"/>
                <a:gd name="T3" fmla="*/ 424 h 848"/>
                <a:gd name="T4" fmla="*/ 442 w 881"/>
                <a:gd name="T5" fmla="*/ 0 h 848"/>
                <a:gd name="T6" fmla="*/ 881 w 881"/>
                <a:gd name="T7" fmla="*/ 424 h 848"/>
                <a:gd name="T8" fmla="*/ 439 w 881"/>
                <a:gd name="T9" fmla="*/ 848 h 848"/>
                <a:gd name="T10" fmla="*/ 439 w 881"/>
                <a:gd name="T11" fmla="*/ 193 h 848"/>
                <a:gd name="T12" fmla="*/ 222 w 881"/>
                <a:gd name="T13" fmla="*/ 424 h 848"/>
                <a:gd name="T14" fmla="*/ 442 w 881"/>
                <a:gd name="T15" fmla="*/ 655 h 848"/>
                <a:gd name="T16" fmla="*/ 659 w 881"/>
                <a:gd name="T17" fmla="*/ 424 h 848"/>
                <a:gd name="T18" fmla="*/ 439 w 881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1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4" y="0"/>
                    <a:pt x="442" y="0"/>
                  </a:cubicBezTo>
                  <a:cubicBezTo>
                    <a:pt x="688" y="0"/>
                    <a:pt x="881" y="184"/>
                    <a:pt x="881" y="424"/>
                  </a:cubicBezTo>
                  <a:cubicBezTo>
                    <a:pt x="881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3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59" y="557"/>
                    <a:pt x="659" y="424"/>
                  </a:cubicBezTo>
                  <a:cubicBezTo>
                    <a:pt x="659" y="295"/>
                    <a:pt x="562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4" name="Freeform 11">
              <a:extLst>
                <a:ext uri="{FF2B5EF4-FFF2-40B4-BE49-F238E27FC236}">
                  <a16:creationId xmlns:a16="http://schemas.microsoft.com/office/drawing/2014/main" id="{3ECEF077-D5E5-A906-C26A-748935BA5E8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64325" y="2319338"/>
              <a:ext cx="1679575" cy="1617663"/>
            </a:xfrm>
            <a:custGeom>
              <a:avLst/>
              <a:gdLst>
                <a:gd name="T0" fmla="*/ 439 w 882"/>
                <a:gd name="T1" fmla="*/ 848 h 848"/>
                <a:gd name="T2" fmla="*/ 0 w 882"/>
                <a:gd name="T3" fmla="*/ 424 h 848"/>
                <a:gd name="T4" fmla="*/ 442 w 882"/>
                <a:gd name="T5" fmla="*/ 0 h 848"/>
                <a:gd name="T6" fmla="*/ 882 w 882"/>
                <a:gd name="T7" fmla="*/ 424 h 848"/>
                <a:gd name="T8" fmla="*/ 439 w 882"/>
                <a:gd name="T9" fmla="*/ 848 h 848"/>
                <a:gd name="T10" fmla="*/ 439 w 882"/>
                <a:gd name="T11" fmla="*/ 193 h 848"/>
                <a:gd name="T12" fmla="*/ 222 w 882"/>
                <a:gd name="T13" fmla="*/ 424 h 848"/>
                <a:gd name="T14" fmla="*/ 442 w 882"/>
                <a:gd name="T15" fmla="*/ 655 h 848"/>
                <a:gd name="T16" fmla="*/ 660 w 882"/>
                <a:gd name="T17" fmla="*/ 424 h 848"/>
                <a:gd name="T18" fmla="*/ 439 w 882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2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5" y="0"/>
                    <a:pt x="442" y="0"/>
                  </a:cubicBezTo>
                  <a:cubicBezTo>
                    <a:pt x="689" y="0"/>
                    <a:pt x="882" y="184"/>
                    <a:pt x="882" y="424"/>
                  </a:cubicBezTo>
                  <a:cubicBezTo>
                    <a:pt x="882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4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60" y="557"/>
                    <a:pt x="660" y="424"/>
                  </a:cubicBezTo>
                  <a:cubicBezTo>
                    <a:pt x="660" y="295"/>
                    <a:pt x="563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</p:grpSp>
      <p:sp>
        <p:nvSpPr>
          <p:cNvPr id="46" name="Title 16"/>
          <p:cNvSpPr>
            <a:spLocks noGrp="1"/>
          </p:cNvSpPr>
          <p:nvPr>
            <p:ph type="title" hasCustomPrompt="1"/>
          </p:nvPr>
        </p:nvSpPr>
        <p:spPr bwMode="gray">
          <a:xfrm>
            <a:off x="750528" y="1549492"/>
            <a:ext cx="6265272" cy="2405203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algn="l" defTabSz="1218987" rtl="0" eaLnBrk="1" latinLnBrk="0" hangingPunct="1">
              <a:lnSpc>
                <a:spcPct val="75000"/>
              </a:lnSpc>
              <a:spcBef>
                <a:spcPct val="0"/>
              </a:spcBef>
              <a:buNone/>
              <a:defRPr lang="en-US" sz="6000" b="1" kern="1200" cap="none" spc="-150" baseline="0" dirty="0">
                <a:solidFill>
                  <a:schemeClr val="accent4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idx="1" hasCustomPrompt="1"/>
          </p:nvPr>
        </p:nvSpPr>
        <p:spPr bwMode="white">
          <a:xfrm>
            <a:off x="750528" y="4328650"/>
            <a:ext cx="6265272" cy="327013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buNone/>
              <a:defRPr sz="2500" spc="0" baseline="0">
                <a:solidFill>
                  <a:schemeClr val="accent4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Subhead here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C22F89-ADF9-0A52-8877-914CA372E2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6383236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_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 descr="Background pattern&#10;&#10;Description automatically generated">
            <a:extLst>
              <a:ext uri="{FF2B5EF4-FFF2-40B4-BE49-F238E27FC236}">
                <a16:creationId xmlns:a16="http://schemas.microsoft.com/office/drawing/2014/main" id="{BCB70D7F-DA6D-4CCD-81E9-90248EF641E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72"/>
            <a:ext cx="12192000" cy="6857929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E412EDD-C562-F92D-41A2-18849B2F30C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18809" y="36"/>
            <a:ext cx="4573191" cy="685792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50D814F-EE5B-C084-7424-D39C0DE54FF7}"/>
              </a:ext>
            </a:extLst>
          </p:cNvPr>
          <p:cNvSpPr txBox="1"/>
          <p:nvPr userDrawn="1"/>
        </p:nvSpPr>
        <p:spPr>
          <a:xfrm>
            <a:off x="1603772" y="6401580"/>
            <a:ext cx="411587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2026 Lenovo Internal. All rights reserved.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C498D60-2F6C-6ADE-BB9A-D957660E0731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760611" y="6348283"/>
            <a:ext cx="777442" cy="259316"/>
            <a:chOff x="547688" y="952500"/>
            <a:chExt cx="12190413" cy="4067175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8414641-DA5A-BDF2-889C-1430A63E358C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47688" y="952500"/>
              <a:ext cx="12190413" cy="40671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19" name="Freeform 7">
              <a:extLst>
                <a:ext uri="{FF2B5EF4-FFF2-40B4-BE49-F238E27FC236}">
                  <a16:creationId xmlns:a16="http://schemas.microsoft.com/office/drawing/2014/main" id="{6CAA72E6-FAE3-6740-34C0-7A08091254B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922838" y="2319338"/>
              <a:ext cx="1571625" cy="1590675"/>
            </a:xfrm>
            <a:custGeom>
              <a:avLst/>
              <a:gdLst>
                <a:gd name="T0" fmla="*/ 492 w 825"/>
                <a:gd name="T1" fmla="*/ 0 h 834"/>
                <a:gd name="T2" fmla="*/ 225 w 825"/>
                <a:gd name="T3" fmla="*/ 132 h 834"/>
                <a:gd name="T4" fmla="*/ 225 w 825"/>
                <a:gd name="T5" fmla="*/ 132 h 834"/>
                <a:gd name="T6" fmla="*/ 225 w 825"/>
                <a:gd name="T7" fmla="*/ 132 h 834"/>
                <a:gd name="T8" fmla="*/ 225 w 825"/>
                <a:gd name="T9" fmla="*/ 14 h 834"/>
                <a:gd name="T10" fmla="*/ 0 w 825"/>
                <a:gd name="T11" fmla="*/ 14 h 834"/>
                <a:gd name="T12" fmla="*/ 0 w 825"/>
                <a:gd name="T13" fmla="*/ 834 h 834"/>
                <a:gd name="T14" fmla="*/ 225 w 825"/>
                <a:gd name="T15" fmla="*/ 834 h 834"/>
                <a:gd name="T16" fmla="*/ 225 w 825"/>
                <a:gd name="T17" fmla="*/ 367 h 834"/>
                <a:gd name="T18" fmla="*/ 411 w 825"/>
                <a:gd name="T19" fmla="*/ 194 h 834"/>
                <a:gd name="T20" fmla="*/ 600 w 825"/>
                <a:gd name="T21" fmla="*/ 367 h 834"/>
                <a:gd name="T22" fmla="*/ 600 w 825"/>
                <a:gd name="T23" fmla="*/ 834 h 834"/>
                <a:gd name="T24" fmla="*/ 825 w 825"/>
                <a:gd name="T25" fmla="*/ 834 h 834"/>
                <a:gd name="T26" fmla="*/ 825 w 825"/>
                <a:gd name="T27" fmla="*/ 326 h 834"/>
                <a:gd name="T28" fmla="*/ 492 w 825"/>
                <a:gd name="T29" fmla="*/ 0 h 8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25" h="834">
                  <a:moveTo>
                    <a:pt x="492" y="0"/>
                  </a:moveTo>
                  <a:cubicBezTo>
                    <a:pt x="398" y="0"/>
                    <a:pt x="291" y="44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4"/>
                    <a:pt x="225" y="14"/>
                    <a:pt x="225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834"/>
                    <a:pt x="0" y="834"/>
                    <a:pt x="0" y="834"/>
                  </a:cubicBezTo>
                  <a:cubicBezTo>
                    <a:pt x="225" y="834"/>
                    <a:pt x="225" y="834"/>
                    <a:pt x="225" y="834"/>
                  </a:cubicBezTo>
                  <a:cubicBezTo>
                    <a:pt x="225" y="367"/>
                    <a:pt x="225" y="367"/>
                    <a:pt x="225" y="367"/>
                  </a:cubicBezTo>
                  <a:cubicBezTo>
                    <a:pt x="225" y="283"/>
                    <a:pt x="290" y="194"/>
                    <a:pt x="411" y="194"/>
                  </a:cubicBezTo>
                  <a:cubicBezTo>
                    <a:pt x="504" y="194"/>
                    <a:pt x="600" y="259"/>
                    <a:pt x="600" y="367"/>
                  </a:cubicBezTo>
                  <a:cubicBezTo>
                    <a:pt x="600" y="834"/>
                    <a:pt x="600" y="834"/>
                    <a:pt x="600" y="834"/>
                  </a:cubicBezTo>
                  <a:cubicBezTo>
                    <a:pt x="825" y="834"/>
                    <a:pt x="825" y="834"/>
                    <a:pt x="825" y="834"/>
                  </a:cubicBezTo>
                  <a:cubicBezTo>
                    <a:pt x="825" y="326"/>
                    <a:pt x="825" y="326"/>
                    <a:pt x="825" y="326"/>
                  </a:cubicBezTo>
                  <a:cubicBezTo>
                    <a:pt x="825" y="137"/>
                    <a:pt x="690" y="0"/>
                    <a:pt x="492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0" name="Freeform 8">
              <a:extLst>
                <a:ext uri="{FF2B5EF4-FFF2-40B4-BE49-F238E27FC236}">
                  <a16:creationId xmlns:a16="http://schemas.microsoft.com/office/drawing/2014/main" id="{0EE70422-5E10-8634-79CC-15428116CD0F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77225" y="2346325"/>
              <a:ext cx="1755775" cy="1563688"/>
            </a:xfrm>
            <a:custGeom>
              <a:avLst/>
              <a:gdLst>
                <a:gd name="T0" fmla="*/ 797 w 1106"/>
                <a:gd name="T1" fmla="*/ 0 h 985"/>
                <a:gd name="T2" fmla="*/ 553 w 1106"/>
                <a:gd name="T3" fmla="*/ 671 h 985"/>
                <a:gd name="T4" fmla="*/ 308 w 1106"/>
                <a:gd name="T5" fmla="*/ 0 h 985"/>
                <a:gd name="T6" fmla="*/ 0 w 1106"/>
                <a:gd name="T7" fmla="*/ 0 h 985"/>
                <a:gd name="T8" fmla="*/ 405 w 1106"/>
                <a:gd name="T9" fmla="*/ 985 h 985"/>
                <a:gd name="T10" fmla="*/ 701 w 1106"/>
                <a:gd name="T11" fmla="*/ 985 h 985"/>
                <a:gd name="T12" fmla="*/ 1106 w 1106"/>
                <a:gd name="T13" fmla="*/ 0 h 985"/>
                <a:gd name="T14" fmla="*/ 797 w 1106"/>
                <a:gd name="T15" fmla="*/ 0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06" h="985">
                  <a:moveTo>
                    <a:pt x="797" y="0"/>
                  </a:moveTo>
                  <a:lnTo>
                    <a:pt x="553" y="671"/>
                  </a:lnTo>
                  <a:lnTo>
                    <a:pt x="308" y="0"/>
                  </a:lnTo>
                  <a:lnTo>
                    <a:pt x="0" y="0"/>
                  </a:lnTo>
                  <a:lnTo>
                    <a:pt x="405" y="985"/>
                  </a:lnTo>
                  <a:lnTo>
                    <a:pt x="701" y="985"/>
                  </a:lnTo>
                  <a:lnTo>
                    <a:pt x="1106" y="0"/>
                  </a:lnTo>
                  <a:lnTo>
                    <a:pt x="79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1" name="Freeform 9">
              <a:extLst>
                <a:ext uri="{FF2B5EF4-FFF2-40B4-BE49-F238E27FC236}">
                  <a16:creationId xmlns:a16="http://schemas.microsoft.com/office/drawing/2014/main" id="{F9B9866C-878A-3BAE-D601-6317EEEB78A9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138488" y="2319338"/>
              <a:ext cx="1630363" cy="1617663"/>
            </a:xfrm>
            <a:custGeom>
              <a:avLst/>
              <a:gdLst>
                <a:gd name="T0" fmla="*/ 697 w 856"/>
                <a:gd name="T1" fmla="*/ 582 h 848"/>
                <a:gd name="T2" fmla="*/ 462 w 856"/>
                <a:gd name="T3" fmla="*/ 669 h 848"/>
                <a:gd name="T4" fmla="*/ 280 w 856"/>
                <a:gd name="T5" fmla="*/ 602 h 848"/>
                <a:gd name="T6" fmla="*/ 856 w 856"/>
                <a:gd name="T7" fmla="*/ 363 h 848"/>
                <a:gd name="T8" fmla="*/ 758 w 856"/>
                <a:gd name="T9" fmla="*/ 135 h 848"/>
                <a:gd name="T10" fmla="*/ 434 w 856"/>
                <a:gd name="T11" fmla="*/ 0 h 848"/>
                <a:gd name="T12" fmla="*/ 0 w 856"/>
                <a:gd name="T13" fmla="*/ 424 h 848"/>
                <a:gd name="T14" fmla="*/ 459 w 856"/>
                <a:gd name="T15" fmla="*/ 848 h 848"/>
                <a:gd name="T16" fmla="*/ 840 w 856"/>
                <a:gd name="T17" fmla="*/ 691 h 848"/>
                <a:gd name="T18" fmla="*/ 697 w 856"/>
                <a:gd name="T19" fmla="*/ 582 h 848"/>
                <a:gd name="T20" fmla="*/ 265 w 856"/>
                <a:gd name="T21" fmla="*/ 261 h 848"/>
                <a:gd name="T22" fmla="*/ 438 w 856"/>
                <a:gd name="T23" fmla="*/ 179 h 848"/>
                <a:gd name="T24" fmla="*/ 612 w 856"/>
                <a:gd name="T25" fmla="*/ 294 h 848"/>
                <a:gd name="T26" fmla="*/ 219 w 856"/>
                <a:gd name="T27" fmla="*/ 457 h 848"/>
                <a:gd name="T28" fmla="*/ 265 w 856"/>
                <a:gd name="T29" fmla="*/ 261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56" h="848">
                  <a:moveTo>
                    <a:pt x="697" y="582"/>
                  </a:moveTo>
                  <a:cubicBezTo>
                    <a:pt x="602" y="652"/>
                    <a:pt x="548" y="669"/>
                    <a:pt x="462" y="669"/>
                  </a:cubicBezTo>
                  <a:cubicBezTo>
                    <a:pt x="384" y="669"/>
                    <a:pt x="323" y="645"/>
                    <a:pt x="280" y="602"/>
                  </a:cubicBezTo>
                  <a:cubicBezTo>
                    <a:pt x="856" y="363"/>
                    <a:pt x="856" y="363"/>
                    <a:pt x="856" y="363"/>
                  </a:cubicBezTo>
                  <a:cubicBezTo>
                    <a:pt x="843" y="275"/>
                    <a:pt x="810" y="195"/>
                    <a:pt x="758" y="135"/>
                  </a:cubicBezTo>
                  <a:cubicBezTo>
                    <a:pt x="682" y="47"/>
                    <a:pt x="570" y="0"/>
                    <a:pt x="434" y="0"/>
                  </a:cubicBezTo>
                  <a:cubicBezTo>
                    <a:pt x="186" y="0"/>
                    <a:pt x="0" y="183"/>
                    <a:pt x="0" y="424"/>
                  </a:cubicBezTo>
                  <a:cubicBezTo>
                    <a:pt x="0" y="672"/>
                    <a:pt x="187" y="848"/>
                    <a:pt x="459" y="848"/>
                  </a:cubicBezTo>
                  <a:cubicBezTo>
                    <a:pt x="611" y="848"/>
                    <a:pt x="767" y="776"/>
                    <a:pt x="840" y="691"/>
                  </a:cubicBezTo>
                  <a:lnTo>
                    <a:pt x="697" y="582"/>
                  </a:lnTo>
                  <a:close/>
                  <a:moveTo>
                    <a:pt x="265" y="261"/>
                  </a:moveTo>
                  <a:cubicBezTo>
                    <a:pt x="303" y="210"/>
                    <a:pt x="364" y="179"/>
                    <a:pt x="438" y="179"/>
                  </a:cubicBezTo>
                  <a:cubicBezTo>
                    <a:pt x="519" y="179"/>
                    <a:pt x="581" y="226"/>
                    <a:pt x="612" y="294"/>
                  </a:cubicBezTo>
                  <a:cubicBezTo>
                    <a:pt x="219" y="457"/>
                    <a:pt x="219" y="457"/>
                    <a:pt x="219" y="457"/>
                  </a:cubicBezTo>
                  <a:cubicBezTo>
                    <a:pt x="208" y="374"/>
                    <a:pt x="230" y="308"/>
                    <a:pt x="265" y="26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2" name="Freeform 10">
              <a:extLst>
                <a:ext uri="{FF2B5EF4-FFF2-40B4-BE49-F238E27FC236}">
                  <a16:creationId xmlns:a16="http://schemas.microsoft.com/office/drawing/2014/main" id="{20DD7C9B-A88C-7ECB-27AE-CB4579CDB90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5925" y="1879600"/>
              <a:ext cx="1409700" cy="2030413"/>
            </a:xfrm>
            <a:custGeom>
              <a:avLst/>
              <a:gdLst>
                <a:gd name="T0" fmla="*/ 888 w 888"/>
                <a:gd name="T1" fmla="*/ 1030 h 1279"/>
                <a:gd name="T2" fmla="*/ 274 w 888"/>
                <a:gd name="T3" fmla="*/ 1030 h 1279"/>
                <a:gd name="T4" fmla="*/ 274 w 888"/>
                <a:gd name="T5" fmla="*/ 0 h 1279"/>
                <a:gd name="T6" fmla="*/ 0 w 888"/>
                <a:gd name="T7" fmla="*/ 0 h 1279"/>
                <a:gd name="T8" fmla="*/ 0 w 888"/>
                <a:gd name="T9" fmla="*/ 1279 h 1279"/>
                <a:gd name="T10" fmla="*/ 888 w 888"/>
                <a:gd name="T11" fmla="*/ 1279 h 1279"/>
                <a:gd name="T12" fmla="*/ 888 w 888"/>
                <a:gd name="T13" fmla="*/ 1030 h 1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88" h="1279">
                  <a:moveTo>
                    <a:pt x="888" y="1030"/>
                  </a:moveTo>
                  <a:lnTo>
                    <a:pt x="274" y="1030"/>
                  </a:lnTo>
                  <a:lnTo>
                    <a:pt x="274" y="0"/>
                  </a:lnTo>
                  <a:lnTo>
                    <a:pt x="0" y="0"/>
                  </a:lnTo>
                  <a:lnTo>
                    <a:pt x="0" y="1279"/>
                  </a:lnTo>
                  <a:lnTo>
                    <a:pt x="888" y="1279"/>
                  </a:lnTo>
                  <a:lnTo>
                    <a:pt x="888" y="10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3" name="Freeform 10">
              <a:extLst>
                <a:ext uri="{FF2B5EF4-FFF2-40B4-BE49-F238E27FC236}">
                  <a16:creationId xmlns:a16="http://schemas.microsoft.com/office/drawing/2014/main" id="{084B2859-A58F-9171-5328-94CFD162F589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966325" y="2319338"/>
              <a:ext cx="1677988" cy="1617663"/>
            </a:xfrm>
            <a:custGeom>
              <a:avLst/>
              <a:gdLst>
                <a:gd name="T0" fmla="*/ 439 w 881"/>
                <a:gd name="T1" fmla="*/ 848 h 848"/>
                <a:gd name="T2" fmla="*/ 0 w 881"/>
                <a:gd name="T3" fmla="*/ 424 h 848"/>
                <a:gd name="T4" fmla="*/ 442 w 881"/>
                <a:gd name="T5" fmla="*/ 0 h 848"/>
                <a:gd name="T6" fmla="*/ 881 w 881"/>
                <a:gd name="T7" fmla="*/ 424 h 848"/>
                <a:gd name="T8" fmla="*/ 439 w 881"/>
                <a:gd name="T9" fmla="*/ 848 h 848"/>
                <a:gd name="T10" fmla="*/ 439 w 881"/>
                <a:gd name="T11" fmla="*/ 193 h 848"/>
                <a:gd name="T12" fmla="*/ 222 w 881"/>
                <a:gd name="T13" fmla="*/ 424 h 848"/>
                <a:gd name="T14" fmla="*/ 442 w 881"/>
                <a:gd name="T15" fmla="*/ 655 h 848"/>
                <a:gd name="T16" fmla="*/ 659 w 881"/>
                <a:gd name="T17" fmla="*/ 424 h 848"/>
                <a:gd name="T18" fmla="*/ 439 w 881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1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4" y="0"/>
                    <a:pt x="442" y="0"/>
                  </a:cubicBezTo>
                  <a:cubicBezTo>
                    <a:pt x="688" y="0"/>
                    <a:pt x="881" y="184"/>
                    <a:pt x="881" y="424"/>
                  </a:cubicBezTo>
                  <a:cubicBezTo>
                    <a:pt x="881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3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59" y="557"/>
                    <a:pt x="659" y="424"/>
                  </a:cubicBezTo>
                  <a:cubicBezTo>
                    <a:pt x="659" y="295"/>
                    <a:pt x="562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4" name="Freeform 11">
              <a:extLst>
                <a:ext uri="{FF2B5EF4-FFF2-40B4-BE49-F238E27FC236}">
                  <a16:creationId xmlns:a16="http://schemas.microsoft.com/office/drawing/2014/main" id="{DC1829C2-6CD9-FE35-3F45-EEC10E2F169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64325" y="2319338"/>
              <a:ext cx="1679575" cy="1617663"/>
            </a:xfrm>
            <a:custGeom>
              <a:avLst/>
              <a:gdLst>
                <a:gd name="T0" fmla="*/ 439 w 882"/>
                <a:gd name="T1" fmla="*/ 848 h 848"/>
                <a:gd name="T2" fmla="*/ 0 w 882"/>
                <a:gd name="T3" fmla="*/ 424 h 848"/>
                <a:gd name="T4" fmla="*/ 442 w 882"/>
                <a:gd name="T5" fmla="*/ 0 h 848"/>
                <a:gd name="T6" fmla="*/ 882 w 882"/>
                <a:gd name="T7" fmla="*/ 424 h 848"/>
                <a:gd name="T8" fmla="*/ 439 w 882"/>
                <a:gd name="T9" fmla="*/ 848 h 848"/>
                <a:gd name="T10" fmla="*/ 439 w 882"/>
                <a:gd name="T11" fmla="*/ 193 h 848"/>
                <a:gd name="T12" fmla="*/ 222 w 882"/>
                <a:gd name="T13" fmla="*/ 424 h 848"/>
                <a:gd name="T14" fmla="*/ 442 w 882"/>
                <a:gd name="T15" fmla="*/ 655 h 848"/>
                <a:gd name="T16" fmla="*/ 660 w 882"/>
                <a:gd name="T17" fmla="*/ 424 h 848"/>
                <a:gd name="T18" fmla="*/ 439 w 882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2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5" y="0"/>
                    <a:pt x="442" y="0"/>
                  </a:cubicBezTo>
                  <a:cubicBezTo>
                    <a:pt x="689" y="0"/>
                    <a:pt x="882" y="184"/>
                    <a:pt x="882" y="424"/>
                  </a:cubicBezTo>
                  <a:cubicBezTo>
                    <a:pt x="882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4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60" y="557"/>
                    <a:pt x="660" y="424"/>
                  </a:cubicBezTo>
                  <a:cubicBezTo>
                    <a:pt x="660" y="295"/>
                    <a:pt x="563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</p:grpSp>
      <p:sp>
        <p:nvSpPr>
          <p:cNvPr id="46" name="Title 16"/>
          <p:cNvSpPr>
            <a:spLocks noGrp="1"/>
          </p:cNvSpPr>
          <p:nvPr>
            <p:ph type="title" hasCustomPrompt="1"/>
          </p:nvPr>
        </p:nvSpPr>
        <p:spPr bwMode="gray">
          <a:xfrm>
            <a:off x="750529" y="1549492"/>
            <a:ext cx="6265272" cy="2405203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algn="l" defTabSz="1218987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lang="en-US" sz="6000" b="1" kern="1200" cap="none" spc="-150" baseline="0" dirty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idx="1" hasCustomPrompt="1"/>
          </p:nvPr>
        </p:nvSpPr>
        <p:spPr bwMode="white">
          <a:xfrm>
            <a:off x="750529" y="4328650"/>
            <a:ext cx="6265272" cy="327013"/>
          </a:xfrm>
          <a:prstGeom prst="rect">
            <a:avLst/>
          </a:prstGeom>
        </p:spPr>
        <p:txBody>
          <a:bodyPr lIns="0" tIns="0" rIns="0" bIns="0" anchor="t" anchorCtr="0">
            <a:sp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buNone/>
              <a:defRPr sz="2500" spc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Subhead here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01CC465-FDF1-C0A2-5A83-FB03B2F0F4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1233767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_Black_Al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 descr="Background pattern&#10;&#10;Description automatically generated">
            <a:extLst>
              <a:ext uri="{FF2B5EF4-FFF2-40B4-BE49-F238E27FC236}">
                <a16:creationId xmlns:a16="http://schemas.microsoft.com/office/drawing/2014/main" id="{D2ED0643-8C31-4A20-AE73-693EFF66546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36"/>
            <a:ext cx="12192000" cy="6857929"/>
          </a:xfrm>
          <a:prstGeom prst="rect">
            <a:avLst/>
          </a:prstGeom>
        </p:spPr>
      </p:pic>
      <p:pic>
        <p:nvPicPr>
          <p:cNvPr id="28" name="Picture 27" descr="A picture containing tree, plant&#10;&#10;Description automatically generated">
            <a:extLst>
              <a:ext uri="{FF2B5EF4-FFF2-40B4-BE49-F238E27FC236}">
                <a16:creationId xmlns:a16="http://schemas.microsoft.com/office/drawing/2014/main" id="{9C99B980-13C4-5E34-911C-94CDEEA6063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18809" y="0"/>
            <a:ext cx="4573191" cy="68580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50D814F-EE5B-C084-7424-D39C0DE54FF7}"/>
              </a:ext>
            </a:extLst>
          </p:cNvPr>
          <p:cNvSpPr txBox="1"/>
          <p:nvPr userDrawn="1"/>
        </p:nvSpPr>
        <p:spPr>
          <a:xfrm>
            <a:off x="1603772" y="6401580"/>
            <a:ext cx="411587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2026 Lenovo Internal. All rights reserved.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C498D60-2F6C-6ADE-BB9A-D957660E0731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760611" y="6348283"/>
            <a:ext cx="777442" cy="259316"/>
            <a:chOff x="547688" y="952500"/>
            <a:chExt cx="12190413" cy="4067175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8414641-DA5A-BDF2-889C-1430A63E358C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47688" y="952500"/>
              <a:ext cx="12190413" cy="40671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19" name="Freeform 7">
              <a:extLst>
                <a:ext uri="{FF2B5EF4-FFF2-40B4-BE49-F238E27FC236}">
                  <a16:creationId xmlns:a16="http://schemas.microsoft.com/office/drawing/2014/main" id="{6CAA72E6-FAE3-6740-34C0-7A08091254B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922838" y="2319338"/>
              <a:ext cx="1571625" cy="1590675"/>
            </a:xfrm>
            <a:custGeom>
              <a:avLst/>
              <a:gdLst>
                <a:gd name="T0" fmla="*/ 492 w 825"/>
                <a:gd name="T1" fmla="*/ 0 h 834"/>
                <a:gd name="T2" fmla="*/ 225 w 825"/>
                <a:gd name="T3" fmla="*/ 132 h 834"/>
                <a:gd name="T4" fmla="*/ 225 w 825"/>
                <a:gd name="T5" fmla="*/ 132 h 834"/>
                <a:gd name="T6" fmla="*/ 225 w 825"/>
                <a:gd name="T7" fmla="*/ 132 h 834"/>
                <a:gd name="T8" fmla="*/ 225 w 825"/>
                <a:gd name="T9" fmla="*/ 14 h 834"/>
                <a:gd name="T10" fmla="*/ 0 w 825"/>
                <a:gd name="T11" fmla="*/ 14 h 834"/>
                <a:gd name="T12" fmla="*/ 0 w 825"/>
                <a:gd name="T13" fmla="*/ 834 h 834"/>
                <a:gd name="T14" fmla="*/ 225 w 825"/>
                <a:gd name="T15" fmla="*/ 834 h 834"/>
                <a:gd name="T16" fmla="*/ 225 w 825"/>
                <a:gd name="T17" fmla="*/ 367 h 834"/>
                <a:gd name="T18" fmla="*/ 411 w 825"/>
                <a:gd name="T19" fmla="*/ 194 h 834"/>
                <a:gd name="T20" fmla="*/ 600 w 825"/>
                <a:gd name="T21" fmla="*/ 367 h 834"/>
                <a:gd name="T22" fmla="*/ 600 w 825"/>
                <a:gd name="T23" fmla="*/ 834 h 834"/>
                <a:gd name="T24" fmla="*/ 825 w 825"/>
                <a:gd name="T25" fmla="*/ 834 h 834"/>
                <a:gd name="T26" fmla="*/ 825 w 825"/>
                <a:gd name="T27" fmla="*/ 326 h 834"/>
                <a:gd name="T28" fmla="*/ 492 w 825"/>
                <a:gd name="T29" fmla="*/ 0 h 8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25" h="834">
                  <a:moveTo>
                    <a:pt x="492" y="0"/>
                  </a:moveTo>
                  <a:cubicBezTo>
                    <a:pt x="398" y="0"/>
                    <a:pt x="291" y="44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4"/>
                    <a:pt x="225" y="14"/>
                    <a:pt x="225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834"/>
                    <a:pt x="0" y="834"/>
                    <a:pt x="0" y="834"/>
                  </a:cubicBezTo>
                  <a:cubicBezTo>
                    <a:pt x="225" y="834"/>
                    <a:pt x="225" y="834"/>
                    <a:pt x="225" y="834"/>
                  </a:cubicBezTo>
                  <a:cubicBezTo>
                    <a:pt x="225" y="367"/>
                    <a:pt x="225" y="367"/>
                    <a:pt x="225" y="367"/>
                  </a:cubicBezTo>
                  <a:cubicBezTo>
                    <a:pt x="225" y="283"/>
                    <a:pt x="290" y="194"/>
                    <a:pt x="411" y="194"/>
                  </a:cubicBezTo>
                  <a:cubicBezTo>
                    <a:pt x="504" y="194"/>
                    <a:pt x="600" y="259"/>
                    <a:pt x="600" y="367"/>
                  </a:cubicBezTo>
                  <a:cubicBezTo>
                    <a:pt x="600" y="834"/>
                    <a:pt x="600" y="834"/>
                    <a:pt x="600" y="834"/>
                  </a:cubicBezTo>
                  <a:cubicBezTo>
                    <a:pt x="825" y="834"/>
                    <a:pt x="825" y="834"/>
                    <a:pt x="825" y="834"/>
                  </a:cubicBezTo>
                  <a:cubicBezTo>
                    <a:pt x="825" y="326"/>
                    <a:pt x="825" y="326"/>
                    <a:pt x="825" y="326"/>
                  </a:cubicBezTo>
                  <a:cubicBezTo>
                    <a:pt x="825" y="137"/>
                    <a:pt x="690" y="0"/>
                    <a:pt x="492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0" name="Freeform 8">
              <a:extLst>
                <a:ext uri="{FF2B5EF4-FFF2-40B4-BE49-F238E27FC236}">
                  <a16:creationId xmlns:a16="http://schemas.microsoft.com/office/drawing/2014/main" id="{0EE70422-5E10-8634-79CC-15428116CD0F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77225" y="2346325"/>
              <a:ext cx="1755775" cy="1563688"/>
            </a:xfrm>
            <a:custGeom>
              <a:avLst/>
              <a:gdLst>
                <a:gd name="T0" fmla="*/ 797 w 1106"/>
                <a:gd name="T1" fmla="*/ 0 h 985"/>
                <a:gd name="T2" fmla="*/ 553 w 1106"/>
                <a:gd name="T3" fmla="*/ 671 h 985"/>
                <a:gd name="T4" fmla="*/ 308 w 1106"/>
                <a:gd name="T5" fmla="*/ 0 h 985"/>
                <a:gd name="T6" fmla="*/ 0 w 1106"/>
                <a:gd name="T7" fmla="*/ 0 h 985"/>
                <a:gd name="T8" fmla="*/ 405 w 1106"/>
                <a:gd name="T9" fmla="*/ 985 h 985"/>
                <a:gd name="T10" fmla="*/ 701 w 1106"/>
                <a:gd name="T11" fmla="*/ 985 h 985"/>
                <a:gd name="T12" fmla="*/ 1106 w 1106"/>
                <a:gd name="T13" fmla="*/ 0 h 985"/>
                <a:gd name="T14" fmla="*/ 797 w 1106"/>
                <a:gd name="T15" fmla="*/ 0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06" h="985">
                  <a:moveTo>
                    <a:pt x="797" y="0"/>
                  </a:moveTo>
                  <a:lnTo>
                    <a:pt x="553" y="671"/>
                  </a:lnTo>
                  <a:lnTo>
                    <a:pt x="308" y="0"/>
                  </a:lnTo>
                  <a:lnTo>
                    <a:pt x="0" y="0"/>
                  </a:lnTo>
                  <a:lnTo>
                    <a:pt x="405" y="985"/>
                  </a:lnTo>
                  <a:lnTo>
                    <a:pt x="701" y="985"/>
                  </a:lnTo>
                  <a:lnTo>
                    <a:pt x="1106" y="0"/>
                  </a:lnTo>
                  <a:lnTo>
                    <a:pt x="79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1" name="Freeform 9">
              <a:extLst>
                <a:ext uri="{FF2B5EF4-FFF2-40B4-BE49-F238E27FC236}">
                  <a16:creationId xmlns:a16="http://schemas.microsoft.com/office/drawing/2014/main" id="{F9B9866C-878A-3BAE-D601-6317EEEB78A9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138488" y="2319338"/>
              <a:ext cx="1630363" cy="1617663"/>
            </a:xfrm>
            <a:custGeom>
              <a:avLst/>
              <a:gdLst>
                <a:gd name="T0" fmla="*/ 697 w 856"/>
                <a:gd name="T1" fmla="*/ 582 h 848"/>
                <a:gd name="T2" fmla="*/ 462 w 856"/>
                <a:gd name="T3" fmla="*/ 669 h 848"/>
                <a:gd name="T4" fmla="*/ 280 w 856"/>
                <a:gd name="T5" fmla="*/ 602 h 848"/>
                <a:gd name="T6" fmla="*/ 856 w 856"/>
                <a:gd name="T7" fmla="*/ 363 h 848"/>
                <a:gd name="T8" fmla="*/ 758 w 856"/>
                <a:gd name="T9" fmla="*/ 135 h 848"/>
                <a:gd name="T10" fmla="*/ 434 w 856"/>
                <a:gd name="T11" fmla="*/ 0 h 848"/>
                <a:gd name="T12" fmla="*/ 0 w 856"/>
                <a:gd name="T13" fmla="*/ 424 h 848"/>
                <a:gd name="T14" fmla="*/ 459 w 856"/>
                <a:gd name="T15" fmla="*/ 848 h 848"/>
                <a:gd name="T16" fmla="*/ 840 w 856"/>
                <a:gd name="T17" fmla="*/ 691 h 848"/>
                <a:gd name="T18" fmla="*/ 697 w 856"/>
                <a:gd name="T19" fmla="*/ 582 h 848"/>
                <a:gd name="T20" fmla="*/ 265 w 856"/>
                <a:gd name="T21" fmla="*/ 261 h 848"/>
                <a:gd name="T22" fmla="*/ 438 w 856"/>
                <a:gd name="T23" fmla="*/ 179 h 848"/>
                <a:gd name="T24" fmla="*/ 612 w 856"/>
                <a:gd name="T25" fmla="*/ 294 h 848"/>
                <a:gd name="T26" fmla="*/ 219 w 856"/>
                <a:gd name="T27" fmla="*/ 457 h 848"/>
                <a:gd name="T28" fmla="*/ 265 w 856"/>
                <a:gd name="T29" fmla="*/ 261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56" h="848">
                  <a:moveTo>
                    <a:pt x="697" y="582"/>
                  </a:moveTo>
                  <a:cubicBezTo>
                    <a:pt x="602" y="652"/>
                    <a:pt x="548" y="669"/>
                    <a:pt x="462" y="669"/>
                  </a:cubicBezTo>
                  <a:cubicBezTo>
                    <a:pt x="384" y="669"/>
                    <a:pt x="323" y="645"/>
                    <a:pt x="280" y="602"/>
                  </a:cubicBezTo>
                  <a:cubicBezTo>
                    <a:pt x="856" y="363"/>
                    <a:pt x="856" y="363"/>
                    <a:pt x="856" y="363"/>
                  </a:cubicBezTo>
                  <a:cubicBezTo>
                    <a:pt x="843" y="275"/>
                    <a:pt x="810" y="195"/>
                    <a:pt x="758" y="135"/>
                  </a:cubicBezTo>
                  <a:cubicBezTo>
                    <a:pt x="682" y="47"/>
                    <a:pt x="570" y="0"/>
                    <a:pt x="434" y="0"/>
                  </a:cubicBezTo>
                  <a:cubicBezTo>
                    <a:pt x="186" y="0"/>
                    <a:pt x="0" y="183"/>
                    <a:pt x="0" y="424"/>
                  </a:cubicBezTo>
                  <a:cubicBezTo>
                    <a:pt x="0" y="672"/>
                    <a:pt x="187" y="848"/>
                    <a:pt x="459" y="848"/>
                  </a:cubicBezTo>
                  <a:cubicBezTo>
                    <a:pt x="611" y="848"/>
                    <a:pt x="767" y="776"/>
                    <a:pt x="840" y="691"/>
                  </a:cubicBezTo>
                  <a:lnTo>
                    <a:pt x="697" y="582"/>
                  </a:lnTo>
                  <a:close/>
                  <a:moveTo>
                    <a:pt x="265" y="261"/>
                  </a:moveTo>
                  <a:cubicBezTo>
                    <a:pt x="303" y="210"/>
                    <a:pt x="364" y="179"/>
                    <a:pt x="438" y="179"/>
                  </a:cubicBezTo>
                  <a:cubicBezTo>
                    <a:pt x="519" y="179"/>
                    <a:pt x="581" y="226"/>
                    <a:pt x="612" y="294"/>
                  </a:cubicBezTo>
                  <a:cubicBezTo>
                    <a:pt x="219" y="457"/>
                    <a:pt x="219" y="457"/>
                    <a:pt x="219" y="457"/>
                  </a:cubicBezTo>
                  <a:cubicBezTo>
                    <a:pt x="208" y="374"/>
                    <a:pt x="230" y="308"/>
                    <a:pt x="265" y="26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2" name="Freeform 10">
              <a:extLst>
                <a:ext uri="{FF2B5EF4-FFF2-40B4-BE49-F238E27FC236}">
                  <a16:creationId xmlns:a16="http://schemas.microsoft.com/office/drawing/2014/main" id="{20DD7C9B-A88C-7ECB-27AE-CB4579CDB90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5925" y="1879600"/>
              <a:ext cx="1409700" cy="2030413"/>
            </a:xfrm>
            <a:custGeom>
              <a:avLst/>
              <a:gdLst>
                <a:gd name="T0" fmla="*/ 888 w 888"/>
                <a:gd name="T1" fmla="*/ 1030 h 1279"/>
                <a:gd name="T2" fmla="*/ 274 w 888"/>
                <a:gd name="T3" fmla="*/ 1030 h 1279"/>
                <a:gd name="T4" fmla="*/ 274 w 888"/>
                <a:gd name="T5" fmla="*/ 0 h 1279"/>
                <a:gd name="T6" fmla="*/ 0 w 888"/>
                <a:gd name="T7" fmla="*/ 0 h 1279"/>
                <a:gd name="T8" fmla="*/ 0 w 888"/>
                <a:gd name="T9" fmla="*/ 1279 h 1279"/>
                <a:gd name="T10" fmla="*/ 888 w 888"/>
                <a:gd name="T11" fmla="*/ 1279 h 1279"/>
                <a:gd name="T12" fmla="*/ 888 w 888"/>
                <a:gd name="T13" fmla="*/ 1030 h 1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88" h="1279">
                  <a:moveTo>
                    <a:pt x="888" y="1030"/>
                  </a:moveTo>
                  <a:lnTo>
                    <a:pt x="274" y="1030"/>
                  </a:lnTo>
                  <a:lnTo>
                    <a:pt x="274" y="0"/>
                  </a:lnTo>
                  <a:lnTo>
                    <a:pt x="0" y="0"/>
                  </a:lnTo>
                  <a:lnTo>
                    <a:pt x="0" y="1279"/>
                  </a:lnTo>
                  <a:lnTo>
                    <a:pt x="888" y="1279"/>
                  </a:lnTo>
                  <a:lnTo>
                    <a:pt x="888" y="10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3" name="Freeform 10">
              <a:extLst>
                <a:ext uri="{FF2B5EF4-FFF2-40B4-BE49-F238E27FC236}">
                  <a16:creationId xmlns:a16="http://schemas.microsoft.com/office/drawing/2014/main" id="{084B2859-A58F-9171-5328-94CFD162F589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966325" y="2319338"/>
              <a:ext cx="1677988" cy="1617663"/>
            </a:xfrm>
            <a:custGeom>
              <a:avLst/>
              <a:gdLst>
                <a:gd name="T0" fmla="*/ 439 w 881"/>
                <a:gd name="T1" fmla="*/ 848 h 848"/>
                <a:gd name="T2" fmla="*/ 0 w 881"/>
                <a:gd name="T3" fmla="*/ 424 h 848"/>
                <a:gd name="T4" fmla="*/ 442 w 881"/>
                <a:gd name="T5" fmla="*/ 0 h 848"/>
                <a:gd name="T6" fmla="*/ 881 w 881"/>
                <a:gd name="T7" fmla="*/ 424 h 848"/>
                <a:gd name="T8" fmla="*/ 439 w 881"/>
                <a:gd name="T9" fmla="*/ 848 h 848"/>
                <a:gd name="T10" fmla="*/ 439 w 881"/>
                <a:gd name="T11" fmla="*/ 193 h 848"/>
                <a:gd name="T12" fmla="*/ 222 w 881"/>
                <a:gd name="T13" fmla="*/ 424 h 848"/>
                <a:gd name="T14" fmla="*/ 442 w 881"/>
                <a:gd name="T15" fmla="*/ 655 h 848"/>
                <a:gd name="T16" fmla="*/ 659 w 881"/>
                <a:gd name="T17" fmla="*/ 424 h 848"/>
                <a:gd name="T18" fmla="*/ 439 w 881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1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4" y="0"/>
                    <a:pt x="442" y="0"/>
                  </a:cubicBezTo>
                  <a:cubicBezTo>
                    <a:pt x="688" y="0"/>
                    <a:pt x="881" y="184"/>
                    <a:pt x="881" y="424"/>
                  </a:cubicBezTo>
                  <a:cubicBezTo>
                    <a:pt x="881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3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59" y="557"/>
                    <a:pt x="659" y="424"/>
                  </a:cubicBezTo>
                  <a:cubicBezTo>
                    <a:pt x="659" y="295"/>
                    <a:pt x="562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4" name="Freeform 11">
              <a:extLst>
                <a:ext uri="{FF2B5EF4-FFF2-40B4-BE49-F238E27FC236}">
                  <a16:creationId xmlns:a16="http://schemas.microsoft.com/office/drawing/2014/main" id="{DC1829C2-6CD9-FE35-3F45-EEC10E2F169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64325" y="2319338"/>
              <a:ext cx="1679575" cy="1617663"/>
            </a:xfrm>
            <a:custGeom>
              <a:avLst/>
              <a:gdLst>
                <a:gd name="T0" fmla="*/ 439 w 882"/>
                <a:gd name="T1" fmla="*/ 848 h 848"/>
                <a:gd name="T2" fmla="*/ 0 w 882"/>
                <a:gd name="T3" fmla="*/ 424 h 848"/>
                <a:gd name="T4" fmla="*/ 442 w 882"/>
                <a:gd name="T5" fmla="*/ 0 h 848"/>
                <a:gd name="T6" fmla="*/ 882 w 882"/>
                <a:gd name="T7" fmla="*/ 424 h 848"/>
                <a:gd name="T8" fmla="*/ 439 w 882"/>
                <a:gd name="T9" fmla="*/ 848 h 848"/>
                <a:gd name="T10" fmla="*/ 439 w 882"/>
                <a:gd name="T11" fmla="*/ 193 h 848"/>
                <a:gd name="T12" fmla="*/ 222 w 882"/>
                <a:gd name="T13" fmla="*/ 424 h 848"/>
                <a:gd name="T14" fmla="*/ 442 w 882"/>
                <a:gd name="T15" fmla="*/ 655 h 848"/>
                <a:gd name="T16" fmla="*/ 660 w 882"/>
                <a:gd name="T17" fmla="*/ 424 h 848"/>
                <a:gd name="T18" fmla="*/ 439 w 882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2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5" y="0"/>
                    <a:pt x="442" y="0"/>
                  </a:cubicBezTo>
                  <a:cubicBezTo>
                    <a:pt x="689" y="0"/>
                    <a:pt x="882" y="184"/>
                    <a:pt x="882" y="424"/>
                  </a:cubicBezTo>
                  <a:cubicBezTo>
                    <a:pt x="882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4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60" y="557"/>
                    <a:pt x="660" y="424"/>
                  </a:cubicBezTo>
                  <a:cubicBezTo>
                    <a:pt x="660" y="295"/>
                    <a:pt x="563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</p:grpSp>
      <p:sp>
        <p:nvSpPr>
          <p:cNvPr id="46" name="Title 16"/>
          <p:cNvSpPr>
            <a:spLocks noGrp="1"/>
          </p:cNvSpPr>
          <p:nvPr>
            <p:ph type="title" hasCustomPrompt="1"/>
          </p:nvPr>
        </p:nvSpPr>
        <p:spPr bwMode="gray">
          <a:xfrm>
            <a:off x="750529" y="1549492"/>
            <a:ext cx="6265272" cy="2405203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algn="l" defTabSz="1218987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lang="en-US" sz="6000" b="1" kern="1200" cap="none" spc="-150" baseline="0" dirty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idx="1" hasCustomPrompt="1"/>
          </p:nvPr>
        </p:nvSpPr>
        <p:spPr bwMode="white">
          <a:xfrm>
            <a:off x="750529" y="4328650"/>
            <a:ext cx="6265272" cy="327013"/>
          </a:xfrm>
          <a:prstGeom prst="rect">
            <a:avLst/>
          </a:prstGeom>
        </p:spPr>
        <p:txBody>
          <a:bodyPr lIns="0" tIns="0" rIns="0" bIns="0" anchor="t" anchorCtr="0">
            <a:sp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buNone/>
              <a:defRPr sz="2500" spc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Subhead here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01CC465-FDF1-C0A2-5A83-FB03B2F0F4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0016558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 28"/>
          <p:cNvSpPr>
            <a:spLocks noGrp="1"/>
          </p:cNvSpPr>
          <p:nvPr>
            <p:ph type="title" hasCustomPrompt="1"/>
          </p:nvPr>
        </p:nvSpPr>
        <p:spPr bwMode="gray">
          <a:xfrm>
            <a:off x="760611" y="442528"/>
            <a:ext cx="10670780" cy="418576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algn="l" defTabSz="1218987" rtl="0" eaLnBrk="1" latinLnBrk="0" hangingPunct="1">
              <a:lnSpc>
                <a:spcPct val="85000"/>
              </a:lnSpc>
              <a:spcBef>
                <a:spcPct val="0"/>
              </a:spcBef>
              <a:buNone/>
              <a:tabLst>
                <a:tab pos="1218987" algn="l"/>
              </a:tabLst>
              <a:defRPr lang="en-US" sz="3200" b="1" kern="1200" cap="none" spc="-150" baseline="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A0C0A2-1C95-CF60-15E7-57B445A899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4247843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_Black">
    <p:bg>
      <p:bgPr>
        <a:solidFill>
          <a:srgbClr val="1E00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 28"/>
          <p:cNvSpPr>
            <a:spLocks noGrp="1"/>
          </p:cNvSpPr>
          <p:nvPr>
            <p:ph type="title" hasCustomPrompt="1"/>
          </p:nvPr>
        </p:nvSpPr>
        <p:spPr bwMode="gray">
          <a:xfrm>
            <a:off x="760611" y="442528"/>
            <a:ext cx="10670780" cy="418576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algn="l" defTabSz="1218987" rtl="0" eaLnBrk="1" latinLnBrk="0" hangingPunct="1">
              <a:lnSpc>
                <a:spcPct val="85000"/>
              </a:lnSpc>
              <a:spcBef>
                <a:spcPct val="0"/>
              </a:spcBef>
              <a:buNone/>
              <a:tabLst>
                <a:tab pos="1218987" algn="l"/>
              </a:tabLst>
              <a:defRPr lang="en-US" sz="3200" b="1" kern="1200" cap="none" spc="-150" baseline="0" dirty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BEE098D-3AB1-76DB-7D94-47416B95B315}"/>
              </a:ext>
            </a:extLst>
          </p:cNvPr>
          <p:cNvSpPr txBox="1"/>
          <p:nvPr userDrawn="1"/>
        </p:nvSpPr>
        <p:spPr>
          <a:xfrm>
            <a:off x="1602706" y="6401580"/>
            <a:ext cx="411587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2026 Lenovo Internal. All rights reserved.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D3A8838-C4DB-A234-AE13-77FD359114A0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760611" y="6348283"/>
            <a:ext cx="777442" cy="259316"/>
            <a:chOff x="547688" y="952500"/>
            <a:chExt cx="12190413" cy="4067175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27C46987-CA04-04BE-C5FA-56E293EEB90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47688" y="952500"/>
              <a:ext cx="12190413" cy="40671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8" name="Freeform 7">
              <a:extLst>
                <a:ext uri="{FF2B5EF4-FFF2-40B4-BE49-F238E27FC236}">
                  <a16:creationId xmlns:a16="http://schemas.microsoft.com/office/drawing/2014/main" id="{91EA1B80-EF2A-EAE6-2B00-FF82A140564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922838" y="2319338"/>
              <a:ext cx="1571625" cy="1590675"/>
            </a:xfrm>
            <a:custGeom>
              <a:avLst/>
              <a:gdLst>
                <a:gd name="T0" fmla="*/ 492 w 825"/>
                <a:gd name="T1" fmla="*/ 0 h 834"/>
                <a:gd name="T2" fmla="*/ 225 w 825"/>
                <a:gd name="T3" fmla="*/ 132 h 834"/>
                <a:gd name="T4" fmla="*/ 225 w 825"/>
                <a:gd name="T5" fmla="*/ 132 h 834"/>
                <a:gd name="T6" fmla="*/ 225 w 825"/>
                <a:gd name="T7" fmla="*/ 132 h 834"/>
                <a:gd name="T8" fmla="*/ 225 w 825"/>
                <a:gd name="T9" fmla="*/ 14 h 834"/>
                <a:gd name="T10" fmla="*/ 0 w 825"/>
                <a:gd name="T11" fmla="*/ 14 h 834"/>
                <a:gd name="T12" fmla="*/ 0 w 825"/>
                <a:gd name="T13" fmla="*/ 834 h 834"/>
                <a:gd name="T14" fmla="*/ 225 w 825"/>
                <a:gd name="T15" fmla="*/ 834 h 834"/>
                <a:gd name="T16" fmla="*/ 225 w 825"/>
                <a:gd name="T17" fmla="*/ 367 h 834"/>
                <a:gd name="T18" fmla="*/ 411 w 825"/>
                <a:gd name="T19" fmla="*/ 194 h 834"/>
                <a:gd name="T20" fmla="*/ 600 w 825"/>
                <a:gd name="T21" fmla="*/ 367 h 834"/>
                <a:gd name="T22" fmla="*/ 600 w 825"/>
                <a:gd name="T23" fmla="*/ 834 h 834"/>
                <a:gd name="T24" fmla="*/ 825 w 825"/>
                <a:gd name="T25" fmla="*/ 834 h 834"/>
                <a:gd name="T26" fmla="*/ 825 w 825"/>
                <a:gd name="T27" fmla="*/ 326 h 834"/>
                <a:gd name="T28" fmla="*/ 492 w 825"/>
                <a:gd name="T29" fmla="*/ 0 h 8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25" h="834">
                  <a:moveTo>
                    <a:pt x="492" y="0"/>
                  </a:moveTo>
                  <a:cubicBezTo>
                    <a:pt x="398" y="0"/>
                    <a:pt x="291" y="44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4"/>
                    <a:pt x="225" y="14"/>
                    <a:pt x="225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834"/>
                    <a:pt x="0" y="834"/>
                    <a:pt x="0" y="834"/>
                  </a:cubicBezTo>
                  <a:cubicBezTo>
                    <a:pt x="225" y="834"/>
                    <a:pt x="225" y="834"/>
                    <a:pt x="225" y="834"/>
                  </a:cubicBezTo>
                  <a:cubicBezTo>
                    <a:pt x="225" y="367"/>
                    <a:pt x="225" y="367"/>
                    <a:pt x="225" y="367"/>
                  </a:cubicBezTo>
                  <a:cubicBezTo>
                    <a:pt x="225" y="283"/>
                    <a:pt x="290" y="194"/>
                    <a:pt x="411" y="194"/>
                  </a:cubicBezTo>
                  <a:cubicBezTo>
                    <a:pt x="504" y="194"/>
                    <a:pt x="600" y="259"/>
                    <a:pt x="600" y="367"/>
                  </a:cubicBezTo>
                  <a:cubicBezTo>
                    <a:pt x="600" y="834"/>
                    <a:pt x="600" y="834"/>
                    <a:pt x="600" y="834"/>
                  </a:cubicBezTo>
                  <a:cubicBezTo>
                    <a:pt x="825" y="834"/>
                    <a:pt x="825" y="834"/>
                    <a:pt x="825" y="834"/>
                  </a:cubicBezTo>
                  <a:cubicBezTo>
                    <a:pt x="825" y="326"/>
                    <a:pt x="825" y="326"/>
                    <a:pt x="825" y="326"/>
                  </a:cubicBezTo>
                  <a:cubicBezTo>
                    <a:pt x="825" y="137"/>
                    <a:pt x="690" y="0"/>
                    <a:pt x="492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9" name="Freeform 8">
              <a:extLst>
                <a:ext uri="{FF2B5EF4-FFF2-40B4-BE49-F238E27FC236}">
                  <a16:creationId xmlns:a16="http://schemas.microsoft.com/office/drawing/2014/main" id="{679F583A-C57A-3239-E8A4-1C575A0EA73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77225" y="2346325"/>
              <a:ext cx="1755775" cy="1563688"/>
            </a:xfrm>
            <a:custGeom>
              <a:avLst/>
              <a:gdLst>
                <a:gd name="T0" fmla="*/ 797 w 1106"/>
                <a:gd name="T1" fmla="*/ 0 h 985"/>
                <a:gd name="T2" fmla="*/ 553 w 1106"/>
                <a:gd name="T3" fmla="*/ 671 h 985"/>
                <a:gd name="T4" fmla="*/ 308 w 1106"/>
                <a:gd name="T5" fmla="*/ 0 h 985"/>
                <a:gd name="T6" fmla="*/ 0 w 1106"/>
                <a:gd name="T7" fmla="*/ 0 h 985"/>
                <a:gd name="T8" fmla="*/ 405 w 1106"/>
                <a:gd name="T9" fmla="*/ 985 h 985"/>
                <a:gd name="T10" fmla="*/ 701 w 1106"/>
                <a:gd name="T11" fmla="*/ 985 h 985"/>
                <a:gd name="T12" fmla="*/ 1106 w 1106"/>
                <a:gd name="T13" fmla="*/ 0 h 985"/>
                <a:gd name="T14" fmla="*/ 797 w 1106"/>
                <a:gd name="T15" fmla="*/ 0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06" h="985">
                  <a:moveTo>
                    <a:pt x="797" y="0"/>
                  </a:moveTo>
                  <a:lnTo>
                    <a:pt x="553" y="671"/>
                  </a:lnTo>
                  <a:lnTo>
                    <a:pt x="308" y="0"/>
                  </a:lnTo>
                  <a:lnTo>
                    <a:pt x="0" y="0"/>
                  </a:lnTo>
                  <a:lnTo>
                    <a:pt x="405" y="985"/>
                  </a:lnTo>
                  <a:lnTo>
                    <a:pt x="701" y="985"/>
                  </a:lnTo>
                  <a:lnTo>
                    <a:pt x="1106" y="0"/>
                  </a:lnTo>
                  <a:lnTo>
                    <a:pt x="79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30" name="Freeform 9">
              <a:extLst>
                <a:ext uri="{FF2B5EF4-FFF2-40B4-BE49-F238E27FC236}">
                  <a16:creationId xmlns:a16="http://schemas.microsoft.com/office/drawing/2014/main" id="{36324797-C488-8192-F77E-9F600E5490D0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138488" y="2319338"/>
              <a:ext cx="1630363" cy="1617663"/>
            </a:xfrm>
            <a:custGeom>
              <a:avLst/>
              <a:gdLst>
                <a:gd name="T0" fmla="*/ 697 w 856"/>
                <a:gd name="T1" fmla="*/ 582 h 848"/>
                <a:gd name="T2" fmla="*/ 462 w 856"/>
                <a:gd name="T3" fmla="*/ 669 h 848"/>
                <a:gd name="T4" fmla="*/ 280 w 856"/>
                <a:gd name="T5" fmla="*/ 602 h 848"/>
                <a:gd name="T6" fmla="*/ 856 w 856"/>
                <a:gd name="T7" fmla="*/ 363 h 848"/>
                <a:gd name="T8" fmla="*/ 758 w 856"/>
                <a:gd name="T9" fmla="*/ 135 h 848"/>
                <a:gd name="T10" fmla="*/ 434 w 856"/>
                <a:gd name="T11" fmla="*/ 0 h 848"/>
                <a:gd name="T12" fmla="*/ 0 w 856"/>
                <a:gd name="T13" fmla="*/ 424 h 848"/>
                <a:gd name="T14" fmla="*/ 459 w 856"/>
                <a:gd name="T15" fmla="*/ 848 h 848"/>
                <a:gd name="T16" fmla="*/ 840 w 856"/>
                <a:gd name="T17" fmla="*/ 691 h 848"/>
                <a:gd name="T18" fmla="*/ 697 w 856"/>
                <a:gd name="T19" fmla="*/ 582 h 848"/>
                <a:gd name="T20" fmla="*/ 265 w 856"/>
                <a:gd name="T21" fmla="*/ 261 h 848"/>
                <a:gd name="T22" fmla="*/ 438 w 856"/>
                <a:gd name="T23" fmla="*/ 179 h 848"/>
                <a:gd name="T24" fmla="*/ 612 w 856"/>
                <a:gd name="T25" fmla="*/ 294 h 848"/>
                <a:gd name="T26" fmla="*/ 219 w 856"/>
                <a:gd name="T27" fmla="*/ 457 h 848"/>
                <a:gd name="T28" fmla="*/ 265 w 856"/>
                <a:gd name="T29" fmla="*/ 261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56" h="848">
                  <a:moveTo>
                    <a:pt x="697" y="582"/>
                  </a:moveTo>
                  <a:cubicBezTo>
                    <a:pt x="602" y="652"/>
                    <a:pt x="548" y="669"/>
                    <a:pt x="462" y="669"/>
                  </a:cubicBezTo>
                  <a:cubicBezTo>
                    <a:pt x="384" y="669"/>
                    <a:pt x="323" y="645"/>
                    <a:pt x="280" y="602"/>
                  </a:cubicBezTo>
                  <a:cubicBezTo>
                    <a:pt x="856" y="363"/>
                    <a:pt x="856" y="363"/>
                    <a:pt x="856" y="363"/>
                  </a:cubicBezTo>
                  <a:cubicBezTo>
                    <a:pt x="843" y="275"/>
                    <a:pt x="810" y="195"/>
                    <a:pt x="758" y="135"/>
                  </a:cubicBezTo>
                  <a:cubicBezTo>
                    <a:pt x="682" y="47"/>
                    <a:pt x="570" y="0"/>
                    <a:pt x="434" y="0"/>
                  </a:cubicBezTo>
                  <a:cubicBezTo>
                    <a:pt x="186" y="0"/>
                    <a:pt x="0" y="183"/>
                    <a:pt x="0" y="424"/>
                  </a:cubicBezTo>
                  <a:cubicBezTo>
                    <a:pt x="0" y="672"/>
                    <a:pt x="187" y="848"/>
                    <a:pt x="459" y="848"/>
                  </a:cubicBezTo>
                  <a:cubicBezTo>
                    <a:pt x="611" y="848"/>
                    <a:pt x="767" y="776"/>
                    <a:pt x="840" y="691"/>
                  </a:cubicBezTo>
                  <a:lnTo>
                    <a:pt x="697" y="582"/>
                  </a:lnTo>
                  <a:close/>
                  <a:moveTo>
                    <a:pt x="265" y="261"/>
                  </a:moveTo>
                  <a:cubicBezTo>
                    <a:pt x="303" y="210"/>
                    <a:pt x="364" y="179"/>
                    <a:pt x="438" y="179"/>
                  </a:cubicBezTo>
                  <a:cubicBezTo>
                    <a:pt x="519" y="179"/>
                    <a:pt x="581" y="226"/>
                    <a:pt x="612" y="294"/>
                  </a:cubicBezTo>
                  <a:cubicBezTo>
                    <a:pt x="219" y="457"/>
                    <a:pt x="219" y="457"/>
                    <a:pt x="219" y="457"/>
                  </a:cubicBezTo>
                  <a:cubicBezTo>
                    <a:pt x="208" y="374"/>
                    <a:pt x="230" y="308"/>
                    <a:pt x="265" y="26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31" name="Freeform 10">
              <a:extLst>
                <a:ext uri="{FF2B5EF4-FFF2-40B4-BE49-F238E27FC236}">
                  <a16:creationId xmlns:a16="http://schemas.microsoft.com/office/drawing/2014/main" id="{6A067FCF-35DE-4E09-CCD5-280D653D4A6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5925" y="1879600"/>
              <a:ext cx="1409700" cy="2030413"/>
            </a:xfrm>
            <a:custGeom>
              <a:avLst/>
              <a:gdLst>
                <a:gd name="T0" fmla="*/ 888 w 888"/>
                <a:gd name="T1" fmla="*/ 1030 h 1279"/>
                <a:gd name="T2" fmla="*/ 274 w 888"/>
                <a:gd name="T3" fmla="*/ 1030 h 1279"/>
                <a:gd name="T4" fmla="*/ 274 w 888"/>
                <a:gd name="T5" fmla="*/ 0 h 1279"/>
                <a:gd name="T6" fmla="*/ 0 w 888"/>
                <a:gd name="T7" fmla="*/ 0 h 1279"/>
                <a:gd name="T8" fmla="*/ 0 w 888"/>
                <a:gd name="T9" fmla="*/ 1279 h 1279"/>
                <a:gd name="T10" fmla="*/ 888 w 888"/>
                <a:gd name="T11" fmla="*/ 1279 h 1279"/>
                <a:gd name="T12" fmla="*/ 888 w 888"/>
                <a:gd name="T13" fmla="*/ 1030 h 1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88" h="1279">
                  <a:moveTo>
                    <a:pt x="888" y="1030"/>
                  </a:moveTo>
                  <a:lnTo>
                    <a:pt x="274" y="1030"/>
                  </a:lnTo>
                  <a:lnTo>
                    <a:pt x="274" y="0"/>
                  </a:lnTo>
                  <a:lnTo>
                    <a:pt x="0" y="0"/>
                  </a:lnTo>
                  <a:lnTo>
                    <a:pt x="0" y="1279"/>
                  </a:lnTo>
                  <a:lnTo>
                    <a:pt x="888" y="1279"/>
                  </a:lnTo>
                  <a:lnTo>
                    <a:pt x="888" y="10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32" name="Freeform 10">
              <a:extLst>
                <a:ext uri="{FF2B5EF4-FFF2-40B4-BE49-F238E27FC236}">
                  <a16:creationId xmlns:a16="http://schemas.microsoft.com/office/drawing/2014/main" id="{65171654-F4B2-F1B9-6AF4-18F3A499E48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966325" y="2319338"/>
              <a:ext cx="1677988" cy="1617663"/>
            </a:xfrm>
            <a:custGeom>
              <a:avLst/>
              <a:gdLst>
                <a:gd name="T0" fmla="*/ 439 w 881"/>
                <a:gd name="T1" fmla="*/ 848 h 848"/>
                <a:gd name="T2" fmla="*/ 0 w 881"/>
                <a:gd name="T3" fmla="*/ 424 h 848"/>
                <a:gd name="T4" fmla="*/ 442 w 881"/>
                <a:gd name="T5" fmla="*/ 0 h 848"/>
                <a:gd name="T6" fmla="*/ 881 w 881"/>
                <a:gd name="T7" fmla="*/ 424 h 848"/>
                <a:gd name="T8" fmla="*/ 439 w 881"/>
                <a:gd name="T9" fmla="*/ 848 h 848"/>
                <a:gd name="T10" fmla="*/ 439 w 881"/>
                <a:gd name="T11" fmla="*/ 193 h 848"/>
                <a:gd name="T12" fmla="*/ 222 w 881"/>
                <a:gd name="T13" fmla="*/ 424 h 848"/>
                <a:gd name="T14" fmla="*/ 442 w 881"/>
                <a:gd name="T15" fmla="*/ 655 h 848"/>
                <a:gd name="T16" fmla="*/ 659 w 881"/>
                <a:gd name="T17" fmla="*/ 424 h 848"/>
                <a:gd name="T18" fmla="*/ 439 w 881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1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4" y="0"/>
                    <a:pt x="442" y="0"/>
                  </a:cubicBezTo>
                  <a:cubicBezTo>
                    <a:pt x="688" y="0"/>
                    <a:pt x="881" y="184"/>
                    <a:pt x="881" y="424"/>
                  </a:cubicBezTo>
                  <a:cubicBezTo>
                    <a:pt x="881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3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59" y="557"/>
                    <a:pt x="659" y="424"/>
                  </a:cubicBezTo>
                  <a:cubicBezTo>
                    <a:pt x="659" y="295"/>
                    <a:pt x="562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33" name="Freeform 11">
              <a:extLst>
                <a:ext uri="{FF2B5EF4-FFF2-40B4-BE49-F238E27FC236}">
                  <a16:creationId xmlns:a16="http://schemas.microsoft.com/office/drawing/2014/main" id="{7E3A5950-4507-5E83-F8E2-F78AD0930D0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64325" y="2319338"/>
              <a:ext cx="1679575" cy="1617663"/>
            </a:xfrm>
            <a:custGeom>
              <a:avLst/>
              <a:gdLst>
                <a:gd name="T0" fmla="*/ 439 w 882"/>
                <a:gd name="T1" fmla="*/ 848 h 848"/>
                <a:gd name="T2" fmla="*/ 0 w 882"/>
                <a:gd name="T3" fmla="*/ 424 h 848"/>
                <a:gd name="T4" fmla="*/ 442 w 882"/>
                <a:gd name="T5" fmla="*/ 0 h 848"/>
                <a:gd name="T6" fmla="*/ 882 w 882"/>
                <a:gd name="T7" fmla="*/ 424 h 848"/>
                <a:gd name="T8" fmla="*/ 439 w 882"/>
                <a:gd name="T9" fmla="*/ 848 h 848"/>
                <a:gd name="T10" fmla="*/ 439 w 882"/>
                <a:gd name="T11" fmla="*/ 193 h 848"/>
                <a:gd name="T12" fmla="*/ 222 w 882"/>
                <a:gd name="T13" fmla="*/ 424 h 848"/>
                <a:gd name="T14" fmla="*/ 442 w 882"/>
                <a:gd name="T15" fmla="*/ 655 h 848"/>
                <a:gd name="T16" fmla="*/ 660 w 882"/>
                <a:gd name="T17" fmla="*/ 424 h 848"/>
                <a:gd name="T18" fmla="*/ 439 w 882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2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5" y="0"/>
                    <a:pt x="442" y="0"/>
                  </a:cubicBezTo>
                  <a:cubicBezTo>
                    <a:pt x="689" y="0"/>
                    <a:pt x="882" y="184"/>
                    <a:pt x="882" y="424"/>
                  </a:cubicBezTo>
                  <a:cubicBezTo>
                    <a:pt x="882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4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60" y="557"/>
                    <a:pt x="660" y="424"/>
                  </a:cubicBezTo>
                  <a:cubicBezTo>
                    <a:pt x="660" y="295"/>
                    <a:pt x="563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245D89D-54AB-A7D6-4141-95E6B3C369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7113034"/>
      </p:ext>
    </p:extLst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Sub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2"/>
          <p:cNvSpPr>
            <a:spLocks noGrp="1"/>
          </p:cNvSpPr>
          <p:nvPr>
            <p:ph type="body" idx="10" hasCustomPrompt="1"/>
          </p:nvPr>
        </p:nvSpPr>
        <p:spPr bwMode="gray">
          <a:xfrm>
            <a:off x="760610" y="931563"/>
            <a:ext cx="10673828" cy="26161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buNone/>
              <a:defRPr sz="2000" b="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itle 28"/>
          <p:cNvSpPr>
            <a:spLocks noGrp="1"/>
          </p:cNvSpPr>
          <p:nvPr>
            <p:ph type="title" hasCustomPrompt="1"/>
          </p:nvPr>
        </p:nvSpPr>
        <p:spPr bwMode="gray">
          <a:xfrm>
            <a:off x="760611" y="442528"/>
            <a:ext cx="10670780" cy="418576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algn="l" defTabSz="1218987" rtl="0" eaLnBrk="1" latinLnBrk="0" hangingPunct="1">
              <a:lnSpc>
                <a:spcPct val="85000"/>
              </a:lnSpc>
              <a:spcBef>
                <a:spcPct val="0"/>
              </a:spcBef>
              <a:buNone/>
              <a:tabLst>
                <a:tab pos="1218987" algn="l"/>
              </a:tabLst>
              <a:defRPr lang="en-US" sz="3200" b="1" kern="1200" cap="none" spc="-150" baseline="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55B6443-4299-282C-565B-68E5F970278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868472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Subtitle Only_Black">
    <p:bg>
      <p:bgPr>
        <a:solidFill>
          <a:srgbClr val="1E00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2"/>
          <p:cNvSpPr>
            <a:spLocks noGrp="1"/>
          </p:cNvSpPr>
          <p:nvPr>
            <p:ph type="body" idx="10" hasCustomPrompt="1"/>
          </p:nvPr>
        </p:nvSpPr>
        <p:spPr bwMode="gray">
          <a:xfrm>
            <a:off x="760610" y="931563"/>
            <a:ext cx="10673828" cy="26161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buNone/>
              <a:defRPr sz="2000" b="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itle 28"/>
          <p:cNvSpPr>
            <a:spLocks noGrp="1"/>
          </p:cNvSpPr>
          <p:nvPr>
            <p:ph type="title" hasCustomPrompt="1"/>
          </p:nvPr>
        </p:nvSpPr>
        <p:spPr bwMode="gray">
          <a:xfrm>
            <a:off x="760610" y="442528"/>
            <a:ext cx="10673828" cy="418576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algn="l" defTabSz="1218987" rtl="0" eaLnBrk="1" latinLnBrk="0" hangingPunct="1">
              <a:lnSpc>
                <a:spcPct val="85000"/>
              </a:lnSpc>
              <a:spcBef>
                <a:spcPct val="0"/>
              </a:spcBef>
              <a:buNone/>
              <a:tabLst>
                <a:tab pos="1218987" algn="l"/>
              </a:tabLst>
              <a:defRPr lang="en-US" sz="3200" b="1" kern="1200" cap="none" spc="-150" baseline="0" dirty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296FD5-38BC-1E97-5513-17F333DF59B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A10E5A7-B9D3-4A2B-DE64-11D11241AC78}"/>
              </a:ext>
            </a:extLst>
          </p:cNvPr>
          <p:cNvSpPr txBox="1"/>
          <p:nvPr userDrawn="1"/>
        </p:nvSpPr>
        <p:spPr>
          <a:xfrm>
            <a:off x="1602706" y="6401580"/>
            <a:ext cx="411587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2025 Lenovo Internal. All rights reserved.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1153D81-7548-F581-513D-B7CD48FD3635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760611" y="6348283"/>
            <a:ext cx="777442" cy="259316"/>
            <a:chOff x="547688" y="952500"/>
            <a:chExt cx="12190413" cy="4067175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C2984EA1-BF8F-D5A5-11B3-9FD6DD75D1AC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47688" y="952500"/>
              <a:ext cx="12190413" cy="40671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2" name="Freeform 7">
              <a:extLst>
                <a:ext uri="{FF2B5EF4-FFF2-40B4-BE49-F238E27FC236}">
                  <a16:creationId xmlns:a16="http://schemas.microsoft.com/office/drawing/2014/main" id="{303FC84A-8F52-5F1D-38A9-C64EE5C6B59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922838" y="2319338"/>
              <a:ext cx="1571625" cy="1590675"/>
            </a:xfrm>
            <a:custGeom>
              <a:avLst/>
              <a:gdLst>
                <a:gd name="T0" fmla="*/ 492 w 825"/>
                <a:gd name="T1" fmla="*/ 0 h 834"/>
                <a:gd name="T2" fmla="*/ 225 w 825"/>
                <a:gd name="T3" fmla="*/ 132 h 834"/>
                <a:gd name="T4" fmla="*/ 225 w 825"/>
                <a:gd name="T5" fmla="*/ 132 h 834"/>
                <a:gd name="T6" fmla="*/ 225 w 825"/>
                <a:gd name="T7" fmla="*/ 132 h 834"/>
                <a:gd name="T8" fmla="*/ 225 w 825"/>
                <a:gd name="T9" fmla="*/ 14 h 834"/>
                <a:gd name="T10" fmla="*/ 0 w 825"/>
                <a:gd name="T11" fmla="*/ 14 h 834"/>
                <a:gd name="T12" fmla="*/ 0 w 825"/>
                <a:gd name="T13" fmla="*/ 834 h 834"/>
                <a:gd name="T14" fmla="*/ 225 w 825"/>
                <a:gd name="T15" fmla="*/ 834 h 834"/>
                <a:gd name="T16" fmla="*/ 225 w 825"/>
                <a:gd name="T17" fmla="*/ 367 h 834"/>
                <a:gd name="T18" fmla="*/ 411 w 825"/>
                <a:gd name="T19" fmla="*/ 194 h 834"/>
                <a:gd name="T20" fmla="*/ 600 w 825"/>
                <a:gd name="T21" fmla="*/ 367 h 834"/>
                <a:gd name="T22" fmla="*/ 600 w 825"/>
                <a:gd name="T23" fmla="*/ 834 h 834"/>
                <a:gd name="T24" fmla="*/ 825 w 825"/>
                <a:gd name="T25" fmla="*/ 834 h 834"/>
                <a:gd name="T26" fmla="*/ 825 w 825"/>
                <a:gd name="T27" fmla="*/ 326 h 834"/>
                <a:gd name="T28" fmla="*/ 492 w 825"/>
                <a:gd name="T29" fmla="*/ 0 h 8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25" h="834">
                  <a:moveTo>
                    <a:pt x="492" y="0"/>
                  </a:moveTo>
                  <a:cubicBezTo>
                    <a:pt x="398" y="0"/>
                    <a:pt x="291" y="44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4"/>
                    <a:pt x="225" y="14"/>
                    <a:pt x="225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834"/>
                    <a:pt x="0" y="834"/>
                    <a:pt x="0" y="834"/>
                  </a:cubicBezTo>
                  <a:cubicBezTo>
                    <a:pt x="225" y="834"/>
                    <a:pt x="225" y="834"/>
                    <a:pt x="225" y="834"/>
                  </a:cubicBezTo>
                  <a:cubicBezTo>
                    <a:pt x="225" y="367"/>
                    <a:pt x="225" y="367"/>
                    <a:pt x="225" y="367"/>
                  </a:cubicBezTo>
                  <a:cubicBezTo>
                    <a:pt x="225" y="283"/>
                    <a:pt x="290" y="194"/>
                    <a:pt x="411" y="194"/>
                  </a:cubicBezTo>
                  <a:cubicBezTo>
                    <a:pt x="504" y="194"/>
                    <a:pt x="600" y="259"/>
                    <a:pt x="600" y="367"/>
                  </a:cubicBezTo>
                  <a:cubicBezTo>
                    <a:pt x="600" y="834"/>
                    <a:pt x="600" y="834"/>
                    <a:pt x="600" y="834"/>
                  </a:cubicBezTo>
                  <a:cubicBezTo>
                    <a:pt x="825" y="834"/>
                    <a:pt x="825" y="834"/>
                    <a:pt x="825" y="834"/>
                  </a:cubicBezTo>
                  <a:cubicBezTo>
                    <a:pt x="825" y="326"/>
                    <a:pt x="825" y="326"/>
                    <a:pt x="825" y="326"/>
                  </a:cubicBezTo>
                  <a:cubicBezTo>
                    <a:pt x="825" y="137"/>
                    <a:pt x="690" y="0"/>
                    <a:pt x="492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51547846-5B73-A894-F0B4-466A292FE8B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77225" y="2346325"/>
              <a:ext cx="1755775" cy="1563688"/>
            </a:xfrm>
            <a:custGeom>
              <a:avLst/>
              <a:gdLst>
                <a:gd name="T0" fmla="*/ 797 w 1106"/>
                <a:gd name="T1" fmla="*/ 0 h 985"/>
                <a:gd name="T2" fmla="*/ 553 w 1106"/>
                <a:gd name="T3" fmla="*/ 671 h 985"/>
                <a:gd name="T4" fmla="*/ 308 w 1106"/>
                <a:gd name="T5" fmla="*/ 0 h 985"/>
                <a:gd name="T6" fmla="*/ 0 w 1106"/>
                <a:gd name="T7" fmla="*/ 0 h 985"/>
                <a:gd name="T8" fmla="*/ 405 w 1106"/>
                <a:gd name="T9" fmla="*/ 985 h 985"/>
                <a:gd name="T10" fmla="*/ 701 w 1106"/>
                <a:gd name="T11" fmla="*/ 985 h 985"/>
                <a:gd name="T12" fmla="*/ 1106 w 1106"/>
                <a:gd name="T13" fmla="*/ 0 h 985"/>
                <a:gd name="T14" fmla="*/ 797 w 1106"/>
                <a:gd name="T15" fmla="*/ 0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06" h="985">
                  <a:moveTo>
                    <a:pt x="797" y="0"/>
                  </a:moveTo>
                  <a:lnTo>
                    <a:pt x="553" y="671"/>
                  </a:lnTo>
                  <a:lnTo>
                    <a:pt x="308" y="0"/>
                  </a:lnTo>
                  <a:lnTo>
                    <a:pt x="0" y="0"/>
                  </a:lnTo>
                  <a:lnTo>
                    <a:pt x="405" y="985"/>
                  </a:lnTo>
                  <a:lnTo>
                    <a:pt x="701" y="985"/>
                  </a:lnTo>
                  <a:lnTo>
                    <a:pt x="1106" y="0"/>
                  </a:lnTo>
                  <a:lnTo>
                    <a:pt x="79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5" name="Freeform 9">
              <a:extLst>
                <a:ext uri="{FF2B5EF4-FFF2-40B4-BE49-F238E27FC236}">
                  <a16:creationId xmlns:a16="http://schemas.microsoft.com/office/drawing/2014/main" id="{39F5F64D-B9AA-2AAA-21F6-2CAF46B091C4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138488" y="2319338"/>
              <a:ext cx="1630363" cy="1617663"/>
            </a:xfrm>
            <a:custGeom>
              <a:avLst/>
              <a:gdLst>
                <a:gd name="T0" fmla="*/ 697 w 856"/>
                <a:gd name="T1" fmla="*/ 582 h 848"/>
                <a:gd name="T2" fmla="*/ 462 w 856"/>
                <a:gd name="T3" fmla="*/ 669 h 848"/>
                <a:gd name="T4" fmla="*/ 280 w 856"/>
                <a:gd name="T5" fmla="*/ 602 h 848"/>
                <a:gd name="T6" fmla="*/ 856 w 856"/>
                <a:gd name="T7" fmla="*/ 363 h 848"/>
                <a:gd name="T8" fmla="*/ 758 w 856"/>
                <a:gd name="T9" fmla="*/ 135 h 848"/>
                <a:gd name="T10" fmla="*/ 434 w 856"/>
                <a:gd name="T11" fmla="*/ 0 h 848"/>
                <a:gd name="T12" fmla="*/ 0 w 856"/>
                <a:gd name="T13" fmla="*/ 424 h 848"/>
                <a:gd name="T14" fmla="*/ 459 w 856"/>
                <a:gd name="T15" fmla="*/ 848 h 848"/>
                <a:gd name="T16" fmla="*/ 840 w 856"/>
                <a:gd name="T17" fmla="*/ 691 h 848"/>
                <a:gd name="T18" fmla="*/ 697 w 856"/>
                <a:gd name="T19" fmla="*/ 582 h 848"/>
                <a:gd name="T20" fmla="*/ 265 w 856"/>
                <a:gd name="T21" fmla="*/ 261 h 848"/>
                <a:gd name="T22" fmla="*/ 438 w 856"/>
                <a:gd name="T23" fmla="*/ 179 h 848"/>
                <a:gd name="T24" fmla="*/ 612 w 856"/>
                <a:gd name="T25" fmla="*/ 294 h 848"/>
                <a:gd name="T26" fmla="*/ 219 w 856"/>
                <a:gd name="T27" fmla="*/ 457 h 848"/>
                <a:gd name="T28" fmla="*/ 265 w 856"/>
                <a:gd name="T29" fmla="*/ 261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56" h="848">
                  <a:moveTo>
                    <a:pt x="697" y="582"/>
                  </a:moveTo>
                  <a:cubicBezTo>
                    <a:pt x="602" y="652"/>
                    <a:pt x="548" y="669"/>
                    <a:pt x="462" y="669"/>
                  </a:cubicBezTo>
                  <a:cubicBezTo>
                    <a:pt x="384" y="669"/>
                    <a:pt x="323" y="645"/>
                    <a:pt x="280" y="602"/>
                  </a:cubicBezTo>
                  <a:cubicBezTo>
                    <a:pt x="856" y="363"/>
                    <a:pt x="856" y="363"/>
                    <a:pt x="856" y="363"/>
                  </a:cubicBezTo>
                  <a:cubicBezTo>
                    <a:pt x="843" y="275"/>
                    <a:pt x="810" y="195"/>
                    <a:pt x="758" y="135"/>
                  </a:cubicBezTo>
                  <a:cubicBezTo>
                    <a:pt x="682" y="47"/>
                    <a:pt x="570" y="0"/>
                    <a:pt x="434" y="0"/>
                  </a:cubicBezTo>
                  <a:cubicBezTo>
                    <a:pt x="186" y="0"/>
                    <a:pt x="0" y="183"/>
                    <a:pt x="0" y="424"/>
                  </a:cubicBezTo>
                  <a:cubicBezTo>
                    <a:pt x="0" y="672"/>
                    <a:pt x="187" y="848"/>
                    <a:pt x="459" y="848"/>
                  </a:cubicBezTo>
                  <a:cubicBezTo>
                    <a:pt x="611" y="848"/>
                    <a:pt x="767" y="776"/>
                    <a:pt x="840" y="691"/>
                  </a:cubicBezTo>
                  <a:lnTo>
                    <a:pt x="697" y="582"/>
                  </a:lnTo>
                  <a:close/>
                  <a:moveTo>
                    <a:pt x="265" y="261"/>
                  </a:moveTo>
                  <a:cubicBezTo>
                    <a:pt x="303" y="210"/>
                    <a:pt x="364" y="179"/>
                    <a:pt x="438" y="179"/>
                  </a:cubicBezTo>
                  <a:cubicBezTo>
                    <a:pt x="519" y="179"/>
                    <a:pt x="581" y="226"/>
                    <a:pt x="612" y="294"/>
                  </a:cubicBezTo>
                  <a:cubicBezTo>
                    <a:pt x="219" y="457"/>
                    <a:pt x="219" y="457"/>
                    <a:pt x="219" y="457"/>
                  </a:cubicBezTo>
                  <a:cubicBezTo>
                    <a:pt x="208" y="374"/>
                    <a:pt x="230" y="308"/>
                    <a:pt x="265" y="26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6" name="Freeform 10">
              <a:extLst>
                <a:ext uri="{FF2B5EF4-FFF2-40B4-BE49-F238E27FC236}">
                  <a16:creationId xmlns:a16="http://schemas.microsoft.com/office/drawing/2014/main" id="{E093FA7E-6243-55E3-A1D8-E9A2E7479C2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5925" y="1879600"/>
              <a:ext cx="1409700" cy="2030413"/>
            </a:xfrm>
            <a:custGeom>
              <a:avLst/>
              <a:gdLst>
                <a:gd name="T0" fmla="*/ 888 w 888"/>
                <a:gd name="T1" fmla="*/ 1030 h 1279"/>
                <a:gd name="T2" fmla="*/ 274 w 888"/>
                <a:gd name="T3" fmla="*/ 1030 h 1279"/>
                <a:gd name="T4" fmla="*/ 274 w 888"/>
                <a:gd name="T5" fmla="*/ 0 h 1279"/>
                <a:gd name="T6" fmla="*/ 0 w 888"/>
                <a:gd name="T7" fmla="*/ 0 h 1279"/>
                <a:gd name="T8" fmla="*/ 0 w 888"/>
                <a:gd name="T9" fmla="*/ 1279 h 1279"/>
                <a:gd name="T10" fmla="*/ 888 w 888"/>
                <a:gd name="T11" fmla="*/ 1279 h 1279"/>
                <a:gd name="T12" fmla="*/ 888 w 888"/>
                <a:gd name="T13" fmla="*/ 1030 h 1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88" h="1279">
                  <a:moveTo>
                    <a:pt x="888" y="1030"/>
                  </a:moveTo>
                  <a:lnTo>
                    <a:pt x="274" y="1030"/>
                  </a:lnTo>
                  <a:lnTo>
                    <a:pt x="274" y="0"/>
                  </a:lnTo>
                  <a:lnTo>
                    <a:pt x="0" y="0"/>
                  </a:lnTo>
                  <a:lnTo>
                    <a:pt x="0" y="1279"/>
                  </a:lnTo>
                  <a:lnTo>
                    <a:pt x="888" y="1279"/>
                  </a:lnTo>
                  <a:lnTo>
                    <a:pt x="888" y="10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7" name="Freeform 10">
              <a:extLst>
                <a:ext uri="{FF2B5EF4-FFF2-40B4-BE49-F238E27FC236}">
                  <a16:creationId xmlns:a16="http://schemas.microsoft.com/office/drawing/2014/main" id="{882876AE-214A-F90F-FAE5-C3E50982F47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966325" y="2319338"/>
              <a:ext cx="1677988" cy="1617663"/>
            </a:xfrm>
            <a:custGeom>
              <a:avLst/>
              <a:gdLst>
                <a:gd name="T0" fmla="*/ 439 w 881"/>
                <a:gd name="T1" fmla="*/ 848 h 848"/>
                <a:gd name="T2" fmla="*/ 0 w 881"/>
                <a:gd name="T3" fmla="*/ 424 h 848"/>
                <a:gd name="T4" fmla="*/ 442 w 881"/>
                <a:gd name="T5" fmla="*/ 0 h 848"/>
                <a:gd name="T6" fmla="*/ 881 w 881"/>
                <a:gd name="T7" fmla="*/ 424 h 848"/>
                <a:gd name="T8" fmla="*/ 439 w 881"/>
                <a:gd name="T9" fmla="*/ 848 h 848"/>
                <a:gd name="T10" fmla="*/ 439 w 881"/>
                <a:gd name="T11" fmla="*/ 193 h 848"/>
                <a:gd name="T12" fmla="*/ 222 w 881"/>
                <a:gd name="T13" fmla="*/ 424 h 848"/>
                <a:gd name="T14" fmla="*/ 442 w 881"/>
                <a:gd name="T15" fmla="*/ 655 h 848"/>
                <a:gd name="T16" fmla="*/ 659 w 881"/>
                <a:gd name="T17" fmla="*/ 424 h 848"/>
                <a:gd name="T18" fmla="*/ 439 w 881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1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4" y="0"/>
                    <a:pt x="442" y="0"/>
                  </a:cubicBezTo>
                  <a:cubicBezTo>
                    <a:pt x="688" y="0"/>
                    <a:pt x="881" y="184"/>
                    <a:pt x="881" y="424"/>
                  </a:cubicBezTo>
                  <a:cubicBezTo>
                    <a:pt x="881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3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59" y="557"/>
                    <a:pt x="659" y="424"/>
                  </a:cubicBezTo>
                  <a:cubicBezTo>
                    <a:pt x="659" y="295"/>
                    <a:pt x="562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8" name="Freeform 11">
              <a:extLst>
                <a:ext uri="{FF2B5EF4-FFF2-40B4-BE49-F238E27FC236}">
                  <a16:creationId xmlns:a16="http://schemas.microsoft.com/office/drawing/2014/main" id="{75EC1C0B-EC3B-C973-9828-360528AEB96D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64325" y="2319338"/>
              <a:ext cx="1679575" cy="1617663"/>
            </a:xfrm>
            <a:custGeom>
              <a:avLst/>
              <a:gdLst>
                <a:gd name="T0" fmla="*/ 439 w 882"/>
                <a:gd name="T1" fmla="*/ 848 h 848"/>
                <a:gd name="T2" fmla="*/ 0 w 882"/>
                <a:gd name="T3" fmla="*/ 424 h 848"/>
                <a:gd name="T4" fmla="*/ 442 w 882"/>
                <a:gd name="T5" fmla="*/ 0 h 848"/>
                <a:gd name="T6" fmla="*/ 882 w 882"/>
                <a:gd name="T7" fmla="*/ 424 h 848"/>
                <a:gd name="T8" fmla="*/ 439 w 882"/>
                <a:gd name="T9" fmla="*/ 848 h 848"/>
                <a:gd name="T10" fmla="*/ 439 w 882"/>
                <a:gd name="T11" fmla="*/ 193 h 848"/>
                <a:gd name="T12" fmla="*/ 222 w 882"/>
                <a:gd name="T13" fmla="*/ 424 h 848"/>
                <a:gd name="T14" fmla="*/ 442 w 882"/>
                <a:gd name="T15" fmla="*/ 655 h 848"/>
                <a:gd name="T16" fmla="*/ 660 w 882"/>
                <a:gd name="T17" fmla="*/ 424 h 848"/>
                <a:gd name="T18" fmla="*/ 439 w 882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2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5" y="0"/>
                    <a:pt x="442" y="0"/>
                  </a:cubicBezTo>
                  <a:cubicBezTo>
                    <a:pt x="689" y="0"/>
                    <a:pt x="882" y="184"/>
                    <a:pt x="882" y="424"/>
                  </a:cubicBezTo>
                  <a:cubicBezTo>
                    <a:pt x="882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4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60" y="557"/>
                    <a:pt x="660" y="424"/>
                  </a:cubicBezTo>
                  <a:cubicBezTo>
                    <a:pt x="660" y="295"/>
                    <a:pt x="563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</p:grpSp>
    </p:spTree>
    <p:extLst>
      <p:ext uri="{BB962C8B-B14F-4D97-AF65-F5344CB8AC3E}">
        <p14:creationId xmlns:p14="http://schemas.microsoft.com/office/powerpoint/2010/main" val="4016771651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Content_Black">
    <p:bg>
      <p:bgPr>
        <a:solidFill>
          <a:srgbClr val="1E00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28"/>
          <p:cNvSpPr>
            <a:spLocks noGrp="1"/>
          </p:cNvSpPr>
          <p:nvPr>
            <p:ph type="title" hasCustomPrompt="1"/>
          </p:nvPr>
        </p:nvSpPr>
        <p:spPr bwMode="gray">
          <a:xfrm>
            <a:off x="760610" y="442528"/>
            <a:ext cx="10673829" cy="418576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algn="l" defTabSz="1218987" rtl="0" eaLnBrk="1" latinLnBrk="0" hangingPunct="1">
              <a:lnSpc>
                <a:spcPct val="85000"/>
              </a:lnSpc>
              <a:spcBef>
                <a:spcPct val="0"/>
              </a:spcBef>
              <a:buNone/>
              <a:tabLst>
                <a:tab pos="1218987" algn="l"/>
              </a:tabLst>
              <a:defRPr lang="en-US" sz="3200" b="1" kern="1200" cap="none" spc="-150" baseline="0" dirty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22" name="Content Placeholder 2"/>
          <p:cNvSpPr>
            <a:spLocks noGrp="1"/>
          </p:cNvSpPr>
          <p:nvPr>
            <p:ph sz="half" idx="1"/>
          </p:nvPr>
        </p:nvSpPr>
        <p:spPr bwMode="gray">
          <a:xfrm>
            <a:off x="760612" y="1308880"/>
            <a:ext cx="10670778" cy="4787120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lnSpc>
                <a:spcPct val="90000"/>
              </a:lnSpc>
              <a:spcBef>
                <a:spcPts val="1000"/>
              </a:spcBef>
              <a:buClrTx/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  <a:lvl2pPr marL="609493" indent="-228560">
              <a:lnSpc>
                <a:spcPct val="90000"/>
              </a:lnSpc>
              <a:spcBef>
                <a:spcPts val="500"/>
              </a:spcBef>
              <a:buClrTx/>
              <a:buFont typeface="Arial" pitchFamily="34" charset="0"/>
              <a:buChar char="–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2pPr>
            <a:lvl3pPr marL="835938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3pPr>
            <a:lvl4pPr marL="1147033" indent="-156606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4pPr>
            <a:lvl5pPr marL="1445431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B190EFC-69A6-D92C-008E-75B891AE77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9DA9F1-36A0-76F9-4D49-1FFB30F8CFEA}"/>
              </a:ext>
            </a:extLst>
          </p:cNvPr>
          <p:cNvSpPr txBox="1"/>
          <p:nvPr userDrawn="1"/>
        </p:nvSpPr>
        <p:spPr>
          <a:xfrm>
            <a:off x="1602706" y="6401580"/>
            <a:ext cx="411587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2025 Lenovo Internal. All rights reserved.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573FE22-DB46-2221-24B6-EA9CED934BF8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760611" y="6348283"/>
            <a:ext cx="777442" cy="259316"/>
            <a:chOff x="547688" y="952500"/>
            <a:chExt cx="12190413" cy="4067175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4D8FA39-BBC5-4239-E23A-6A96E07DBCB0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47688" y="952500"/>
              <a:ext cx="12190413" cy="40671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1" name="Freeform 7">
              <a:extLst>
                <a:ext uri="{FF2B5EF4-FFF2-40B4-BE49-F238E27FC236}">
                  <a16:creationId xmlns:a16="http://schemas.microsoft.com/office/drawing/2014/main" id="{1E3E6E29-BEC4-288C-B32B-AF774446EFC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922838" y="2319338"/>
              <a:ext cx="1571625" cy="1590675"/>
            </a:xfrm>
            <a:custGeom>
              <a:avLst/>
              <a:gdLst>
                <a:gd name="T0" fmla="*/ 492 w 825"/>
                <a:gd name="T1" fmla="*/ 0 h 834"/>
                <a:gd name="T2" fmla="*/ 225 w 825"/>
                <a:gd name="T3" fmla="*/ 132 h 834"/>
                <a:gd name="T4" fmla="*/ 225 w 825"/>
                <a:gd name="T5" fmla="*/ 132 h 834"/>
                <a:gd name="T6" fmla="*/ 225 w 825"/>
                <a:gd name="T7" fmla="*/ 132 h 834"/>
                <a:gd name="T8" fmla="*/ 225 w 825"/>
                <a:gd name="T9" fmla="*/ 14 h 834"/>
                <a:gd name="T10" fmla="*/ 0 w 825"/>
                <a:gd name="T11" fmla="*/ 14 h 834"/>
                <a:gd name="T12" fmla="*/ 0 w 825"/>
                <a:gd name="T13" fmla="*/ 834 h 834"/>
                <a:gd name="T14" fmla="*/ 225 w 825"/>
                <a:gd name="T15" fmla="*/ 834 h 834"/>
                <a:gd name="T16" fmla="*/ 225 w 825"/>
                <a:gd name="T17" fmla="*/ 367 h 834"/>
                <a:gd name="T18" fmla="*/ 411 w 825"/>
                <a:gd name="T19" fmla="*/ 194 h 834"/>
                <a:gd name="T20" fmla="*/ 600 w 825"/>
                <a:gd name="T21" fmla="*/ 367 h 834"/>
                <a:gd name="T22" fmla="*/ 600 w 825"/>
                <a:gd name="T23" fmla="*/ 834 h 834"/>
                <a:gd name="T24" fmla="*/ 825 w 825"/>
                <a:gd name="T25" fmla="*/ 834 h 834"/>
                <a:gd name="T26" fmla="*/ 825 w 825"/>
                <a:gd name="T27" fmla="*/ 326 h 834"/>
                <a:gd name="T28" fmla="*/ 492 w 825"/>
                <a:gd name="T29" fmla="*/ 0 h 8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25" h="834">
                  <a:moveTo>
                    <a:pt x="492" y="0"/>
                  </a:moveTo>
                  <a:cubicBezTo>
                    <a:pt x="398" y="0"/>
                    <a:pt x="291" y="44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4"/>
                    <a:pt x="225" y="14"/>
                    <a:pt x="225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834"/>
                    <a:pt x="0" y="834"/>
                    <a:pt x="0" y="834"/>
                  </a:cubicBezTo>
                  <a:cubicBezTo>
                    <a:pt x="225" y="834"/>
                    <a:pt x="225" y="834"/>
                    <a:pt x="225" y="834"/>
                  </a:cubicBezTo>
                  <a:cubicBezTo>
                    <a:pt x="225" y="367"/>
                    <a:pt x="225" y="367"/>
                    <a:pt x="225" y="367"/>
                  </a:cubicBezTo>
                  <a:cubicBezTo>
                    <a:pt x="225" y="283"/>
                    <a:pt x="290" y="194"/>
                    <a:pt x="411" y="194"/>
                  </a:cubicBezTo>
                  <a:cubicBezTo>
                    <a:pt x="504" y="194"/>
                    <a:pt x="600" y="259"/>
                    <a:pt x="600" y="367"/>
                  </a:cubicBezTo>
                  <a:cubicBezTo>
                    <a:pt x="600" y="834"/>
                    <a:pt x="600" y="834"/>
                    <a:pt x="600" y="834"/>
                  </a:cubicBezTo>
                  <a:cubicBezTo>
                    <a:pt x="825" y="834"/>
                    <a:pt x="825" y="834"/>
                    <a:pt x="825" y="834"/>
                  </a:cubicBezTo>
                  <a:cubicBezTo>
                    <a:pt x="825" y="326"/>
                    <a:pt x="825" y="326"/>
                    <a:pt x="825" y="326"/>
                  </a:cubicBezTo>
                  <a:cubicBezTo>
                    <a:pt x="825" y="137"/>
                    <a:pt x="690" y="0"/>
                    <a:pt x="492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3" name="Freeform 8">
              <a:extLst>
                <a:ext uri="{FF2B5EF4-FFF2-40B4-BE49-F238E27FC236}">
                  <a16:creationId xmlns:a16="http://schemas.microsoft.com/office/drawing/2014/main" id="{E12B6CAE-326B-E34A-31F1-77AFF35385C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77225" y="2346325"/>
              <a:ext cx="1755775" cy="1563688"/>
            </a:xfrm>
            <a:custGeom>
              <a:avLst/>
              <a:gdLst>
                <a:gd name="T0" fmla="*/ 797 w 1106"/>
                <a:gd name="T1" fmla="*/ 0 h 985"/>
                <a:gd name="T2" fmla="*/ 553 w 1106"/>
                <a:gd name="T3" fmla="*/ 671 h 985"/>
                <a:gd name="T4" fmla="*/ 308 w 1106"/>
                <a:gd name="T5" fmla="*/ 0 h 985"/>
                <a:gd name="T6" fmla="*/ 0 w 1106"/>
                <a:gd name="T7" fmla="*/ 0 h 985"/>
                <a:gd name="T8" fmla="*/ 405 w 1106"/>
                <a:gd name="T9" fmla="*/ 985 h 985"/>
                <a:gd name="T10" fmla="*/ 701 w 1106"/>
                <a:gd name="T11" fmla="*/ 985 h 985"/>
                <a:gd name="T12" fmla="*/ 1106 w 1106"/>
                <a:gd name="T13" fmla="*/ 0 h 985"/>
                <a:gd name="T14" fmla="*/ 797 w 1106"/>
                <a:gd name="T15" fmla="*/ 0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06" h="985">
                  <a:moveTo>
                    <a:pt x="797" y="0"/>
                  </a:moveTo>
                  <a:lnTo>
                    <a:pt x="553" y="671"/>
                  </a:lnTo>
                  <a:lnTo>
                    <a:pt x="308" y="0"/>
                  </a:lnTo>
                  <a:lnTo>
                    <a:pt x="0" y="0"/>
                  </a:lnTo>
                  <a:lnTo>
                    <a:pt x="405" y="985"/>
                  </a:lnTo>
                  <a:lnTo>
                    <a:pt x="701" y="985"/>
                  </a:lnTo>
                  <a:lnTo>
                    <a:pt x="1106" y="0"/>
                  </a:lnTo>
                  <a:lnTo>
                    <a:pt x="79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4" name="Freeform 9">
              <a:extLst>
                <a:ext uri="{FF2B5EF4-FFF2-40B4-BE49-F238E27FC236}">
                  <a16:creationId xmlns:a16="http://schemas.microsoft.com/office/drawing/2014/main" id="{AF684C43-A236-A698-D9CB-1D9BB8955A7D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138488" y="2319338"/>
              <a:ext cx="1630363" cy="1617663"/>
            </a:xfrm>
            <a:custGeom>
              <a:avLst/>
              <a:gdLst>
                <a:gd name="T0" fmla="*/ 697 w 856"/>
                <a:gd name="T1" fmla="*/ 582 h 848"/>
                <a:gd name="T2" fmla="*/ 462 w 856"/>
                <a:gd name="T3" fmla="*/ 669 h 848"/>
                <a:gd name="T4" fmla="*/ 280 w 856"/>
                <a:gd name="T5" fmla="*/ 602 h 848"/>
                <a:gd name="T6" fmla="*/ 856 w 856"/>
                <a:gd name="T7" fmla="*/ 363 h 848"/>
                <a:gd name="T8" fmla="*/ 758 w 856"/>
                <a:gd name="T9" fmla="*/ 135 h 848"/>
                <a:gd name="T10" fmla="*/ 434 w 856"/>
                <a:gd name="T11" fmla="*/ 0 h 848"/>
                <a:gd name="T12" fmla="*/ 0 w 856"/>
                <a:gd name="T13" fmla="*/ 424 h 848"/>
                <a:gd name="T14" fmla="*/ 459 w 856"/>
                <a:gd name="T15" fmla="*/ 848 h 848"/>
                <a:gd name="T16" fmla="*/ 840 w 856"/>
                <a:gd name="T17" fmla="*/ 691 h 848"/>
                <a:gd name="T18" fmla="*/ 697 w 856"/>
                <a:gd name="T19" fmla="*/ 582 h 848"/>
                <a:gd name="T20" fmla="*/ 265 w 856"/>
                <a:gd name="T21" fmla="*/ 261 h 848"/>
                <a:gd name="T22" fmla="*/ 438 w 856"/>
                <a:gd name="T23" fmla="*/ 179 h 848"/>
                <a:gd name="T24" fmla="*/ 612 w 856"/>
                <a:gd name="T25" fmla="*/ 294 h 848"/>
                <a:gd name="T26" fmla="*/ 219 w 856"/>
                <a:gd name="T27" fmla="*/ 457 h 848"/>
                <a:gd name="T28" fmla="*/ 265 w 856"/>
                <a:gd name="T29" fmla="*/ 261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56" h="848">
                  <a:moveTo>
                    <a:pt x="697" y="582"/>
                  </a:moveTo>
                  <a:cubicBezTo>
                    <a:pt x="602" y="652"/>
                    <a:pt x="548" y="669"/>
                    <a:pt x="462" y="669"/>
                  </a:cubicBezTo>
                  <a:cubicBezTo>
                    <a:pt x="384" y="669"/>
                    <a:pt x="323" y="645"/>
                    <a:pt x="280" y="602"/>
                  </a:cubicBezTo>
                  <a:cubicBezTo>
                    <a:pt x="856" y="363"/>
                    <a:pt x="856" y="363"/>
                    <a:pt x="856" y="363"/>
                  </a:cubicBezTo>
                  <a:cubicBezTo>
                    <a:pt x="843" y="275"/>
                    <a:pt x="810" y="195"/>
                    <a:pt x="758" y="135"/>
                  </a:cubicBezTo>
                  <a:cubicBezTo>
                    <a:pt x="682" y="47"/>
                    <a:pt x="570" y="0"/>
                    <a:pt x="434" y="0"/>
                  </a:cubicBezTo>
                  <a:cubicBezTo>
                    <a:pt x="186" y="0"/>
                    <a:pt x="0" y="183"/>
                    <a:pt x="0" y="424"/>
                  </a:cubicBezTo>
                  <a:cubicBezTo>
                    <a:pt x="0" y="672"/>
                    <a:pt x="187" y="848"/>
                    <a:pt x="459" y="848"/>
                  </a:cubicBezTo>
                  <a:cubicBezTo>
                    <a:pt x="611" y="848"/>
                    <a:pt x="767" y="776"/>
                    <a:pt x="840" y="691"/>
                  </a:cubicBezTo>
                  <a:lnTo>
                    <a:pt x="697" y="582"/>
                  </a:lnTo>
                  <a:close/>
                  <a:moveTo>
                    <a:pt x="265" y="261"/>
                  </a:moveTo>
                  <a:cubicBezTo>
                    <a:pt x="303" y="210"/>
                    <a:pt x="364" y="179"/>
                    <a:pt x="438" y="179"/>
                  </a:cubicBezTo>
                  <a:cubicBezTo>
                    <a:pt x="519" y="179"/>
                    <a:pt x="581" y="226"/>
                    <a:pt x="612" y="294"/>
                  </a:cubicBezTo>
                  <a:cubicBezTo>
                    <a:pt x="219" y="457"/>
                    <a:pt x="219" y="457"/>
                    <a:pt x="219" y="457"/>
                  </a:cubicBezTo>
                  <a:cubicBezTo>
                    <a:pt x="208" y="374"/>
                    <a:pt x="230" y="308"/>
                    <a:pt x="265" y="26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5" name="Freeform 10">
              <a:extLst>
                <a:ext uri="{FF2B5EF4-FFF2-40B4-BE49-F238E27FC236}">
                  <a16:creationId xmlns:a16="http://schemas.microsoft.com/office/drawing/2014/main" id="{22E76D79-F84B-B7B3-36C7-DDFA1F84B46F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5925" y="1879600"/>
              <a:ext cx="1409700" cy="2030413"/>
            </a:xfrm>
            <a:custGeom>
              <a:avLst/>
              <a:gdLst>
                <a:gd name="T0" fmla="*/ 888 w 888"/>
                <a:gd name="T1" fmla="*/ 1030 h 1279"/>
                <a:gd name="T2" fmla="*/ 274 w 888"/>
                <a:gd name="T3" fmla="*/ 1030 h 1279"/>
                <a:gd name="T4" fmla="*/ 274 w 888"/>
                <a:gd name="T5" fmla="*/ 0 h 1279"/>
                <a:gd name="T6" fmla="*/ 0 w 888"/>
                <a:gd name="T7" fmla="*/ 0 h 1279"/>
                <a:gd name="T8" fmla="*/ 0 w 888"/>
                <a:gd name="T9" fmla="*/ 1279 h 1279"/>
                <a:gd name="T10" fmla="*/ 888 w 888"/>
                <a:gd name="T11" fmla="*/ 1279 h 1279"/>
                <a:gd name="T12" fmla="*/ 888 w 888"/>
                <a:gd name="T13" fmla="*/ 1030 h 1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88" h="1279">
                  <a:moveTo>
                    <a:pt x="888" y="1030"/>
                  </a:moveTo>
                  <a:lnTo>
                    <a:pt x="274" y="1030"/>
                  </a:lnTo>
                  <a:lnTo>
                    <a:pt x="274" y="0"/>
                  </a:lnTo>
                  <a:lnTo>
                    <a:pt x="0" y="0"/>
                  </a:lnTo>
                  <a:lnTo>
                    <a:pt x="0" y="1279"/>
                  </a:lnTo>
                  <a:lnTo>
                    <a:pt x="888" y="1279"/>
                  </a:lnTo>
                  <a:lnTo>
                    <a:pt x="888" y="10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6" name="Freeform 10">
              <a:extLst>
                <a:ext uri="{FF2B5EF4-FFF2-40B4-BE49-F238E27FC236}">
                  <a16:creationId xmlns:a16="http://schemas.microsoft.com/office/drawing/2014/main" id="{F8B250DB-C361-A6E3-4C85-D21F8209C13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966325" y="2319338"/>
              <a:ext cx="1677988" cy="1617663"/>
            </a:xfrm>
            <a:custGeom>
              <a:avLst/>
              <a:gdLst>
                <a:gd name="T0" fmla="*/ 439 w 881"/>
                <a:gd name="T1" fmla="*/ 848 h 848"/>
                <a:gd name="T2" fmla="*/ 0 w 881"/>
                <a:gd name="T3" fmla="*/ 424 h 848"/>
                <a:gd name="T4" fmla="*/ 442 w 881"/>
                <a:gd name="T5" fmla="*/ 0 h 848"/>
                <a:gd name="T6" fmla="*/ 881 w 881"/>
                <a:gd name="T7" fmla="*/ 424 h 848"/>
                <a:gd name="T8" fmla="*/ 439 w 881"/>
                <a:gd name="T9" fmla="*/ 848 h 848"/>
                <a:gd name="T10" fmla="*/ 439 w 881"/>
                <a:gd name="T11" fmla="*/ 193 h 848"/>
                <a:gd name="T12" fmla="*/ 222 w 881"/>
                <a:gd name="T13" fmla="*/ 424 h 848"/>
                <a:gd name="T14" fmla="*/ 442 w 881"/>
                <a:gd name="T15" fmla="*/ 655 h 848"/>
                <a:gd name="T16" fmla="*/ 659 w 881"/>
                <a:gd name="T17" fmla="*/ 424 h 848"/>
                <a:gd name="T18" fmla="*/ 439 w 881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1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4" y="0"/>
                    <a:pt x="442" y="0"/>
                  </a:cubicBezTo>
                  <a:cubicBezTo>
                    <a:pt x="688" y="0"/>
                    <a:pt x="881" y="184"/>
                    <a:pt x="881" y="424"/>
                  </a:cubicBezTo>
                  <a:cubicBezTo>
                    <a:pt x="881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3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59" y="557"/>
                    <a:pt x="659" y="424"/>
                  </a:cubicBezTo>
                  <a:cubicBezTo>
                    <a:pt x="659" y="295"/>
                    <a:pt x="562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147BE96E-3F4B-84BA-6775-D41FF7C5322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64325" y="2319338"/>
              <a:ext cx="1679575" cy="1617663"/>
            </a:xfrm>
            <a:custGeom>
              <a:avLst/>
              <a:gdLst>
                <a:gd name="T0" fmla="*/ 439 w 882"/>
                <a:gd name="T1" fmla="*/ 848 h 848"/>
                <a:gd name="T2" fmla="*/ 0 w 882"/>
                <a:gd name="T3" fmla="*/ 424 h 848"/>
                <a:gd name="T4" fmla="*/ 442 w 882"/>
                <a:gd name="T5" fmla="*/ 0 h 848"/>
                <a:gd name="T6" fmla="*/ 882 w 882"/>
                <a:gd name="T7" fmla="*/ 424 h 848"/>
                <a:gd name="T8" fmla="*/ 439 w 882"/>
                <a:gd name="T9" fmla="*/ 848 h 848"/>
                <a:gd name="T10" fmla="*/ 439 w 882"/>
                <a:gd name="T11" fmla="*/ 193 h 848"/>
                <a:gd name="T12" fmla="*/ 222 w 882"/>
                <a:gd name="T13" fmla="*/ 424 h 848"/>
                <a:gd name="T14" fmla="*/ 442 w 882"/>
                <a:gd name="T15" fmla="*/ 655 h 848"/>
                <a:gd name="T16" fmla="*/ 660 w 882"/>
                <a:gd name="T17" fmla="*/ 424 h 848"/>
                <a:gd name="T18" fmla="*/ 439 w 882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2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5" y="0"/>
                    <a:pt x="442" y="0"/>
                  </a:cubicBezTo>
                  <a:cubicBezTo>
                    <a:pt x="689" y="0"/>
                    <a:pt x="882" y="184"/>
                    <a:pt x="882" y="424"/>
                  </a:cubicBezTo>
                  <a:cubicBezTo>
                    <a:pt x="882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4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60" y="557"/>
                    <a:pt x="660" y="424"/>
                  </a:cubicBezTo>
                  <a:cubicBezTo>
                    <a:pt x="660" y="295"/>
                    <a:pt x="563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</p:grpSp>
    </p:spTree>
    <p:extLst>
      <p:ext uri="{BB962C8B-B14F-4D97-AF65-F5344CB8AC3E}">
        <p14:creationId xmlns:p14="http://schemas.microsoft.com/office/powerpoint/2010/main" val="1502977704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Subtitle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ontent Placeholder 2"/>
          <p:cNvSpPr>
            <a:spLocks noGrp="1"/>
          </p:cNvSpPr>
          <p:nvPr>
            <p:ph sz="half" idx="1"/>
          </p:nvPr>
        </p:nvSpPr>
        <p:spPr bwMode="gray">
          <a:xfrm>
            <a:off x="760610" y="1749388"/>
            <a:ext cx="10673829" cy="4346612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lnSpc>
                <a:spcPct val="90000"/>
              </a:lnSpc>
              <a:spcBef>
                <a:spcPts val="1000"/>
              </a:spcBef>
              <a:buClrTx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609493" indent="-228560">
              <a:lnSpc>
                <a:spcPct val="90000"/>
              </a:lnSpc>
              <a:spcBef>
                <a:spcPts val="500"/>
              </a:spcBef>
              <a:buClrTx/>
              <a:buFont typeface="Arial" pitchFamily="34" charset="0"/>
              <a:buChar char="–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835938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147033" indent="-156606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1445431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0"/>
          </p:nvPr>
        </p:nvSpPr>
        <p:spPr bwMode="gray">
          <a:xfrm>
            <a:off x="760610" y="931563"/>
            <a:ext cx="10673828" cy="26161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buNone/>
              <a:defRPr sz="2000" b="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itle 28"/>
          <p:cNvSpPr>
            <a:spLocks noGrp="1"/>
          </p:cNvSpPr>
          <p:nvPr>
            <p:ph type="title" hasCustomPrompt="1"/>
          </p:nvPr>
        </p:nvSpPr>
        <p:spPr bwMode="gray">
          <a:xfrm>
            <a:off x="760610" y="442528"/>
            <a:ext cx="10673829" cy="418576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algn="l" defTabSz="1218987" rtl="0" eaLnBrk="1" latinLnBrk="0" hangingPunct="1">
              <a:lnSpc>
                <a:spcPct val="85000"/>
              </a:lnSpc>
              <a:spcBef>
                <a:spcPct val="0"/>
              </a:spcBef>
              <a:buNone/>
              <a:tabLst>
                <a:tab pos="1218987" algn="l"/>
              </a:tabLst>
              <a:defRPr lang="en-US" sz="3200" b="1" kern="1200" cap="none" spc="-150" baseline="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27BD319-CE6A-C56C-FAF4-F7D3C4B20C0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3469680"/>
      </p:ext>
    </p:extLst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Subtitle Content_Black">
    <p:bg>
      <p:bgPr>
        <a:solidFill>
          <a:srgbClr val="1E00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ontent Placeholder 2"/>
          <p:cNvSpPr>
            <a:spLocks noGrp="1"/>
          </p:cNvSpPr>
          <p:nvPr>
            <p:ph sz="half" idx="1"/>
          </p:nvPr>
        </p:nvSpPr>
        <p:spPr bwMode="gray">
          <a:xfrm>
            <a:off x="760610" y="1749389"/>
            <a:ext cx="10673829" cy="4346612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lnSpc>
                <a:spcPct val="90000"/>
              </a:lnSpc>
              <a:spcBef>
                <a:spcPts val="1000"/>
              </a:spcBef>
              <a:buClrTx/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  <a:lvl2pPr marL="609493" indent="-228560">
              <a:lnSpc>
                <a:spcPct val="90000"/>
              </a:lnSpc>
              <a:spcBef>
                <a:spcPts val="500"/>
              </a:spcBef>
              <a:buClrTx/>
              <a:buFont typeface="Arial" pitchFamily="34" charset="0"/>
              <a:buChar char="–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2pPr>
            <a:lvl3pPr marL="835938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3pPr>
            <a:lvl4pPr marL="1147033" indent="-156606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4pPr>
            <a:lvl5pPr marL="1445431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0" hasCustomPrompt="1"/>
          </p:nvPr>
        </p:nvSpPr>
        <p:spPr bwMode="gray">
          <a:xfrm>
            <a:off x="760610" y="931563"/>
            <a:ext cx="10673828" cy="26161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buNone/>
              <a:defRPr sz="2000" b="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itle 28"/>
          <p:cNvSpPr>
            <a:spLocks noGrp="1"/>
          </p:cNvSpPr>
          <p:nvPr>
            <p:ph type="title" hasCustomPrompt="1"/>
          </p:nvPr>
        </p:nvSpPr>
        <p:spPr bwMode="gray">
          <a:xfrm>
            <a:off x="760610" y="442528"/>
            <a:ext cx="10673829" cy="418576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algn="l" defTabSz="1218987" rtl="0" eaLnBrk="1" latinLnBrk="0" hangingPunct="1">
              <a:lnSpc>
                <a:spcPct val="85000"/>
              </a:lnSpc>
              <a:spcBef>
                <a:spcPct val="0"/>
              </a:spcBef>
              <a:buNone/>
              <a:tabLst>
                <a:tab pos="1218987" algn="l"/>
              </a:tabLst>
              <a:defRPr lang="en-US" sz="3200" b="1" kern="1200" cap="none" spc="-150" baseline="0" dirty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2F390D5-FAC3-3E07-D977-2FACDFA7E86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05F3551-81ED-C908-0D9D-64C876F81F0D}"/>
              </a:ext>
            </a:extLst>
          </p:cNvPr>
          <p:cNvSpPr txBox="1"/>
          <p:nvPr userDrawn="1"/>
        </p:nvSpPr>
        <p:spPr>
          <a:xfrm>
            <a:off x="1602706" y="6401580"/>
            <a:ext cx="411587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2025 Lenovo Internal. All rights reserved.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E1D901D-347E-CD3C-E49E-6240407331F6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760611" y="6348283"/>
            <a:ext cx="777442" cy="259316"/>
            <a:chOff x="547688" y="952500"/>
            <a:chExt cx="12190413" cy="4067175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7D379CA7-ADA1-DB35-B963-28B950F90E88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47688" y="952500"/>
              <a:ext cx="12190413" cy="40671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4" name="Freeform 7">
              <a:extLst>
                <a:ext uri="{FF2B5EF4-FFF2-40B4-BE49-F238E27FC236}">
                  <a16:creationId xmlns:a16="http://schemas.microsoft.com/office/drawing/2014/main" id="{6CCA88FD-78DE-CEC8-8BFD-721D475ECD2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922838" y="2319338"/>
              <a:ext cx="1571625" cy="1590675"/>
            </a:xfrm>
            <a:custGeom>
              <a:avLst/>
              <a:gdLst>
                <a:gd name="T0" fmla="*/ 492 w 825"/>
                <a:gd name="T1" fmla="*/ 0 h 834"/>
                <a:gd name="T2" fmla="*/ 225 w 825"/>
                <a:gd name="T3" fmla="*/ 132 h 834"/>
                <a:gd name="T4" fmla="*/ 225 w 825"/>
                <a:gd name="T5" fmla="*/ 132 h 834"/>
                <a:gd name="T6" fmla="*/ 225 w 825"/>
                <a:gd name="T7" fmla="*/ 132 h 834"/>
                <a:gd name="T8" fmla="*/ 225 w 825"/>
                <a:gd name="T9" fmla="*/ 14 h 834"/>
                <a:gd name="T10" fmla="*/ 0 w 825"/>
                <a:gd name="T11" fmla="*/ 14 h 834"/>
                <a:gd name="T12" fmla="*/ 0 w 825"/>
                <a:gd name="T13" fmla="*/ 834 h 834"/>
                <a:gd name="T14" fmla="*/ 225 w 825"/>
                <a:gd name="T15" fmla="*/ 834 h 834"/>
                <a:gd name="T16" fmla="*/ 225 w 825"/>
                <a:gd name="T17" fmla="*/ 367 h 834"/>
                <a:gd name="T18" fmla="*/ 411 w 825"/>
                <a:gd name="T19" fmla="*/ 194 h 834"/>
                <a:gd name="T20" fmla="*/ 600 w 825"/>
                <a:gd name="T21" fmla="*/ 367 h 834"/>
                <a:gd name="T22" fmla="*/ 600 w 825"/>
                <a:gd name="T23" fmla="*/ 834 h 834"/>
                <a:gd name="T24" fmla="*/ 825 w 825"/>
                <a:gd name="T25" fmla="*/ 834 h 834"/>
                <a:gd name="T26" fmla="*/ 825 w 825"/>
                <a:gd name="T27" fmla="*/ 326 h 834"/>
                <a:gd name="T28" fmla="*/ 492 w 825"/>
                <a:gd name="T29" fmla="*/ 0 h 8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25" h="834">
                  <a:moveTo>
                    <a:pt x="492" y="0"/>
                  </a:moveTo>
                  <a:cubicBezTo>
                    <a:pt x="398" y="0"/>
                    <a:pt x="291" y="44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4"/>
                    <a:pt x="225" y="14"/>
                    <a:pt x="225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834"/>
                    <a:pt x="0" y="834"/>
                    <a:pt x="0" y="834"/>
                  </a:cubicBezTo>
                  <a:cubicBezTo>
                    <a:pt x="225" y="834"/>
                    <a:pt x="225" y="834"/>
                    <a:pt x="225" y="834"/>
                  </a:cubicBezTo>
                  <a:cubicBezTo>
                    <a:pt x="225" y="367"/>
                    <a:pt x="225" y="367"/>
                    <a:pt x="225" y="367"/>
                  </a:cubicBezTo>
                  <a:cubicBezTo>
                    <a:pt x="225" y="283"/>
                    <a:pt x="290" y="194"/>
                    <a:pt x="411" y="194"/>
                  </a:cubicBezTo>
                  <a:cubicBezTo>
                    <a:pt x="504" y="194"/>
                    <a:pt x="600" y="259"/>
                    <a:pt x="600" y="367"/>
                  </a:cubicBezTo>
                  <a:cubicBezTo>
                    <a:pt x="600" y="834"/>
                    <a:pt x="600" y="834"/>
                    <a:pt x="600" y="834"/>
                  </a:cubicBezTo>
                  <a:cubicBezTo>
                    <a:pt x="825" y="834"/>
                    <a:pt x="825" y="834"/>
                    <a:pt x="825" y="834"/>
                  </a:cubicBezTo>
                  <a:cubicBezTo>
                    <a:pt x="825" y="326"/>
                    <a:pt x="825" y="326"/>
                    <a:pt x="825" y="326"/>
                  </a:cubicBezTo>
                  <a:cubicBezTo>
                    <a:pt x="825" y="137"/>
                    <a:pt x="690" y="0"/>
                    <a:pt x="492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5" name="Freeform 8">
              <a:extLst>
                <a:ext uri="{FF2B5EF4-FFF2-40B4-BE49-F238E27FC236}">
                  <a16:creationId xmlns:a16="http://schemas.microsoft.com/office/drawing/2014/main" id="{FF7D2711-8021-39A5-678E-CDC6C4470DB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77225" y="2346325"/>
              <a:ext cx="1755775" cy="1563688"/>
            </a:xfrm>
            <a:custGeom>
              <a:avLst/>
              <a:gdLst>
                <a:gd name="T0" fmla="*/ 797 w 1106"/>
                <a:gd name="T1" fmla="*/ 0 h 985"/>
                <a:gd name="T2" fmla="*/ 553 w 1106"/>
                <a:gd name="T3" fmla="*/ 671 h 985"/>
                <a:gd name="T4" fmla="*/ 308 w 1106"/>
                <a:gd name="T5" fmla="*/ 0 h 985"/>
                <a:gd name="T6" fmla="*/ 0 w 1106"/>
                <a:gd name="T7" fmla="*/ 0 h 985"/>
                <a:gd name="T8" fmla="*/ 405 w 1106"/>
                <a:gd name="T9" fmla="*/ 985 h 985"/>
                <a:gd name="T10" fmla="*/ 701 w 1106"/>
                <a:gd name="T11" fmla="*/ 985 h 985"/>
                <a:gd name="T12" fmla="*/ 1106 w 1106"/>
                <a:gd name="T13" fmla="*/ 0 h 985"/>
                <a:gd name="T14" fmla="*/ 797 w 1106"/>
                <a:gd name="T15" fmla="*/ 0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06" h="985">
                  <a:moveTo>
                    <a:pt x="797" y="0"/>
                  </a:moveTo>
                  <a:lnTo>
                    <a:pt x="553" y="671"/>
                  </a:lnTo>
                  <a:lnTo>
                    <a:pt x="308" y="0"/>
                  </a:lnTo>
                  <a:lnTo>
                    <a:pt x="0" y="0"/>
                  </a:lnTo>
                  <a:lnTo>
                    <a:pt x="405" y="985"/>
                  </a:lnTo>
                  <a:lnTo>
                    <a:pt x="701" y="985"/>
                  </a:lnTo>
                  <a:lnTo>
                    <a:pt x="1106" y="0"/>
                  </a:lnTo>
                  <a:lnTo>
                    <a:pt x="79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6" name="Freeform 9">
              <a:extLst>
                <a:ext uri="{FF2B5EF4-FFF2-40B4-BE49-F238E27FC236}">
                  <a16:creationId xmlns:a16="http://schemas.microsoft.com/office/drawing/2014/main" id="{C3BC8212-B451-4273-2728-F59952E7BCE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138488" y="2319338"/>
              <a:ext cx="1630363" cy="1617663"/>
            </a:xfrm>
            <a:custGeom>
              <a:avLst/>
              <a:gdLst>
                <a:gd name="T0" fmla="*/ 697 w 856"/>
                <a:gd name="T1" fmla="*/ 582 h 848"/>
                <a:gd name="T2" fmla="*/ 462 w 856"/>
                <a:gd name="T3" fmla="*/ 669 h 848"/>
                <a:gd name="T4" fmla="*/ 280 w 856"/>
                <a:gd name="T5" fmla="*/ 602 h 848"/>
                <a:gd name="T6" fmla="*/ 856 w 856"/>
                <a:gd name="T7" fmla="*/ 363 h 848"/>
                <a:gd name="T8" fmla="*/ 758 w 856"/>
                <a:gd name="T9" fmla="*/ 135 h 848"/>
                <a:gd name="T10" fmla="*/ 434 w 856"/>
                <a:gd name="T11" fmla="*/ 0 h 848"/>
                <a:gd name="T12" fmla="*/ 0 w 856"/>
                <a:gd name="T13" fmla="*/ 424 h 848"/>
                <a:gd name="T14" fmla="*/ 459 w 856"/>
                <a:gd name="T15" fmla="*/ 848 h 848"/>
                <a:gd name="T16" fmla="*/ 840 w 856"/>
                <a:gd name="T17" fmla="*/ 691 h 848"/>
                <a:gd name="T18" fmla="*/ 697 w 856"/>
                <a:gd name="T19" fmla="*/ 582 h 848"/>
                <a:gd name="T20" fmla="*/ 265 w 856"/>
                <a:gd name="T21" fmla="*/ 261 h 848"/>
                <a:gd name="T22" fmla="*/ 438 w 856"/>
                <a:gd name="T23" fmla="*/ 179 h 848"/>
                <a:gd name="T24" fmla="*/ 612 w 856"/>
                <a:gd name="T25" fmla="*/ 294 h 848"/>
                <a:gd name="T26" fmla="*/ 219 w 856"/>
                <a:gd name="T27" fmla="*/ 457 h 848"/>
                <a:gd name="T28" fmla="*/ 265 w 856"/>
                <a:gd name="T29" fmla="*/ 261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56" h="848">
                  <a:moveTo>
                    <a:pt x="697" y="582"/>
                  </a:moveTo>
                  <a:cubicBezTo>
                    <a:pt x="602" y="652"/>
                    <a:pt x="548" y="669"/>
                    <a:pt x="462" y="669"/>
                  </a:cubicBezTo>
                  <a:cubicBezTo>
                    <a:pt x="384" y="669"/>
                    <a:pt x="323" y="645"/>
                    <a:pt x="280" y="602"/>
                  </a:cubicBezTo>
                  <a:cubicBezTo>
                    <a:pt x="856" y="363"/>
                    <a:pt x="856" y="363"/>
                    <a:pt x="856" y="363"/>
                  </a:cubicBezTo>
                  <a:cubicBezTo>
                    <a:pt x="843" y="275"/>
                    <a:pt x="810" y="195"/>
                    <a:pt x="758" y="135"/>
                  </a:cubicBezTo>
                  <a:cubicBezTo>
                    <a:pt x="682" y="47"/>
                    <a:pt x="570" y="0"/>
                    <a:pt x="434" y="0"/>
                  </a:cubicBezTo>
                  <a:cubicBezTo>
                    <a:pt x="186" y="0"/>
                    <a:pt x="0" y="183"/>
                    <a:pt x="0" y="424"/>
                  </a:cubicBezTo>
                  <a:cubicBezTo>
                    <a:pt x="0" y="672"/>
                    <a:pt x="187" y="848"/>
                    <a:pt x="459" y="848"/>
                  </a:cubicBezTo>
                  <a:cubicBezTo>
                    <a:pt x="611" y="848"/>
                    <a:pt x="767" y="776"/>
                    <a:pt x="840" y="691"/>
                  </a:cubicBezTo>
                  <a:lnTo>
                    <a:pt x="697" y="582"/>
                  </a:lnTo>
                  <a:close/>
                  <a:moveTo>
                    <a:pt x="265" y="261"/>
                  </a:moveTo>
                  <a:cubicBezTo>
                    <a:pt x="303" y="210"/>
                    <a:pt x="364" y="179"/>
                    <a:pt x="438" y="179"/>
                  </a:cubicBezTo>
                  <a:cubicBezTo>
                    <a:pt x="519" y="179"/>
                    <a:pt x="581" y="226"/>
                    <a:pt x="612" y="294"/>
                  </a:cubicBezTo>
                  <a:cubicBezTo>
                    <a:pt x="219" y="457"/>
                    <a:pt x="219" y="457"/>
                    <a:pt x="219" y="457"/>
                  </a:cubicBezTo>
                  <a:cubicBezTo>
                    <a:pt x="208" y="374"/>
                    <a:pt x="230" y="308"/>
                    <a:pt x="265" y="26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7" name="Freeform 10">
              <a:extLst>
                <a:ext uri="{FF2B5EF4-FFF2-40B4-BE49-F238E27FC236}">
                  <a16:creationId xmlns:a16="http://schemas.microsoft.com/office/drawing/2014/main" id="{FE52C8F5-D1FE-4AC8-4162-7CF0174C7F6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5925" y="1879600"/>
              <a:ext cx="1409700" cy="2030413"/>
            </a:xfrm>
            <a:custGeom>
              <a:avLst/>
              <a:gdLst>
                <a:gd name="T0" fmla="*/ 888 w 888"/>
                <a:gd name="T1" fmla="*/ 1030 h 1279"/>
                <a:gd name="T2" fmla="*/ 274 w 888"/>
                <a:gd name="T3" fmla="*/ 1030 h 1279"/>
                <a:gd name="T4" fmla="*/ 274 w 888"/>
                <a:gd name="T5" fmla="*/ 0 h 1279"/>
                <a:gd name="T6" fmla="*/ 0 w 888"/>
                <a:gd name="T7" fmla="*/ 0 h 1279"/>
                <a:gd name="T8" fmla="*/ 0 w 888"/>
                <a:gd name="T9" fmla="*/ 1279 h 1279"/>
                <a:gd name="T10" fmla="*/ 888 w 888"/>
                <a:gd name="T11" fmla="*/ 1279 h 1279"/>
                <a:gd name="T12" fmla="*/ 888 w 888"/>
                <a:gd name="T13" fmla="*/ 1030 h 1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88" h="1279">
                  <a:moveTo>
                    <a:pt x="888" y="1030"/>
                  </a:moveTo>
                  <a:lnTo>
                    <a:pt x="274" y="1030"/>
                  </a:lnTo>
                  <a:lnTo>
                    <a:pt x="274" y="0"/>
                  </a:lnTo>
                  <a:lnTo>
                    <a:pt x="0" y="0"/>
                  </a:lnTo>
                  <a:lnTo>
                    <a:pt x="0" y="1279"/>
                  </a:lnTo>
                  <a:lnTo>
                    <a:pt x="888" y="1279"/>
                  </a:lnTo>
                  <a:lnTo>
                    <a:pt x="888" y="10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8" name="Freeform 10">
              <a:extLst>
                <a:ext uri="{FF2B5EF4-FFF2-40B4-BE49-F238E27FC236}">
                  <a16:creationId xmlns:a16="http://schemas.microsoft.com/office/drawing/2014/main" id="{1B573B61-8792-4F95-2044-72CB5D601800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966325" y="2319338"/>
              <a:ext cx="1677988" cy="1617663"/>
            </a:xfrm>
            <a:custGeom>
              <a:avLst/>
              <a:gdLst>
                <a:gd name="T0" fmla="*/ 439 w 881"/>
                <a:gd name="T1" fmla="*/ 848 h 848"/>
                <a:gd name="T2" fmla="*/ 0 w 881"/>
                <a:gd name="T3" fmla="*/ 424 h 848"/>
                <a:gd name="T4" fmla="*/ 442 w 881"/>
                <a:gd name="T5" fmla="*/ 0 h 848"/>
                <a:gd name="T6" fmla="*/ 881 w 881"/>
                <a:gd name="T7" fmla="*/ 424 h 848"/>
                <a:gd name="T8" fmla="*/ 439 w 881"/>
                <a:gd name="T9" fmla="*/ 848 h 848"/>
                <a:gd name="T10" fmla="*/ 439 w 881"/>
                <a:gd name="T11" fmla="*/ 193 h 848"/>
                <a:gd name="T12" fmla="*/ 222 w 881"/>
                <a:gd name="T13" fmla="*/ 424 h 848"/>
                <a:gd name="T14" fmla="*/ 442 w 881"/>
                <a:gd name="T15" fmla="*/ 655 h 848"/>
                <a:gd name="T16" fmla="*/ 659 w 881"/>
                <a:gd name="T17" fmla="*/ 424 h 848"/>
                <a:gd name="T18" fmla="*/ 439 w 881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1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4" y="0"/>
                    <a:pt x="442" y="0"/>
                  </a:cubicBezTo>
                  <a:cubicBezTo>
                    <a:pt x="688" y="0"/>
                    <a:pt x="881" y="184"/>
                    <a:pt x="881" y="424"/>
                  </a:cubicBezTo>
                  <a:cubicBezTo>
                    <a:pt x="881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3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59" y="557"/>
                    <a:pt x="659" y="424"/>
                  </a:cubicBezTo>
                  <a:cubicBezTo>
                    <a:pt x="659" y="295"/>
                    <a:pt x="562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9" name="Freeform 11">
              <a:extLst>
                <a:ext uri="{FF2B5EF4-FFF2-40B4-BE49-F238E27FC236}">
                  <a16:creationId xmlns:a16="http://schemas.microsoft.com/office/drawing/2014/main" id="{FEFCA5AB-AA3A-875C-1ECF-F75A93964C0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64325" y="2319338"/>
              <a:ext cx="1679575" cy="1617663"/>
            </a:xfrm>
            <a:custGeom>
              <a:avLst/>
              <a:gdLst>
                <a:gd name="T0" fmla="*/ 439 w 882"/>
                <a:gd name="T1" fmla="*/ 848 h 848"/>
                <a:gd name="T2" fmla="*/ 0 w 882"/>
                <a:gd name="T3" fmla="*/ 424 h 848"/>
                <a:gd name="T4" fmla="*/ 442 w 882"/>
                <a:gd name="T5" fmla="*/ 0 h 848"/>
                <a:gd name="T6" fmla="*/ 882 w 882"/>
                <a:gd name="T7" fmla="*/ 424 h 848"/>
                <a:gd name="T8" fmla="*/ 439 w 882"/>
                <a:gd name="T9" fmla="*/ 848 h 848"/>
                <a:gd name="T10" fmla="*/ 439 w 882"/>
                <a:gd name="T11" fmla="*/ 193 h 848"/>
                <a:gd name="T12" fmla="*/ 222 w 882"/>
                <a:gd name="T13" fmla="*/ 424 h 848"/>
                <a:gd name="T14" fmla="*/ 442 w 882"/>
                <a:gd name="T15" fmla="*/ 655 h 848"/>
                <a:gd name="T16" fmla="*/ 660 w 882"/>
                <a:gd name="T17" fmla="*/ 424 h 848"/>
                <a:gd name="T18" fmla="*/ 439 w 882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2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5" y="0"/>
                    <a:pt x="442" y="0"/>
                  </a:cubicBezTo>
                  <a:cubicBezTo>
                    <a:pt x="689" y="0"/>
                    <a:pt x="882" y="184"/>
                    <a:pt x="882" y="424"/>
                  </a:cubicBezTo>
                  <a:cubicBezTo>
                    <a:pt x="882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4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60" y="557"/>
                    <a:pt x="660" y="424"/>
                  </a:cubicBezTo>
                  <a:cubicBezTo>
                    <a:pt x="660" y="295"/>
                    <a:pt x="563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</p:grpSp>
    </p:spTree>
    <p:extLst>
      <p:ext uri="{BB962C8B-B14F-4D97-AF65-F5344CB8AC3E}">
        <p14:creationId xmlns:p14="http://schemas.microsoft.com/office/powerpoint/2010/main" val="525319201"/>
      </p:ext>
    </p:extLst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28"/>
          <p:cNvSpPr>
            <a:spLocks noGrp="1"/>
          </p:cNvSpPr>
          <p:nvPr>
            <p:ph type="title" hasCustomPrompt="1"/>
          </p:nvPr>
        </p:nvSpPr>
        <p:spPr bwMode="gray">
          <a:xfrm>
            <a:off x="760610" y="442528"/>
            <a:ext cx="10673829" cy="418576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algn="l" defTabSz="1218987" rtl="0" eaLnBrk="1" latinLnBrk="0" hangingPunct="1">
              <a:lnSpc>
                <a:spcPct val="85000"/>
              </a:lnSpc>
              <a:spcBef>
                <a:spcPct val="0"/>
              </a:spcBef>
              <a:buNone/>
              <a:tabLst>
                <a:tab pos="1218987" algn="l"/>
              </a:tabLst>
              <a:defRPr lang="en-US" sz="3200" b="1" kern="1200" cap="none" spc="-150" baseline="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16" name="Content Placeholder 2"/>
          <p:cNvSpPr>
            <a:spLocks noGrp="1"/>
          </p:cNvSpPr>
          <p:nvPr>
            <p:ph sz="half" idx="1"/>
          </p:nvPr>
        </p:nvSpPr>
        <p:spPr bwMode="gray">
          <a:xfrm>
            <a:off x="760610" y="1307593"/>
            <a:ext cx="5070324" cy="4788408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lnSpc>
                <a:spcPct val="90000"/>
              </a:lnSpc>
              <a:spcBef>
                <a:spcPts val="1000"/>
              </a:spcBef>
              <a:buClrTx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609493" indent="-228560">
              <a:lnSpc>
                <a:spcPct val="90000"/>
              </a:lnSpc>
              <a:spcBef>
                <a:spcPts val="500"/>
              </a:spcBef>
              <a:buClrTx/>
              <a:buFont typeface="Arial" pitchFamily="34" charset="0"/>
              <a:buChar char="–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835938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147033" indent="-156606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1445431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Content Placeholder 2"/>
          <p:cNvSpPr>
            <a:spLocks noGrp="1"/>
          </p:cNvSpPr>
          <p:nvPr>
            <p:ph sz="half" idx="14"/>
          </p:nvPr>
        </p:nvSpPr>
        <p:spPr bwMode="gray">
          <a:xfrm>
            <a:off x="6340962" y="1307593"/>
            <a:ext cx="5067096" cy="4788408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lnSpc>
                <a:spcPct val="90000"/>
              </a:lnSpc>
              <a:spcBef>
                <a:spcPts val="1000"/>
              </a:spcBef>
              <a:buClrTx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609493" indent="-228560">
              <a:lnSpc>
                <a:spcPct val="90000"/>
              </a:lnSpc>
              <a:spcBef>
                <a:spcPts val="500"/>
              </a:spcBef>
              <a:buClrTx/>
              <a:buFont typeface="Arial" pitchFamily="34" charset="0"/>
              <a:buChar char="–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835938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147033" indent="-156606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1445431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2FE5186-E704-46DB-A234-0339427F829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7653963"/>
      </p:ext>
    </p:extLst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lumn Slide_Black">
    <p:bg>
      <p:bgPr>
        <a:solidFill>
          <a:srgbClr val="1E00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28"/>
          <p:cNvSpPr>
            <a:spLocks noGrp="1"/>
          </p:cNvSpPr>
          <p:nvPr>
            <p:ph type="title" hasCustomPrompt="1"/>
          </p:nvPr>
        </p:nvSpPr>
        <p:spPr bwMode="gray">
          <a:xfrm>
            <a:off x="760611" y="442528"/>
            <a:ext cx="10670780" cy="418576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algn="l" defTabSz="1218987" rtl="0" eaLnBrk="1" latinLnBrk="0" hangingPunct="1">
              <a:lnSpc>
                <a:spcPct val="85000"/>
              </a:lnSpc>
              <a:spcBef>
                <a:spcPct val="0"/>
              </a:spcBef>
              <a:buNone/>
              <a:tabLst>
                <a:tab pos="1218987" algn="l"/>
              </a:tabLst>
              <a:defRPr lang="en-US" sz="3200" b="1" kern="1200" cap="none" spc="-150" baseline="0" dirty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16" name="Content Placeholder 2"/>
          <p:cNvSpPr>
            <a:spLocks noGrp="1"/>
          </p:cNvSpPr>
          <p:nvPr>
            <p:ph sz="half" idx="1"/>
          </p:nvPr>
        </p:nvSpPr>
        <p:spPr bwMode="gray">
          <a:xfrm>
            <a:off x="760610" y="1307594"/>
            <a:ext cx="5070324" cy="4788407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lnSpc>
                <a:spcPct val="90000"/>
              </a:lnSpc>
              <a:spcBef>
                <a:spcPts val="1000"/>
              </a:spcBef>
              <a:buClrTx/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  <a:lvl2pPr marL="609493" indent="-228560">
              <a:lnSpc>
                <a:spcPct val="90000"/>
              </a:lnSpc>
              <a:spcBef>
                <a:spcPts val="500"/>
              </a:spcBef>
              <a:buClrTx/>
              <a:buFont typeface="Arial" pitchFamily="34" charset="0"/>
              <a:buChar char="–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2pPr>
            <a:lvl3pPr marL="835938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3pPr>
            <a:lvl4pPr marL="1147033" indent="-156606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4pPr>
            <a:lvl5pPr marL="1445431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Content Placeholder 2"/>
          <p:cNvSpPr>
            <a:spLocks noGrp="1"/>
          </p:cNvSpPr>
          <p:nvPr>
            <p:ph sz="half" idx="14"/>
          </p:nvPr>
        </p:nvSpPr>
        <p:spPr bwMode="gray">
          <a:xfrm>
            <a:off x="6340962" y="1307594"/>
            <a:ext cx="5067096" cy="4788407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lnSpc>
                <a:spcPct val="90000"/>
              </a:lnSpc>
              <a:spcBef>
                <a:spcPts val="1000"/>
              </a:spcBef>
              <a:buClrTx/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  <a:lvl2pPr marL="609493" indent="-228560">
              <a:lnSpc>
                <a:spcPct val="90000"/>
              </a:lnSpc>
              <a:spcBef>
                <a:spcPts val="500"/>
              </a:spcBef>
              <a:buClrTx/>
              <a:buFont typeface="Arial" pitchFamily="34" charset="0"/>
              <a:buChar char="–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2pPr>
            <a:lvl3pPr marL="835938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3pPr>
            <a:lvl4pPr marL="1147033" indent="-156606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4pPr>
            <a:lvl5pPr marL="1445431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4156568-E050-C688-ED26-0B21D0654CAA}"/>
              </a:ext>
            </a:extLst>
          </p:cNvPr>
          <p:cNvSpPr txBox="1"/>
          <p:nvPr userDrawn="1"/>
        </p:nvSpPr>
        <p:spPr>
          <a:xfrm>
            <a:off x="1602706" y="6401580"/>
            <a:ext cx="411587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2025 Lenovo Internal. All rights reserved.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8432C778-5728-8296-7A9A-58D2F0D46543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760611" y="6348283"/>
            <a:ext cx="777442" cy="259316"/>
            <a:chOff x="547688" y="952500"/>
            <a:chExt cx="12190413" cy="4067175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915A9787-DD7C-7130-A8DF-4C258B1FA48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47688" y="952500"/>
              <a:ext cx="12190413" cy="40671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3" name="Freeform 7">
              <a:extLst>
                <a:ext uri="{FF2B5EF4-FFF2-40B4-BE49-F238E27FC236}">
                  <a16:creationId xmlns:a16="http://schemas.microsoft.com/office/drawing/2014/main" id="{C14D81DD-1F3B-B50D-F43D-3E209D4540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922838" y="2319338"/>
              <a:ext cx="1571625" cy="1590675"/>
            </a:xfrm>
            <a:custGeom>
              <a:avLst/>
              <a:gdLst>
                <a:gd name="T0" fmla="*/ 492 w 825"/>
                <a:gd name="T1" fmla="*/ 0 h 834"/>
                <a:gd name="T2" fmla="*/ 225 w 825"/>
                <a:gd name="T3" fmla="*/ 132 h 834"/>
                <a:gd name="T4" fmla="*/ 225 w 825"/>
                <a:gd name="T5" fmla="*/ 132 h 834"/>
                <a:gd name="T6" fmla="*/ 225 w 825"/>
                <a:gd name="T7" fmla="*/ 132 h 834"/>
                <a:gd name="T8" fmla="*/ 225 w 825"/>
                <a:gd name="T9" fmla="*/ 14 h 834"/>
                <a:gd name="T10" fmla="*/ 0 w 825"/>
                <a:gd name="T11" fmla="*/ 14 h 834"/>
                <a:gd name="T12" fmla="*/ 0 w 825"/>
                <a:gd name="T13" fmla="*/ 834 h 834"/>
                <a:gd name="T14" fmla="*/ 225 w 825"/>
                <a:gd name="T15" fmla="*/ 834 h 834"/>
                <a:gd name="T16" fmla="*/ 225 w 825"/>
                <a:gd name="T17" fmla="*/ 367 h 834"/>
                <a:gd name="T18" fmla="*/ 411 w 825"/>
                <a:gd name="T19" fmla="*/ 194 h 834"/>
                <a:gd name="T20" fmla="*/ 600 w 825"/>
                <a:gd name="T21" fmla="*/ 367 h 834"/>
                <a:gd name="T22" fmla="*/ 600 w 825"/>
                <a:gd name="T23" fmla="*/ 834 h 834"/>
                <a:gd name="T24" fmla="*/ 825 w 825"/>
                <a:gd name="T25" fmla="*/ 834 h 834"/>
                <a:gd name="T26" fmla="*/ 825 w 825"/>
                <a:gd name="T27" fmla="*/ 326 h 834"/>
                <a:gd name="T28" fmla="*/ 492 w 825"/>
                <a:gd name="T29" fmla="*/ 0 h 8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25" h="834">
                  <a:moveTo>
                    <a:pt x="492" y="0"/>
                  </a:moveTo>
                  <a:cubicBezTo>
                    <a:pt x="398" y="0"/>
                    <a:pt x="291" y="44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4"/>
                    <a:pt x="225" y="14"/>
                    <a:pt x="225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834"/>
                    <a:pt x="0" y="834"/>
                    <a:pt x="0" y="834"/>
                  </a:cubicBezTo>
                  <a:cubicBezTo>
                    <a:pt x="225" y="834"/>
                    <a:pt x="225" y="834"/>
                    <a:pt x="225" y="834"/>
                  </a:cubicBezTo>
                  <a:cubicBezTo>
                    <a:pt x="225" y="367"/>
                    <a:pt x="225" y="367"/>
                    <a:pt x="225" y="367"/>
                  </a:cubicBezTo>
                  <a:cubicBezTo>
                    <a:pt x="225" y="283"/>
                    <a:pt x="290" y="194"/>
                    <a:pt x="411" y="194"/>
                  </a:cubicBezTo>
                  <a:cubicBezTo>
                    <a:pt x="504" y="194"/>
                    <a:pt x="600" y="259"/>
                    <a:pt x="600" y="367"/>
                  </a:cubicBezTo>
                  <a:cubicBezTo>
                    <a:pt x="600" y="834"/>
                    <a:pt x="600" y="834"/>
                    <a:pt x="600" y="834"/>
                  </a:cubicBezTo>
                  <a:cubicBezTo>
                    <a:pt x="825" y="834"/>
                    <a:pt x="825" y="834"/>
                    <a:pt x="825" y="834"/>
                  </a:cubicBezTo>
                  <a:cubicBezTo>
                    <a:pt x="825" y="326"/>
                    <a:pt x="825" y="326"/>
                    <a:pt x="825" y="326"/>
                  </a:cubicBezTo>
                  <a:cubicBezTo>
                    <a:pt x="825" y="137"/>
                    <a:pt x="690" y="0"/>
                    <a:pt x="492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F58D34C8-C6F8-F06E-7715-9288F76C9A4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77225" y="2346325"/>
              <a:ext cx="1755775" cy="1563688"/>
            </a:xfrm>
            <a:custGeom>
              <a:avLst/>
              <a:gdLst>
                <a:gd name="T0" fmla="*/ 797 w 1106"/>
                <a:gd name="T1" fmla="*/ 0 h 985"/>
                <a:gd name="T2" fmla="*/ 553 w 1106"/>
                <a:gd name="T3" fmla="*/ 671 h 985"/>
                <a:gd name="T4" fmla="*/ 308 w 1106"/>
                <a:gd name="T5" fmla="*/ 0 h 985"/>
                <a:gd name="T6" fmla="*/ 0 w 1106"/>
                <a:gd name="T7" fmla="*/ 0 h 985"/>
                <a:gd name="T8" fmla="*/ 405 w 1106"/>
                <a:gd name="T9" fmla="*/ 985 h 985"/>
                <a:gd name="T10" fmla="*/ 701 w 1106"/>
                <a:gd name="T11" fmla="*/ 985 h 985"/>
                <a:gd name="T12" fmla="*/ 1106 w 1106"/>
                <a:gd name="T13" fmla="*/ 0 h 985"/>
                <a:gd name="T14" fmla="*/ 797 w 1106"/>
                <a:gd name="T15" fmla="*/ 0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06" h="985">
                  <a:moveTo>
                    <a:pt x="797" y="0"/>
                  </a:moveTo>
                  <a:lnTo>
                    <a:pt x="553" y="671"/>
                  </a:lnTo>
                  <a:lnTo>
                    <a:pt x="308" y="0"/>
                  </a:lnTo>
                  <a:lnTo>
                    <a:pt x="0" y="0"/>
                  </a:lnTo>
                  <a:lnTo>
                    <a:pt x="405" y="985"/>
                  </a:lnTo>
                  <a:lnTo>
                    <a:pt x="701" y="985"/>
                  </a:lnTo>
                  <a:lnTo>
                    <a:pt x="1106" y="0"/>
                  </a:lnTo>
                  <a:lnTo>
                    <a:pt x="79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5" name="Freeform 9">
              <a:extLst>
                <a:ext uri="{FF2B5EF4-FFF2-40B4-BE49-F238E27FC236}">
                  <a16:creationId xmlns:a16="http://schemas.microsoft.com/office/drawing/2014/main" id="{6107FD63-81FF-191D-0B53-F42767D14F25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138488" y="2319338"/>
              <a:ext cx="1630363" cy="1617663"/>
            </a:xfrm>
            <a:custGeom>
              <a:avLst/>
              <a:gdLst>
                <a:gd name="T0" fmla="*/ 697 w 856"/>
                <a:gd name="T1" fmla="*/ 582 h 848"/>
                <a:gd name="T2" fmla="*/ 462 w 856"/>
                <a:gd name="T3" fmla="*/ 669 h 848"/>
                <a:gd name="T4" fmla="*/ 280 w 856"/>
                <a:gd name="T5" fmla="*/ 602 h 848"/>
                <a:gd name="T6" fmla="*/ 856 w 856"/>
                <a:gd name="T7" fmla="*/ 363 h 848"/>
                <a:gd name="T8" fmla="*/ 758 w 856"/>
                <a:gd name="T9" fmla="*/ 135 h 848"/>
                <a:gd name="T10" fmla="*/ 434 w 856"/>
                <a:gd name="T11" fmla="*/ 0 h 848"/>
                <a:gd name="T12" fmla="*/ 0 w 856"/>
                <a:gd name="T13" fmla="*/ 424 h 848"/>
                <a:gd name="T14" fmla="*/ 459 w 856"/>
                <a:gd name="T15" fmla="*/ 848 h 848"/>
                <a:gd name="T16" fmla="*/ 840 w 856"/>
                <a:gd name="T17" fmla="*/ 691 h 848"/>
                <a:gd name="T18" fmla="*/ 697 w 856"/>
                <a:gd name="T19" fmla="*/ 582 h 848"/>
                <a:gd name="T20" fmla="*/ 265 w 856"/>
                <a:gd name="T21" fmla="*/ 261 h 848"/>
                <a:gd name="T22" fmla="*/ 438 w 856"/>
                <a:gd name="T23" fmla="*/ 179 h 848"/>
                <a:gd name="T24" fmla="*/ 612 w 856"/>
                <a:gd name="T25" fmla="*/ 294 h 848"/>
                <a:gd name="T26" fmla="*/ 219 w 856"/>
                <a:gd name="T27" fmla="*/ 457 h 848"/>
                <a:gd name="T28" fmla="*/ 265 w 856"/>
                <a:gd name="T29" fmla="*/ 261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56" h="848">
                  <a:moveTo>
                    <a:pt x="697" y="582"/>
                  </a:moveTo>
                  <a:cubicBezTo>
                    <a:pt x="602" y="652"/>
                    <a:pt x="548" y="669"/>
                    <a:pt x="462" y="669"/>
                  </a:cubicBezTo>
                  <a:cubicBezTo>
                    <a:pt x="384" y="669"/>
                    <a:pt x="323" y="645"/>
                    <a:pt x="280" y="602"/>
                  </a:cubicBezTo>
                  <a:cubicBezTo>
                    <a:pt x="856" y="363"/>
                    <a:pt x="856" y="363"/>
                    <a:pt x="856" y="363"/>
                  </a:cubicBezTo>
                  <a:cubicBezTo>
                    <a:pt x="843" y="275"/>
                    <a:pt x="810" y="195"/>
                    <a:pt x="758" y="135"/>
                  </a:cubicBezTo>
                  <a:cubicBezTo>
                    <a:pt x="682" y="47"/>
                    <a:pt x="570" y="0"/>
                    <a:pt x="434" y="0"/>
                  </a:cubicBezTo>
                  <a:cubicBezTo>
                    <a:pt x="186" y="0"/>
                    <a:pt x="0" y="183"/>
                    <a:pt x="0" y="424"/>
                  </a:cubicBezTo>
                  <a:cubicBezTo>
                    <a:pt x="0" y="672"/>
                    <a:pt x="187" y="848"/>
                    <a:pt x="459" y="848"/>
                  </a:cubicBezTo>
                  <a:cubicBezTo>
                    <a:pt x="611" y="848"/>
                    <a:pt x="767" y="776"/>
                    <a:pt x="840" y="691"/>
                  </a:cubicBezTo>
                  <a:lnTo>
                    <a:pt x="697" y="582"/>
                  </a:lnTo>
                  <a:close/>
                  <a:moveTo>
                    <a:pt x="265" y="261"/>
                  </a:moveTo>
                  <a:cubicBezTo>
                    <a:pt x="303" y="210"/>
                    <a:pt x="364" y="179"/>
                    <a:pt x="438" y="179"/>
                  </a:cubicBezTo>
                  <a:cubicBezTo>
                    <a:pt x="519" y="179"/>
                    <a:pt x="581" y="226"/>
                    <a:pt x="612" y="294"/>
                  </a:cubicBezTo>
                  <a:cubicBezTo>
                    <a:pt x="219" y="457"/>
                    <a:pt x="219" y="457"/>
                    <a:pt x="219" y="457"/>
                  </a:cubicBezTo>
                  <a:cubicBezTo>
                    <a:pt x="208" y="374"/>
                    <a:pt x="230" y="308"/>
                    <a:pt x="265" y="26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6" name="Freeform 10">
              <a:extLst>
                <a:ext uri="{FF2B5EF4-FFF2-40B4-BE49-F238E27FC236}">
                  <a16:creationId xmlns:a16="http://schemas.microsoft.com/office/drawing/2014/main" id="{54F87762-C44E-A3F8-3E3D-46E96847746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5925" y="1879600"/>
              <a:ext cx="1409700" cy="2030413"/>
            </a:xfrm>
            <a:custGeom>
              <a:avLst/>
              <a:gdLst>
                <a:gd name="T0" fmla="*/ 888 w 888"/>
                <a:gd name="T1" fmla="*/ 1030 h 1279"/>
                <a:gd name="T2" fmla="*/ 274 w 888"/>
                <a:gd name="T3" fmla="*/ 1030 h 1279"/>
                <a:gd name="T4" fmla="*/ 274 w 888"/>
                <a:gd name="T5" fmla="*/ 0 h 1279"/>
                <a:gd name="T6" fmla="*/ 0 w 888"/>
                <a:gd name="T7" fmla="*/ 0 h 1279"/>
                <a:gd name="T8" fmla="*/ 0 w 888"/>
                <a:gd name="T9" fmla="*/ 1279 h 1279"/>
                <a:gd name="T10" fmla="*/ 888 w 888"/>
                <a:gd name="T11" fmla="*/ 1279 h 1279"/>
                <a:gd name="T12" fmla="*/ 888 w 888"/>
                <a:gd name="T13" fmla="*/ 1030 h 1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88" h="1279">
                  <a:moveTo>
                    <a:pt x="888" y="1030"/>
                  </a:moveTo>
                  <a:lnTo>
                    <a:pt x="274" y="1030"/>
                  </a:lnTo>
                  <a:lnTo>
                    <a:pt x="274" y="0"/>
                  </a:lnTo>
                  <a:lnTo>
                    <a:pt x="0" y="0"/>
                  </a:lnTo>
                  <a:lnTo>
                    <a:pt x="0" y="1279"/>
                  </a:lnTo>
                  <a:lnTo>
                    <a:pt x="888" y="1279"/>
                  </a:lnTo>
                  <a:lnTo>
                    <a:pt x="888" y="10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7" name="Freeform 10">
              <a:extLst>
                <a:ext uri="{FF2B5EF4-FFF2-40B4-BE49-F238E27FC236}">
                  <a16:creationId xmlns:a16="http://schemas.microsoft.com/office/drawing/2014/main" id="{C9782FAE-D7D9-18FB-6538-0F3C12A16CBB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966325" y="2319338"/>
              <a:ext cx="1677988" cy="1617663"/>
            </a:xfrm>
            <a:custGeom>
              <a:avLst/>
              <a:gdLst>
                <a:gd name="T0" fmla="*/ 439 w 881"/>
                <a:gd name="T1" fmla="*/ 848 h 848"/>
                <a:gd name="T2" fmla="*/ 0 w 881"/>
                <a:gd name="T3" fmla="*/ 424 h 848"/>
                <a:gd name="T4" fmla="*/ 442 w 881"/>
                <a:gd name="T5" fmla="*/ 0 h 848"/>
                <a:gd name="T6" fmla="*/ 881 w 881"/>
                <a:gd name="T7" fmla="*/ 424 h 848"/>
                <a:gd name="T8" fmla="*/ 439 w 881"/>
                <a:gd name="T9" fmla="*/ 848 h 848"/>
                <a:gd name="T10" fmla="*/ 439 w 881"/>
                <a:gd name="T11" fmla="*/ 193 h 848"/>
                <a:gd name="T12" fmla="*/ 222 w 881"/>
                <a:gd name="T13" fmla="*/ 424 h 848"/>
                <a:gd name="T14" fmla="*/ 442 w 881"/>
                <a:gd name="T15" fmla="*/ 655 h 848"/>
                <a:gd name="T16" fmla="*/ 659 w 881"/>
                <a:gd name="T17" fmla="*/ 424 h 848"/>
                <a:gd name="T18" fmla="*/ 439 w 881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1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4" y="0"/>
                    <a:pt x="442" y="0"/>
                  </a:cubicBezTo>
                  <a:cubicBezTo>
                    <a:pt x="688" y="0"/>
                    <a:pt x="881" y="184"/>
                    <a:pt x="881" y="424"/>
                  </a:cubicBezTo>
                  <a:cubicBezTo>
                    <a:pt x="881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3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59" y="557"/>
                    <a:pt x="659" y="424"/>
                  </a:cubicBezTo>
                  <a:cubicBezTo>
                    <a:pt x="659" y="295"/>
                    <a:pt x="562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8" name="Freeform 11">
              <a:extLst>
                <a:ext uri="{FF2B5EF4-FFF2-40B4-BE49-F238E27FC236}">
                  <a16:creationId xmlns:a16="http://schemas.microsoft.com/office/drawing/2014/main" id="{0396B2B4-C495-974A-4A3B-44C71DDB916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64325" y="2319338"/>
              <a:ext cx="1679575" cy="1617663"/>
            </a:xfrm>
            <a:custGeom>
              <a:avLst/>
              <a:gdLst>
                <a:gd name="T0" fmla="*/ 439 w 882"/>
                <a:gd name="T1" fmla="*/ 848 h 848"/>
                <a:gd name="T2" fmla="*/ 0 w 882"/>
                <a:gd name="T3" fmla="*/ 424 h 848"/>
                <a:gd name="T4" fmla="*/ 442 w 882"/>
                <a:gd name="T5" fmla="*/ 0 h 848"/>
                <a:gd name="T6" fmla="*/ 882 w 882"/>
                <a:gd name="T7" fmla="*/ 424 h 848"/>
                <a:gd name="T8" fmla="*/ 439 w 882"/>
                <a:gd name="T9" fmla="*/ 848 h 848"/>
                <a:gd name="T10" fmla="*/ 439 w 882"/>
                <a:gd name="T11" fmla="*/ 193 h 848"/>
                <a:gd name="T12" fmla="*/ 222 w 882"/>
                <a:gd name="T13" fmla="*/ 424 h 848"/>
                <a:gd name="T14" fmla="*/ 442 w 882"/>
                <a:gd name="T15" fmla="*/ 655 h 848"/>
                <a:gd name="T16" fmla="*/ 660 w 882"/>
                <a:gd name="T17" fmla="*/ 424 h 848"/>
                <a:gd name="T18" fmla="*/ 439 w 882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2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5" y="0"/>
                    <a:pt x="442" y="0"/>
                  </a:cubicBezTo>
                  <a:cubicBezTo>
                    <a:pt x="689" y="0"/>
                    <a:pt x="882" y="184"/>
                    <a:pt x="882" y="424"/>
                  </a:cubicBezTo>
                  <a:cubicBezTo>
                    <a:pt x="882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4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60" y="557"/>
                    <a:pt x="660" y="424"/>
                  </a:cubicBezTo>
                  <a:cubicBezTo>
                    <a:pt x="660" y="295"/>
                    <a:pt x="563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1D52F52-4191-E70A-A15D-3F4D0CF0AA2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4435983"/>
      </p:ext>
    </p:extLst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28"/>
          <p:cNvSpPr>
            <a:spLocks noGrp="1"/>
          </p:cNvSpPr>
          <p:nvPr>
            <p:ph type="title" hasCustomPrompt="1"/>
          </p:nvPr>
        </p:nvSpPr>
        <p:spPr bwMode="gray">
          <a:xfrm>
            <a:off x="760610" y="442528"/>
            <a:ext cx="10673829" cy="418576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algn="l" defTabSz="1218987" rtl="0" eaLnBrk="1" latinLnBrk="0" hangingPunct="1">
              <a:lnSpc>
                <a:spcPct val="85000"/>
              </a:lnSpc>
              <a:spcBef>
                <a:spcPct val="0"/>
              </a:spcBef>
              <a:buNone/>
              <a:tabLst>
                <a:tab pos="1218987" algn="l"/>
              </a:tabLst>
              <a:defRPr lang="en-US" sz="3200" b="1" kern="1200" cap="none" spc="-150" baseline="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16" name="Content Placeholder 2"/>
          <p:cNvSpPr>
            <a:spLocks noGrp="1"/>
          </p:cNvSpPr>
          <p:nvPr>
            <p:ph sz="half" idx="1"/>
          </p:nvPr>
        </p:nvSpPr>
        <p:spPr bwMode="gray">
          <a:xfrm>
            <a:off x="760611" y="1307594"/>
            <a:ext cx="3343142" cy="4788407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lnSpc>
                <a:spcPct val="90000"/>
              </a:lnSpc>
              <a:spcBef>
                <a:spcPts val="1000"/>
              </a:spcBef>
              <a:buClrTx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609493" indent="-228560">
              <a:lnSpc>
                <a:spcPct val="90000"/>
              </a:lnSpc>
              <a:spcBef>
                <a:spcPts val="500"/>
              </a:spcBef>
              <a:buClrTx/>
              <a:buFont typeface="Arial" pitchFamily="34" charset="0"/>
              <a:buChar char="–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835938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147033" indent="-156606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1445431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2"/>
          <p:cNvSpPr>
            <a:spLocks noGrp="1"/>
          </p:cNvSpPr>
          <p:nvPr>
            <p:ph sz="half" idx="10"/>
          </p:nvPr>
        </p:nvSpPr>
        <p:spPr bwMode="gray">
          <a:xfrm>
            <a:off x="4378398" y="1307594"/>
            <a:ext cx="3344059" cy="4788407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lnSpc>
                <a:spcPct val="90000"/>
              </a:lnSpc>
              <a:spcBef>
                <a:spcPts val="1000"/>
              </a:spcBef>
              <a:buClrTx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609493" indent="-228560">
              <a:lnSpc>
                <a:spcPct val="90000"/>
              </a:lnSpc>
              <a:spcBef>
                <a:spcPts val="500"/>
              </a:spcBef>
              <a:buClrTx/>
              <a:buFont typeface="Arial" pitchFamily="34" charset="0"/>
              <a:buChar char="–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835938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147033" indent="-156606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1445431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sz="half" idx="11"/>
          </p:nvPr>
        </p:nvSpPr>
        <p:spPr bwMode="gray">
          <a:xfrm>
            <a:off x="8017903" y="1307594"/>
            <a:ext cx="3416536" cy="4788407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lnSpc>
                <a:spcPct val="90000"/>
              </a:lnSpc>
              <a:spcBef>
                <a:spcPts val="1000"/>
              </a:spcBef>
              <a:buClrTx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609493" indent="-228560">
              <a:lnSpc>
                <a:spcPct val="90000"/>
              </a:lnSpc>
              <a:spcBef>
                <a:spcPts val="500"/>
              </a:spcBef>
              <a:buClrTx/>
              <a:buFont typeface="Arial" pitchFamily="34" charset="0"/>
              <a:buChar char="–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835938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147033" indent="-156606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1445431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C61C74C-45BE-3DE8-0DFD-4B97D814F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4080077"/>
      </p:ext>
    </p:extLst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ree Column Slide_Black">
    <p:bg>
      <p:bgPr>
        <a:solidFill>
          <a:srgbClr val="1E00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28"/>
          <p:cNvSpPr>
            <a:spLocks noGrp="1"/>
          </p:cNvSpPr>
          <p:nvPr>
            <p:ph type="title" hasCustomPrompt="1"/>
          </p:nvPr>
        </p:nvSpPr>
        <p:spPr bwMode="gray">
          <a:xfrm>
            <a:off x="760610" y="442528"/>
            <a:ext cx="10673829" cy="418576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algn="l" defTabSz="1218987" rtl="0" eaLnBrk="1" latinLnBrk="0" hangingPunct="1">
              <a:lnSpc>
                <a:spcPct val="85000"/>
              </a:lnSpc>
              <a:spcBef>
                <a:spcPct val="0"/>
              </a:spcBef>
              <a:buNone/>
              <a:tabLst>
                <a:tab pos="1218987" algn="l"/>
              </a:tabLst>
              <a:defRPr lang="en-US" sz="3200" b="1" kern="1200" cap="none" spc="-150" baseline="0" dirty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16" name="Content Placeholder 2"/>
          <p:cNvSpPr>
            <a:spLocks noGrp="1"/>
          </p:cNvSpPr>
          <p:nvPr>
            <p:ph sz="half" idx="1"/>
          </p:nvPr>
        </p:nvSpPr>
        <p:spPr bwMode="gray">
          <a:xfrm>
            <a:off x="760611" y="1307594"/>
            <a:ext cx="3343142" cy="4788407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lnSpc>
                <a:spcPct val="90000"/>
              </a:lnSpc>
              <a:spcBef>
                <a:spcPts val="1000"/>
              </a:spcBef>
              <a:buClrTx/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  <a:lvl2pPr marL="609493" indent="-228560">
              <a:lnSpc>
                <a:spcPct val="90000"/>
              </a:lnSpc>
              <a:spcBef>
                <a:spcPts val="500"/>
              </a:spcBef>
              <a:buClrTx/>
              <a:buFont typeface="Arial" pitchFamily="34" charset="0"/>
              <a:buChar char="–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2pPr>
            <a:lvl3pPr marL="835938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3pPr>
            <a:lvl4pPr marL="1147033" indent="-156606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4pPr>
            <a:lvl5pPr marL="1445431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2"/>
          <p:cNvSpPr>
            <a:spLocks noGrp="1"/>
          </p:cNvSpPr>
          <p:nvPr>
            <p:ph sz="half" idx="10"/>
          </p:nvPr>
        </p:nvSpPr>
        <p:spPr bwMode="gray">
          <a:xfrm>
            <a:off x="4378399" y="1307594"/>
            <a:ext cx="3343142" cy="4788407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lnSpc>
                <a:spcPct val="90000"/>
              </a:lnSpc>
              <a:spcBef>
                <a:spcPts val="1000"/>
              </a:spcBef>
              <a:buClrTx/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  <a:lvl2pPr marL="609493" indent="-228560">
              <a:lnSpc>
                <a:spcPct val="90000"/>
              </a:lnSpc>
              <a:spcBef>
                <a:spcPts val="500"/>
              </a:spcBef>
              <a:buClrTx/>
              <a:buFont typeface="Arial" pitchFamily="34" charset="0"/>
              <a:buChar char="–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2pPr>
            <a:lvl3pPr marL="835938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3pPr>
            <a:lvl4pPr marL="1147033" indent="-156606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4pPr>
            <a:lvl5pPr marL="1445431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sz="half" idx="11"/>
          </p:nvPr>
        </p:nvSpPr>
        <p:spPr bwMode="gray">
          <a:xfrm>
            <a:off x="8017903" y="1307594"/>
            <a:ext cx="3416536" cy="4788407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lnSpc>
                <a:spcPct val="90000"/>
              </a:lnSpc>
              <a:spcBef>
                <a:spcPts val="1000"/>
              </a:spcBef>
              <a:buClrTx/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  <a:lvl2pPr marL="609493" indent="-228560">
              <a:lnSpc>
                <a:spcPct val="90000"/>
              </a:lnSpc>
              <a:spcBef>
                <a:spcPts val="500"/>
              </a:spcBef>
              <a:buClrTx/>
              <a:buFont typeface="Arial" pitchFamily="34" charset="0"/>
              <a:buChar char="–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2pPr>
            <a:lvl3pPr marL="835938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3pPr>
            <a:lvl4pPr marL="1147033" indent="-156606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4pPr>
            <a:lvl5pPr marL="1445431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C06526B-689D-F225-B2C2-E0BBC08CF3D7}"/>
              </a:ext>
            </a:extLst>
          </p:cNvPr>
          <p:cNvSpPr txBox="1"/>
          <p:nvPr userDrawn="1"/>
        </p:nvSpPr>
        <p:spPr>
          <a:xfrm>
            <a:off x="1602706" y="6401580"/>
            <a:ext cx="411587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2025 Lenovo Internal. All rights reserved.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B227283-6F61-7A48-A890-A6560B0C46EE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760611" y="6348283"/>
            <a:ext cx="777442" cy="259316"/>
            <a:chOff x="547688" y="952500"/>
            <a:chExt cx="12190413" cy="406717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65B243C2-75F5-6AC0-1833-76F42C53A2A8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47688" y="952500"/>
              <a:ext cx="12190413" cy="40671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5" name="Freeform 7">
              <a:extLst>
                <a:ext uri="{FF2B5EF4-FFF2-40B4-BE49-F238E27FC236}">
                  <a16:creationId xmlns:a16="http://schemas.microsoft.com/office/drawing/2014/main" id="{3D61DFCD-9B7B-9CEE-09F1-B3FFBCEC4B6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922838" y="2319338"/>
              <a:ext cx="1571625" cy="1590675"/>
            </a:xfrm>
            <a:custGeom>
              <a:avLst/>
              <a:gdLst>
                <a:gd name="T0" fmla="*/ 492 w 825"/>
                <a:gd name="T1" fmla="*/ 0 h 834"/>
                <a:gd name="T2" fmla="*/ 225 w 825"/>
                <a:gd name="T3" fmla="*/ 132 h 834"/>
                <a:gd name="T4" fmla="*/ 225 w 825"/>
                <a:gd name="T5" fmla="*/ 132 h 834"/>
                <a:gd name="T6" fmla="*/ 225 w 825"/>
                <a:gd name="T7" fmla="*/ 132 h 834"/>
                <a:gd name="T8" fmla="*/ 225 w 825"/>
                <a:gd name="T9" fmla="*/ 14 h 834"/>
                <a:gd name="T10" fmla="*/ 0 w 825"/>
                <a:gd name="T11" fmla="*/ 14 h 834"/>
                <a:gd name="T12" fmla="*/ 0 w 825"/>
                <a:gd name="T13" fmla="*/ 834 h 834"/>
                <a:gd name="T14" fmla="*/ 225 w 825"/>
                <a:gd name="T15" fmla="*/ 834 h 834"/>
                <a:gd name="T16" fmla="*/ 225 w 825"/>
                <a:gd name="T17" fmla="*/ 367 h 834"/>
                <a:gd name="T18" fmla="*/ 411 w 825"/>
                <a:gd name="T19" fmla="*/ 194 h 834"/>
                <a:gd name="T20" fmla="*/ 600 w 825"/>
                <a:gd name="T21" fmla="*/ 367 h 834"/>
                <a:gd name="T22" fmla="*/ 600 w 825"/>
                <a:gd name="T23" fmla="*/ 834 h 834"/>
                <a:gd name="T24" fmla="*/ 825 w 825"/>
                <a:gd name="T25" fmla="*/ 834 h 834"/>
                <a:gd name="T26" fmla="*/ 825 w 825"/>
                <a:gd name="T27" fmla="*/ 326 h 834"/>
                <a:gd name="T28" fmla="*/ 492 w 825"/>
                <a:gd name="T29" fmla="*/ 0 h 8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25" h="834">
                  <a:moveTo>
                    <a:pt x="492" y="0"/>
                  </a:moveTo>
                  <a:cubicBezTo>
                    <a:pt x="398" y="0"/>
                    <a:pt x="291" y="44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4"/>
                    <a:pt x="225" y="14"/>
                    <a:pt x="225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834"/>
                    <a:pt x="0" y="834"/>
                    <a:pt x="0" y="834"/>
                  </a:cubicBezTo>
                  <a:cubicBezTo>
                    <a:pt x="225" y="834"/>
                    <a:pt x="225" y="834"/>
                    <a:pt x="225" y="834"/>
                  </a:cubicBezTo>
                  <a:cubicBezTo>
                    <a:pt x="225" y="367"/>
                    <a:pt x="225" y="367"/>
                    <a:pt x="225" y="367"/>
                  </a:cubicBezTo>
                  <a:cubicBezTo>
                    <a:pt x="225" y="283"/>
                    <a:pt x="290" y="194"/>
                    <a:pt x="411" y="194"/>
                  </a:cubicBezTo>
                  <a:cubicBezTo>
                    <a:pt x="504" y="194"/>
                    <a:pt x="600" y="259"/>
                    <a:pt x="600" y="367"/>
                  </a:cubicBezTo>
                  <a:cubicBezTo>
                    <a:pt x="600" y="834"/>
                    <a:pt x="600" y="834"/>
                    <a:pt x="600" y="834"/>
                  </a:cubicBezTo>
                  <a:cubicBezTo>
                    <a:pt x="825" y="834"/>
                    <a:pt x="825" y="834"/>
                    <a:pt x="825" y="834"/>
                  </a:cubicBezTo>
                  <a:cubicBezTo>
                    <a:pt x="825" y="326"/>
                    <a:pt x="825" y="326"/>
                    <a:pt x="825" y="326"/>
                  </a:cubicBezTo>
                  <a:cubicBezTo>
                    <a:pt x="825" y="137"/>
                    <a:pt x="690" y="0"/>
                    <a:pt x="492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6" name="Freeform 8">
              <a:extLst>
                <a:ext uri="{FF2B5EF4-FFF2-40B4-BE49-F238E27FC236}">
                  <a16:creationId xmlns:a16="http://schemas.microsoft.com/office/drawing/2014/main" id="{2E7D430F-6BD5-C242-3242-1C4393E85FE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77225" y="2346325"/>
              <a:ext cx="1755775" cy="1563688"/>
            </a:xfrm>
            <a:custGeom>
              <a:avLst/>
              <a:gdLst>
                <a:gd name="T0" fmla="*/ 797 w 1106"/>
                <a:gd name="T1" fmla="*/ 0 h 985"/>
                <a:gd name="T2" fmla="*/ 553 w 1106"/>
                <a:gd name="T3" fmla="*/ 671 h 985"/>
                <a:gd name="T4" fmla="*/ 308 w 1106"/>
                <a:gd name="T5" fmla="*/ 0 h 985"/>
                <a:gd name="T6" fmla="*/ 0 w 1106"/>
                <a:gd name="T7" fmla="*/ 0 h 985"/>
                <a:gd name="T8" fmla="*/ 405 w 1106"/>
                <a:gd name="T9" fmla="*/ 985 h 985"/>
                <a:gd name="T10" fmla="*/ 701 w 1106"/>
                <a:gd name="T11" fmla="*/ 985 h 985"/>
                <a:gd name="T12" fmla="*/ 1106 w 1106"/>
                <a:gd name="T13" fmla="*/ 0 h 985"/>
                <a:gd name="T14" fmla="*/ 797 w 1106"/>
                <a:gd name="T15" fmla="*/ 0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06" h="985">
                  <a:moveTo>
                    <a:pt x="797" y="0"/>
                  </a:moveTo>
                  <a:lnTo>
                    <a:pt x="553" y="671"/>
                  </a:lnTo>
                  <a:lnTo>
                    <a:pt x="308" y="0"/>
                  </a:lnTo>
                  <a:lnTo>
                    <a:pt x="0" y="0"/>
                  </a:lnTo>
                  <a:lnTo>
                    <a:pt x="405" y="985"/>
                  </a:lnTo>
                  <a:lnTo>
                    <a:pt x="701" y="985"/>
                  </a:lnTo>
                  <a:lnTo>
                    <a:pt x="1106" y="0"/>
                  </a:lnTo>
                  <a:lnTo>
                    <a:pt x="79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7" name="Freeform 9">
              <a:extLst>
                <a:ext uri="{FF2B5EF4-FFF2-40B4-BE49-F238E27FC236}">
                  <a16:creationId xmlns:a16="http://schemas.microsoft.com/office/drawing/2014/main" id="{15AA8EC8-6FD0-6F7C-5280-A51D2311775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138488" y="2319338"/>
              <a:ext cx="1630363" cy="1617663"/>
            </a:xfrm>
            <a:custGeom>
              <a:avLst/>
              <a:gdLst>
                <a:gd name="T0" fmla="*/ 697 w 856"/>
                <a:gd name="T1" fmla="*/ 582 h 848"/>
                <a:gd name="T2" fmla="*/ 462 w 856"/>
                <a:gd name="T3" fmla="*/ 669 h 848"/>
                <a:gd name="T4" fmla="*/ 280 w 856"/>
                <a:gd name="T5" fmla="*/ 602 h 848"/>
                <a:gd name="T6" fmla="*/ 856 w 856"/>
                <a:gd name="T7" fmla="*/ 363 h 848"/>
                <a:gd name="T8" fmla="*/ 758 w 856"/>
                <a:gd name="T9" fmla="*/ 135 h 848"/>
                <a:gd name="T10" fmla="*/ 434 w 856"/>
                <a:gd name="T11" fmla="*/ 0 h 848"/>
                <a:gd name="T12" fmla="*/ 0 w 856"/>
                <a:gd name="T13" fmla="*/ 424 h 848"/>
                <a:gd name="T14" fmla="*/ 459 w 856"/>
                <a:gd name="T15" fmla="*/ 848 h 848"/>
                <a:gd name="T16" fmla="*/ 840 w 856"/>
                <a:gd name="T17" fmla="*/ 691 h 848"/>
                <a:gd name="T18" fmla="*/ 697 w 856"/>
                <a:gd name="T19" fmla="*/ 582 h 848"/>
                <a:gd name="T20" fmla="*/ 265 w 856"/>
                <a:gd name="T21" fmla="*/ 261 h 848"/>
                <a:gd name="T22" fmla="*/ 438 w 856"/>
                <a:gd name="T23" fmla="*/ 179 h 848"/>
                <a:gd name="T24" fmla="*/ 612 w 856"/>
                <a:gd name="T25" fmla="*/ 294 h 848"/>
                <a:gd name="T26" fmla="*/ 219 w 856"/>
                <a:gd name="T27" fmla="*/ 457 h 848"/>
                <a:gd name="T28" fmla="*/ 265 w 856"/>
                <a:gd name="T29" fmla="*/ 261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56" h="848">
                  <a:moveTo>
                    <a:pt x="697" y="582"/>
                  </a:moveTo>
                  <a:cubicBezTo>
                    <a:pt x="602" y="652"/>
                    <a:pt x="548" y="669"/>
                    <a:pt x="462" y="669"/>
                  </a:cubicBezTo>
                  <a:cubicBezTo>
                    <a:pt x="384" y="669"/>
                    <a:pt x="323" y="645"/>
                    <a:pt x="280" y="602"/>
                  </a:cubicBezTo>
                  <a:cubicBezTo>
                    <a:pt x="856" y="363"/>
                    <a:pt x="856" y="363"/>
                    <a:pt x="856" y="363"/>
                  </a:cubicBezTo>
                  <a:cubicBezTo>
                    <a:pt x="843" y="275"/>
                    <a:pt x="810" y="195"/>
                    <a:pt x="758" y="135"/>
                  </a:cubicBezTo>
                  <a:cubicBezTo>
                    <a:pt x="682" y="47"/>
                    <a:pt x="570" y="0"/>
                    <a:pt x="434" y="0"/>
                  </a:cubicBezTo>
                  <a:cubicBezTo>
                    <a:pt x="186" y="0"/>
                    <a:pt x="0" y="183"/>
                    <a:pt x="0" y="424"/>
                  </a:cubicBezTo>
                  <a:cubicBezTo>
                    <a:pt x="0" y="672"/>
                    <a:pt x="187" y="848"/>
                    <a:pt x="459" y="848"/>
                  </a:cubicBezTo>
                  <a:cubicBezTo>
                    <a:pt x="611" y="848"/>
                    <a:pt x="767" y="776"/>
                    <a:pt x="840" y="691"/>
                  </a:cubicBezTo>
                  <a:lnTo>
                    <a:pt x="697" y="582"/>
                  </a:lnTo>
                  <a:close/>
                  <a:moveTo>
                    <a:pt x="265" y="261"/>
                  </a:moveTo>
                  <a:cubicBezTo>
                    <a:pt x="303" y="210"/>
                    <a:pt x="364" y="179"/>
                    <a:pt x="438" y="179"/>
                  </a:cubicBezTo>
                  <a:cubicBezTo>
                    <a:pt x="519" y="179"/>
                    <a:pt x="581" y="226"/>
                    <a:pt x="612" y="294"/>
                  </a:cubicBezTo>
                  <a:cubicBezTo>
                    <a:pt x="219" y="457"/>
                    <a:pt x="219" y="457"/>
                    <a:pt x="219" y="457"/>
                  </a:cubicBezTo>
                  <a:cubicBezTo>
                    <a:pt x="208" y="374"/>
                    <a:pt x="230" y="308"/>
                    <a:pt x="265" y="26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8" name="Freeform 10">
              <a:extLst>
                <a:ext uri="{FF2B5EF4-FFF2-40B4-BE49-F238E27FC236}">
                  <a16:creationId xmlns:a16="http://schemas.microsoft.com/office/drawing/2014/main" id="{E7CAAC3B-4107-FAE2-2BB7-B0E46A4F5E4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5925" y="1879600"/>
              <a:ext cx="1409700" cy="2030413"/>
            </a:xfrm>
            <a:custGeom>
              <a:avLst/>
              <a:gdLst>
                <a:gd name="T0" fmla="*/ 888 w 888"/>
                <a:gd name="T1" fmla="*/ 1030 h 1279"/>
                <a:gd name="T2" fmla="*/ 274 w 888"/>
                <a:gd name="T3" fmla="*/ 1030 h 1279"/>
                <a:gd name="T4" fmla="*/ 274 w 888"/>
                <a:gd name="T5" fmla="*/ 0 h 1279"/>
                <a:gd name="T6" fmla="*/ 0 w 888"/>
                <a:gd name="T7" fmla="*/ 0 h 1279"/>
                <a:gd name="T8" fmla="*/ 0 w 888"/>
                <a:gd name="T9" fmla="*/ 1279 h 1279"/>
                <a:gd name="T10" fmla="*/ 888 w 888"/>
                <a:gd name="T11" fmla="*/ 1279 h 1279"/>
                <a:gd name="T12" fmla="*/ 888 w 888"/>
                <a:gd name="T13" fmla="*/ 1030 h 1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88" h="1279">
                  <a:moveTo>
                    <a:pt x="888" y="1030"/>
                  </a:moveTo>
                  <a:lnTo>
                    <a:pt x="274" y="1030"/>
                  </a:lnTo>
                  <a:lnTo>
                    <a:pt x="274" y="0"/>
                  </a:lnTo>
                  <a:lnTo>
                    <a:pt x="0" y="0"/>
                  </a:lnTo>
                  <a:lnTo>
                    <a:pt x="0" y="1279"/>
                  </a:lnTo>
                  <a:lnTo>
                    <a:pt x="888" y="1279"/>
                  </a:lnTo>
                  <a:lnTo>
                    <a:pt x="888" y="10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9" name="Freeform 10">
              <a:extLst>
                <a:ext uri="{FF2B5EF4-FFF2-40B4-BE49-F238E27FC236}">
                  <a16:creationId xmlns:a16="http://schemas.microsoft.com/office/drawing/2014/main" id="{F163CF3C-7F65-26FA-53B9-F3B8000834C4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966325" y="2319338"/>
              <a:ext cx="1677988" cy="1617663"/>
            </a:xfrm>
            <a:custGeom>
              <a:avLst/>
              <a:gdLst>
                <a:gd name="T0" fmla="*/ 439 w 881"/>
                <a:gd name="T1" fmla="*/ 848 h 848"/>
                <a:gd name="T2" fmla="*/ 0 w 881"/>
                <a:gd name="T3" fmla="*/ 424 h 848"/>
                <a:gd name="T4" fmla="*/ 442 w 881"/>
                <a:gd name="T5" fmla="*/ 0 h 848"/>
                <a:gd name="T6" fmla="*/ 881 w 881"/>
                <a:gd name="T7" fmla="*/ 424 h 848"/>
                <a:gd name="T8" fmla="*/ 439 w 881"/>
                <a:gd name="T9" fmla="*/ 848 h 848"/>
                <a:gd name="T10" fmla="*/ 439 w 881"/>
                <a:gd name="T11" fmla="*/ 193 h 848"/>
                <a:gd name="T12" fmla="*/ 222 w 881"/>
                <a:gd name="T13" fmla="*/ 424 h 848"/>
                <a:gd name="T14" fmla="*/ 442 w 881"/>
                <a:gd name="T15" fmla="*/ 655 h 848"/>
                <a:gd name="T16" fmla="*/ 659 w 881"/>
                <a:gd name="T17" fmla="*/ 424 h 848"/>
                <a:gd name="T18" fmla="*/ 439 w 881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1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4" y="0"/>
                    <a:pt x="442" y="0"/>
                  </a:cubicBezTo>
                  <a:cubicBezTo>
                    <a:pt x="688" y="0"/>
                    <a:pt x="881" y="184"/>
                    <a:pt x="881" y="424"/>
                  </a:cubicBezTo>
                  <a:cubicBezTo>
                    <a:pt x="881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3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59" y="557"/>
                    <a:pt x="659" y="424"/>
                  </a:cubicBezTo>
                  <a:cubicBezTo>
                    <a:pt x="659" y="295"/>
                    <a:pt x="562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30" name="Freeform 11">
              <a:extLst>
                <a:ext uri="{FF2B5EF4-FFF2-40B4-BE49-F238E27FC236}">
                  <a16:creationId xmlns:a16="http://schemas.microsoft.com/office/drawing/2014/main" id="{FA837C5D-6026-3DC8-E17F-DE9A1A33373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64325" y="2319338"/>
              <a:ext cx="1679575" cy="1617663"/>
            </a:xfrm>
            <a:custGeom>
              <a:avLst/>
              <a:gdLst>
                <a:gd name="T0" fmla="*/ 439 w 882"/>
                <a:gd name="T1" fmla="*/ 848 h 848"/>
                <a:gd name="T2" fmla="*/ 0 w 882"/>
                <a:gd name="T3" fmla="*/ 424 h 848"/>
                <a:gd name="T4" fmla="*/ 442 w 882"/>
                <a:gd name="T5" fmla="*/ 0 h 848"/>
                <a:gd name="T6" fmla="*/ 882 w 882"/>
                <a:gd name="T7" fmla="*/ 424 h 848"/>
                <a:gd name="T8" fmla="*/ 439 w 882"/>
                <a:gd name="T9" fmla="*/ 848 h 848"/>
                <a:gd name="T10" fmla="*/ 439 w 882"/>
                <a:gd name="T11" fmla="*/ 193 h 848"/>
                <a:gd name="T12" fmla="*/ 222 w 882"/>
                <a:gd name="T13" fmla="*/ 424 h 848"/>
                <a:gd name="T14" fmla="*/ 442 w 882"/>
                <a:gd name="T15" fmla="*/ 655 h 848"/>
                <a:gd name="T16" fmla="*/ 660 w 882"/>
                <a:gd name="T17" fmla="*/ 424 h 848"/>
                <a:gd name="T18" fmla="*/ 439 w 882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2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5" y="0"/>
                    <a:pt x="442" y="0"/>
                  </a:cubicBezTo>
                  <a:cubicBezTo>
                    <a:pt x="689" y="0"/>
                    <a:pt x="882" y="184"/>
                    <a:pt x="882" y="424"/>
                  </a:cubicBezTo>
                  <a:cubicBezTo>
                    <a:pt x="882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4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60" y="557"/>
                    <a:pt x="660" y="424"/>
                  </a:cubicBezTo>
                  <a:cubicBezTo>
                    <a:pt x="660" y="295"/>
                    <a:pt x="563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A92B045-EC23-B30D-E716-8FEBB279E8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3601077"/>
      </p:ext>
    </p:extLst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/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28"/>
          <p:cNvSpPr>
            <a:spLocks noGrp="1"/>
          </p:cNvSpPr>
          <p:nvPr>
            <p:ph type="title" hasCustomPrompt="1"/>
          </p:nvPr>
        </p:nvSpPr>
        <p:spPr bwMode="gray">
          <a:xfrm>
            <a:off x="760611" y="442528"/>
            <a:ext cx="5725006" cy="418576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algn="l" defTabSz="1218987" rtl="0" eaLnBrk="1" latinLnBrk="0" hangingPunct="1">
              <a:lnSpc>
                <a:spcPct val="85000"/>
              </a:lnSpc>
              <a:spcBef>
                <a:spcPct val="0"/>
              </a:spcBef>
              <a:buNone/>
              <a:tabLst>
                <a:tab pos="1218987" algn="l"/>
              </a:tabLst>
              <a:defRPr lang="en-US" sz="3200" b="1" kern="1200" cap="none" spc="-150" baseline="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16" name="Content Placeholder 2"/>
          <p:cNvSpPr>
            <a:spLocks noGrp="1"/>
          </p:cNvSpPr>
          <p:nvPr>
            <p:ph sz="half" idx="1"/>
          </p:nvPr>
        </p:nvSpPr>
        <p:spPr bwMode="gray">
          <a:xfrm>
            <a:off x="760611" y="1307593"/>
            <a:ext cx="5725006" cy="4788408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lnSpc>
                <a:spcPct val="90000"/>
              </a:lnSpc>
              <a:spcBef>
                <a:spcPts val="1000"/>
              </a:spcBef>
              <a:buClrTx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609493" indent="-228560">
              <a:lnSpc>
                <a:spcPct val="90000"/>
              </a:lnSpc>
              <a:spcBef>
                <a:spcPts val="500"/>
              </a:spcBef>
              <a:buClrTx/>
              <a:buFont typeface="Arial" pitchFamily="34" charset="0"/>
              <a:buChar char="–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835938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147033" indent="-156606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1445431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Picture Placeholder 8"/>
          <p:cNvSpPr>
            <a:spLocks noGrp="1"/>
          </p:cNvSpPr>
          <p:nvPr>
            <p:ph type="pic" sz="quarter" idx="16"/>
          </p:nvPr>
        </p:nvSpPr>
        <p:spPr>
          <a:xfrm>
            <a:off x="6858199" y="0"/>
            <a:ext cx="5333800" cy="6858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8F3C117-A202-AC1A-30DA-A95049B2670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0543504"/>
      </p:ext>
    </p:extLst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/Image_Black">
    <p:bg>
      <p:bgPr>
        <a:solidFill>
          <a:srgbClr val="1E00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28"/>
          <p:cNvSpPr>
            <a:spLocks noGrp="1"/>
          </p:cNvSpPr>
          <p:nvPr>
            <p:ph type="title" hasCustomPrompt="1"/>
          </p:nvPr>
        </p:nvSpPr>
        <p:spPr bwMode="gray">
          <a:xfrm>
            <a:off x="760611" y="442528"/>
            <a:ext cx="5725006" cy="418576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algn="l" defTabSz="1218987" rtl="0" eaLnBrk="1" latinLnBrk="0" hangingPunct="1">
              <a:lnSpc>
                <a:spcPct val="85000"/>
              </a:lnSpc>
              <a:spcBef>
                <a:spcPct val="0"/>
              </a:spcBef>
              <a:buNone/>
              <a:tabLst>
                <a:tab pos="1218987" algn="l"/>
              </a:tabLst>
              <a:defRPr lang="en-US" sz="3200" b="1" kern="1200" cap="none" spc="-150" baseline="0" dirty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16" name="Content Placeholder 2"/>
          <p:cNvSpPr>
            <a:spLocks noGrp="1"/>
          </p:cNvSpPr>
          <p:nvPr>
            <p:ph sz="half" idx="1"/>
          </p:nvPr>
        </p:nvSpPr>
        <p:spPr bwMode="gray">
          <a:xfrm>
            <a:off x="760611" y="1307593"/>
            <a:ext cx="5725006" cy="4919589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lnSpc>
                <a:spcPct val="90000"/>
              </a:lnSpc>
              <a:spcBef>
                <a:spcPts val="1000"/>
              </a:spcBef>
              <a:buClrTx/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  <a:lvl2pPr marL="609493" indent="-228560">
              <a:lnSpc>
                <a:spcPct val="90000"/>
              </a:lnSpc>
              <a:spcBef>
                <a:spcPts val="500"/>
              </a:spcBef>
              <a:buClrTx/>
              <a:buFont typeface="Arial" pitchFamily="34" charset="0"/>
              <a:buChar char="–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2pPr>
            <a:lvl3pPr marL="835938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3pPr>
            <a:lvl4pPr marL="1147033" indent="-156606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4pPr>
            <a:lvl5pPr marL="1445431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Picture Placeholder 8"/>
          <p:cNvSpPr>
            <a:spLocks noGrp="1"/>
          </p:cNvSpPr>
          <p:nvPr>
            <p:ph type="pic" sz="quarter" idx="16"/>
          </p:nvPr>
        </p:nvSpPr>
        <p:spPr>
          <a:xfrm>
            <a:off x="6858199" y="0"/>
            <a:ext cx="5333800" cy="6858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A088EC-A7D4-9C0A-C322-1161E9EFEA5E}"/>
              </a:ext>
            </a:extLst>
          </p:cNvPr>
          <p:cNvSpPr txBox="1"/>
          <p:nvPr userDrawn="1"/>
        </p:nvSpPr>
        <p:spPr>
          <a:xfrm>
            <a:off x="1602706" y="6401580"/>
            <a:ext cx="411587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2025 Lenovo Internal. All rights reserved.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4EA4AC3-3E83-652D-5977-C213932004B2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760611" y="6348283"/>
            <a:ext cx="777442" cy="259316"/>
            <a:chOff x="547688" y="952500"/>
            <a:chExt cx="12190413" cy="4067175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86C692C7-AF24-D9BB-14D5-5012A2169814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47688" y="952500"/>
              <a:ext cx="12190413" cy="40671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8" name="Freeform 7">
              <a:extLst>
                <a:ext uri="{FF2B5EF4-FFF2-40B4-BE49-F238E27FC236}">
                  <a16:creationId xmlns:a16="http://schemas.microsoft.com/office/drawing/2014/main" id="{5C4F613F-1DD6-3F3D-9BAE-708257885F1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922838" y="2319338"/>
              <a:ext cx="1571625" cy="1590675"/>
            </a:xfrm>
            <a:custGeom>
              <a:avLst/>
              <a:gdLst>
                <a:gd name="T0" fmla="*/ 492 w 825"/>
                <a:gd name="T1" fmla="*/ 0 h 834"/>
                <a:gd name="T2" fmla="*/ 225 w 825"/>
                <a:gd name="T3" fmla="*/ 132 h 834"/>
                <a:gd name="T4" fmla="*/ 225 w 825"/>
                <a:gd name="T5" fmla="*/ 132 h 834"/>
                <a:gd name="T6" fmla="*/ 225 w 825"/>
                <a:gd name="T7" fmla="*/ 132 h 834"/>
                <a:gd name="T8" fmla="*/ 225 w 825"/>
                <a:gd name="T9" fmla="*/ 14 h 834"/>
                <a:gd name="T10" fmla="*/ 0 w 825"/>
                <a:gd name="T11" fmla="*/ 14 h 834"/>
                <a:gd name="T12" fmla="*/ 0 w 825"/>
                <a:gd name="T13" fmla="*/ 834 h 834"/>
                <a:gd name="T14" fmla="*/ 225 w 825"/>
                <a:gd name="T15" fmla="*/ 834 h 834"/>
                <a:gd name="T16" fmla="*/ 225 w 825"/>
                <a:gd name="T17" fmla="*/ 367 h 834"/>
                <a:gd name="T18" fmla="*/ 411 w 825"/>
                <a:gd name="T19" fmla="*/ 194 h 834"/>
                <a:gd name="T20" fmla="*/ 600 w 825"/>
                <a:gd name="T21" fmla="*/ 367 h 834"/>
                <a:gd name="T22" fmla="*/ 600 w 825"/>
                <a:gd name="T23" fmla="*/ 834 h 834"/>
                <a:gd name="T24" fmla="*/ 825 w 825"/>
                <a:gd name="T25" fmla="*/ 834 h 834"/>
                <a:gd name="T26" fmla="*/ 825 w 825"/>
                <a:gd name="T27" fmla="*/ 326 h 834"/>
                <a:gd name="T28" fmla="*/ 492 w 825"/>
                <a:gd name="T29" fmla="*/ 0 h 8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25" h="834">
                  <a:moveTo>
                    <a:pt x="492" y="0"/>
                  </a:moveTo>
                  <a:cubicBezTo>
                    <a:pt x="398" y="0"/>
                    <a:pt x="291" y="44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4"/>
                    <a:pt x="225" y="14"/>
                    <a:pt x="225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834"/>
                    <a:pt x="0" y="834"/>
                    <a:pt x="0" y="834"/>
                  </a:cubicBezTo>
                  <a:cubicBezTo>
                    <a:pt x="225" y="834"/>
                    <a:pt x="225" y="834"/>
                    <a:pt x="225" y="834"/>
                  </a:cubicBezTo>
                  <a:cubicBezTo>
                    <a:pt x="225" y="367"/>
                    <a:pt x="225" y="367"/>
                    <a:pt x="225" y="367"/>
                  </a:cubicBezTo>
                  <a:cubicBezTo>
                    <a:pt x="225" y="283"/>
                    <a:pt x="290" y="194"/>
                    <a:pt x="411" y="194"/>
                  </a:cubicBezTo>
                  <a:cubicBezTo>
                    <a:pt x="504" y="194"/>
                    <a:pt x="600" y="259"/>
                    <a:pt x="600" y="367"/>
                  </a:cubicBezTo>
                  <a:cubicBezTo>
                    <a:pt x="600" y="834"/>
                    <a:pt x="600" y="834"/>
                    <a:pt x="600" y="834"/>
                  </a:cubicBezTo>
                  <a:cubicBezTo>
                    <a:pt x="825" y="834"/>
                    <a:pt x="825" y="834"/>
                    <a:pt x="825" y="834"/>
                  </a:cubicBezTo>
                  <a:cubicBezTo>
                    <a:pt x="825" y="326"/>
                    <a:pt x="825" y="326"/>
                    <a:pt x="825" y="326"/>
                  </a:cubicBezTo>
                  <a:cubicBezTo>
                    <a:pt x="825" y="137"/>
                    <a:pt x="690" y="0"/>
                    <a:pt x="492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9" name="Freeform 8">
              <a:extLst>
                <a:ext uri="{FF2B5EF4-FFF2-40B4-BE49-F238E27FC236}">
                  <a16:creationId xmlns:a16="http://schemas.microsoft.com/office/drawing/2014/main" id="{78F30CC7-8DA5-9459-5823-3D7027574B6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77225" y="2346325"/>
              <a:ext cx="1755775" cy="1563688"/>
            </a:xfrm>
            <a:custGeom>
              <a:avLst/>
              <a:gdLst>
                <a:gd name="T0" fmla="*/ 797 w 1106"/>
                <a:gd name="T1" fmla="*/ 0 h 985"/>
                <a:gd name="T2" fmla="*/ 553 w 1106"/>
                <a:gd name="T3" fmla="*/ 671 h 985"/>
                <a:gd name="T4" fmla="*/ 308 w 1106"/>
                <a:gd name="T5" fmla="*/ 0 h 985"/>
                <a:gd name="T6" fmla="*/ 0 w 1106"/>
                <a:gd name="T7" fmla="*/ 0 h 985"/>
                <a:gd name="T8" fmla="*/ 405 w 1106"/>
                <a:gd name="T9" fmla="*/ 985 h 985"/>
                <a:gd name="T10" fmla="*/ 701 w 1106"/>
                <a:gd name="T11" fmla="*/ 985 h 985"/>
                <a:gd name="T12" fmla="*/ 1106 w 1106"/>
                <a:gd name="T13" fmla="*/ 0 h 985"/>
                <a:gd name="T14" fmla="*/ 797 w 1106"/>
                <a:gd name="T15" fmla="*/ 0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06" h="985">
                  <a:moveTo>
                    <a:pt x="797" y="0"/>
                  </a:moveTo>
                  <a:lnTo>
                    <a:pt x="553" y="671"/>
                  </a:lnTo>
                  <a:lnTo>
                    <a:pt x="308" y="0"/>
                  </a:lnTo>
                  <a:lnTo>
                    <a:pt x="0" y="0"/>
                  </a:lnTo>
                  <a:lnTo>
                    <a:pt x="405" y="985"/>
                  </a:lnTo>
                  <a:lnTo>
                    <a:pt x="701" y="985"/>
                  </a:lnTo>
                  <a:lnTo>
                    <a:pt x="1106" y="0"/>
                  </a:lnTo>
                  <a:lnTo>
                    <a:pt x="79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30" name="Freeform 9">
              <a:extLst>
                <a:ext uri="{FF2B5EF4-FFF2-40B4-BE49-F238E27FC236}">
                  <a16:creationId xmlns:a16="http://schemas.microsoft.com/office/drawing/2014/main" id="{9549D5A1-8221-2608-197C-70D3E119DD3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138488" y="2319338"/>
              <a:ext cx="1630363" cy="1617663"/>
            </a:xfrm>
            <a:custGeom>
              <a:avLst/>
              <a:gdLst>
                <a:gd name="T0" fmla="*/ 697 w 856"/>
                <a:gd name="T1" fmla="*/ 582 h 848"/>
                <a:gd name="T2" fmla="*/ 462 w 856"/>
                <a:gd name="T3" fmla="*/ 669 h 848"/>
                <a:gd name="T4" fmla="*/ 280 w 856"/>
                <a:gd name="T5" fmla="*/ 602 h 848"/>
                <a:gd name="T6" fmla="*/ 856 w 856"/>
                <a:gd name="T7" fmla="*/ 363 h 848"/>
                <a:gd name="T8" fmla="*/ 758 w 856"/>
                <a:gd name="T9" fmla="*/ 135 h 848"/>
                <a:gd name="T10" fmla="*/ 434 w 856"/>
                <a:gd name="T11" fmla="*/ 0 h 848"/>
                <a:gd name="T12" fmla="*/ 0 w 856"/>
                <a:gd name="T13" fmla="*/ 424 h 848"/>
                <a:gd name="T14" fmla="*/ 459 w 856"/>
                <a:gd name="T15" fmla="*/ 848 h 848"/>
                <a:gd name="T16" fmla="*/ 840 w 856"/>
                <a:gd name="T17" fmla="*/ 691 h 848"/>
                <a:gd name="T18" fmla="*/ 697 w 856"/>
                <a:gd name="T19" fmla="*/ 582 h 848"/>
                <a:gd name="T20" fmla="*/ 265 w 856"/>
                <a:gd name="T21" fmla="*/ 261 h 848"/>
                <a:gd name="T22" fmla="*/ 438 w 856"/>
                <a:gd name="T23" fmla="*/ 179 h 848"/>
                <a:gd name="T24" fmla="*/ 612 w 856"/>
                <a:gd name="T25" fmla="*/ 294 h 848"/>
                <a:gd name="T26" fmla="*/ 219 w 856"/>
                <a:gd name="T27" fmla="*/ 457 h 848"/>
                <a:gd name="T28" fmla="*/ 265 w 856"/>
                <a:gd name="T29" fmla="*/ 261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56" h="848">
                  <a:moveTo>
                    <a:pt x="697" y="582"/>
                  </a:moveTo>
                  <a:cubicBezTo>
                    <a:pt x="602" y="652"/>
                    <a:pt x="548" y="669"/>
                    <a:pt x="462" y="669"/>
                  </a:cubicBezTo>
                  <a:cubicBezTo>
                    <a:pt x="384" y="669"/>
                    <a:pt x="323" y="645"/>
                    <a:pt x="280" y="602"/>
                  </a:cubicBezTo>
                  <a:cubicBezTo>
                    <a:pt x="856" y="363"/>
                    <a:pt x="856" y="363"/>
                    <a:pt x="856" y="363"/>
                  </a:cubicBezTo>
                  <a:cubicBezTo>
                    <a:pt x="843" y="275"/>
                    <a:pt x="810" y="195"/>
                    <a:pt x="758" y="135"/>
                  </a:cubicBezTo>
                  <a:cubicBezTo>
                    <a:pt x="682" y="47"/>
                    <a:pt x="570" y="0"/>
                    <a:pt x="434" y="0"/>
                  </a:cubicBezTo>
                  <a:cubicBezTo>
                    <a:pt x="186" y="0"/>
                    <a:pt x="0" y="183"/>
                    <a:pt x="0" y="424"/>
                  </a:cubicBezTo>
                  <a:cubicBezTo>
                    <a:pt x="0" y="672"/>
                    <a:pt x="187" y="848"/>
                    <a:pt x="459" y="848"/>
                  </a:cubicBezTo>
                  <a:cubicBezTo>
                    <a:pt x="611" y="848"/>
                    <a:pt x="767" y="776"/>
                    <a:pt x="840" y="691"/>
                  </a:cubicBezTo>
                  <a:lnTo>
                    <a:pt x="697" y="582"/>
                  </a:lnTo>
                  <a:close/>
                  <a:moveTo>
                    <a:pt x="265" y="261"/>
                  </a:moveTo>
                  <a:cubicBezTo>
                    <a:pt x="303" y="210"/>
                    <a:pt x="364" y="179"/>
                    <a:pt x="438" y="179"/>
                  </a:cubicBezTo>
                  <a:cubicBezTo>
                    <a:pt x="519" y="179"/>
                    <a:pt x="581" y="226"/>
                    <a:pt x="612" y="294"/>
                  </a:cubicBezTo>
                  <a:cubicBezTo>
                    <a:pt x="219" y="457"/>
                    <a:pt x="219" y="457"/>
                    <a:pt x="219" y="457"/>
                  </a:cubicBezTo>
                  <a:cubicBezTo>
                    <a:pt x="208" y="374"/>
                    <a:pt x="230" y="308"/>
                    <a:pt x="265" y="26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31" name="Freeform 10">
              <a:extLst>
                <a:ext uri="{FF2B5EF4-FFF2-40B4-BE49-F238E27FC236}">
                  <a16:creationId xmlns:a16="http://schemas.microsoft.com/office/drawing/2014/main" id="{D6C29BFA-EBE0-3409-DA75-D6D86C95C50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5925" y="1879600"/>
              <a:ext cx="1409700" cy="2030413"/>
            </a:xfrm>
            <a:custGeom>
              <a:avLst/>
              <a:gdLst>
                <a:gd name="T0" fmla="*/ 888 w 888"/>
                <a:gd name="T1" fmla="*/ 1030 h 1279"/>
                <a:gd name="T2" fmla="*/ 274 w 888"/>
                <a:gd name="T3" fmla="*/ 1030 h 1279"/>
                <a:gd name="T4" fmla="*/ 274 w 888"/>
                <a:gd name="T5" fmla="*/ 0 h 1279"/>
                <a:gd name="T6" fmla="*/ 0 w 888"/>
                <a:gd name="T7" fmla="*/ 0 h 1279"/>
                <a:gd name="T8" fmla="*/ 0 w 888"/>
                <a:gd name="T9" fmla="*/ 1279 h 1279"/>
                <a:gd name="T10" fmla="*/ 888 w 888"/>
                <a:gd name="T11" fmla="*/ 1279 h 1279"/>
                <a:gd name="T12" fmla="*/ 888 w 888"/>
                <a:gd name="T13" fmla="*/ 1030 h 1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88" h="1279">
                  <a:moveTo>
                    <a:pt x="888" y="1030"/>
                  </a:moveTo>
                  <a:lnTo>
                    <a:pt x="274" y="1030"/>
                  </a:lnTo>
                  <a:lnTo>
                    <a:pt x="274" y="0"/>
                  </a:lnTo>
                  <a:lnTo>
                    <a:pt x="0" y="0"/>
                  </a:lnTo>
                  <a:lnTo>
                    <a:pt x="0" y="1279"/>
                  </a:lnTo>
                  <a:lnTo>
                    <a:pt x="888" y="1279"/>
                  </a:lnTo>
                  <a:lnTo>
                    <a:pt x="888" y="10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32" name="Freeform 10">
              <a:extLst>
                <a:ext uri="{FF2B5EF4-FFF2-40B4-BE49-F238E27FC236}">
                  <a16:creationId xmlns:a16="http://schemas.microsoft.com/office/drawing/2014/main" id="{DE56CA28-603E-6C83-560F-82347F4C929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966325" y="2319338"/>
              <a:ext cx="1677988" cy="1617663"/>
            </a:xfrm>
            <a:custGeom>
              <a:avLst/>
              <a:gdLst>
                <a:gd name="T0" fmla="*/ 439 w 881"/>
                <a:gd name="T1" fmla="*/ 848 h 848"/>
                <a:gd name="T2" fmla="*/ 0 w 881"/>
                <a:gd name="T3" fmla="*/ 424 h 848"/>
                <a:gd name="T4" fmla="*/ 442 w 881"/>
                <a:gd name="T5" fmla="*/ 0 h 848"/>
                <a:gd name="T6" fmla="*/ 881 w 881"/>
                <a:gd name="T7" fmla="*/ 424 h 848"/>
                <a:gd name="T8" fmla="*/ 439 w 881"/>
                <a:gd name="T9" fmla="*/ 848 h 848"/>
                <a:gd name="T10" fmla="*/ 439 w 881"/>
                <a:gd name="T11" fmla="*/ 193 h 848"/>
                <a:gd name="T12" fmla="*/ 222 w 881"/>
                <a:gd name="T13" fmla="*/ 424 h 848"/>
                <a:gd name="T14" fmla="*/ 442 w 881"/>
                <a:gd name="T15" fmla="*/ 655 h 848"/>
                <a:gd name="T16" fmla="*/ 659 w 881"/>
                <a:gd name="T17" fmla="*/ 424 h 848"/>
                <a:gd name="T18" fmla="*/ 439 w 881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1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4" y="0"/>
                    <a:pt x="442" y="0"/>
                  </a:cubicBezTo>
                  <a:cubicBezTo>
                    <a:pt x="688" y="0"/>
                    <a:pt x="881" y="184"/>
                    <a:pt x="881" y="424"/>
                  </a:cubicBezTo>
                  <a:cubicBezTo>
                    <a:pt x="881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3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59" y="557"/>
                    <a:pt x="659" y="424"/>
                  </a:cubicBezTo>
                  <a:cubicBezTo>
                    <a:pt x="659" y="295"/>
                    <a:pt x="562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33" name="Freeform 11">
              <a:extLst>
                <a:ext uri="{FF2B5EF4-FFF2-40B4-BE49-F238E27FC236}">
                  <a16:creationId xmlns:a16="http://schemas.microsoft.com/office/drawing/2014/main" id="{AE3DA774-A3A9-8F32-B9A2-708F35FC0EE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64325" y="2319338"/>
              <a:ext cx="1679575" cy="1617663"/>
            </a:xfrm>
            <a:custGeom>
              <a:avLst/>
              <a:gdLst>
                <a:gd name="T0" fmla="*/ 439 w 882"/>
                <a:gd name="T1" fmla="*/ 848 h 848"/>
                <a:gd name="T2" fmla="*/ 0 w 882"/>
                <a:gd name="T3" fmla="*/ 424 h 848"/>
                <a:gd name="T4" fmla="*/ 442 w 882"/>
                <a:gd name="T5" fmla="*/ 0 h 848"/>
                <a:gd name="T6" fmla="*/ 882 w 882"/>
                <a:gd name="T7" fmla="*/ 424 h 848"/>
                <a:gd name="T8" fmla="*/ 439 w 882"/>
                <a:gd name="T9" fmla="*/ 848 h 848"/>
                <a:gd name="T10" fmla="*/ 439 w 882"/>
                <a:gd name="T11" fmla="*/ 193 h 848"/>
                <a:gd name="T12" fmla="*/ 222 w 882"/>
                <a:gd name="T13" fmla="*/ 424 h 848"/>
                <a:gd name="T14" fmla="*/ 442 w 882"/>
                <a:gd name="T15" fmla="*/ 655 h 848"/>
                <a:gd name="T16" fmla="*/ 660 w 882"/>
                <a:gd name="T17" fmla="*/ 424 h 848"/>
                <a:gd name="T18" fmla="*/ 439 w 882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2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5" y="0"/>
                    <a:pt x="442" y="0"/>
                  </a:cubicBezTo>
                  <a:cubicBezTo>
                    <a:pt x="689" y="0"/>
                    <a:pt x="882" y="184"/>
                    <a:pt x="882" y="424"/>
                  </a:cubicBezTo>
                  <a:cubicBezTo>
                    <a:pt x="882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4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60" y="557"/>
                    <a:pt x="660" y="424"/>
                  </a:cubicBezTo>
                  <a:cubicBezTo>
                    <a:pt x="660" y="295"/>
                    <a:pt x="563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F7E7426-E0FB-DA60-E1E0-A41FD9009F5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8237746"/>
      </p:ext>
    </p:extLst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+ 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>
          <a:xfrm>
            <a:off x="1" y="0"/>
            <a:ext cx="4062849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6" name="Picture Placeholder 8"/>
          <p:cNvSpPr>
            <a:spLocks noGrp="1"/>
          </p:cNvSpPr>
          <p:nvPr>
            <p:ph type="pic" sz="quarter" idx="16"/>
          </p:nvPr>
        </p:nvSpPr>
        <p:spPr>
          <a:xfrm>
            <a:off x="4062849" y="0"/>
            <a:ext cx="8129151" cy="6858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18" hasCustomPrompt="1"/>
          </p:nvPr>
        </p:nvSpPr>
        <p:spPr>
          <a:xfrm>
            <a:off x="548783" y="849536"/>
            <a:ext cx="3514066" cy="1926795"/>
          </a:xfrm>
          <a:prstGeom prst="rect">
            <a:avLst/>
          </a:prstGeom>
          <a:noFill/>
        </p:spPr>
        <p:txBody>
          <a:bodyPr lIns="0" tIns="0" rIns="0" bIns="0" anchor="t">
            <a:noAutofit/>
          </a:bodyPr>
          <a:lstStyle>
            <a:lvl1pPr marL="0" indent="0">
              <a:lnSpc>
                <a:spcPts val="4200"/>
              </a:lnSpc>
              <a:spcBef>
                <a:spcPts val="0"/>
              </a:spcBef>
              <a:buFont typeface="Arial" panose="020B0604020202020204" pitchFamily="34" charset="0"/>
              <a:buNone/>
              <a:defRPr sz="4600" b="1" strike="noStrike" spc="-150" baseline="0">
                <a:solidFill>
                  <a:schemeClr val="tx1"/>
                </a:solidFill>
              </a:defRPr>
            </a:lvl1pPr>
            <a:lvl2pPr marL="341313" indent="0">
              <a:buNone/>
              <a:defRPr/>
            </a:lvl2pPr>
            <a:lvl3pPr marL="679450" indent="0">
              <a:buNone/>
              <a:defRPr/>
            </a:lvl3pPr>
            <a:lvl4pPr marL="966787" indent="0">
              <a:buNone/>
              <a:defRPr/>
            </a:lvl4pPr>
            <a:lvl5pPr marL="1146175" indent="0">
              <a:buNone/>
              <a:defRPr/>
            </a:lvl5pPr>
          </a:lstStyle>
          <a:p>
            <a:pPr lvl="0"/>
            <a:r>
              <a:rPr lang="en-US" dirty="0"/>
              <a:t>Photo plus</a:t>
            </a:r>
            <a:br>
              <a:rPr lang="en-US" dirty="0"/>
            </a:br>
            <a:r>
              <a:rPr lang="en-US" dirty="0"/>
              <a:t>statement</a:t>
            </a:r>
            <a:br>
              <a:rPr lang="en-US" dirty="0"/>
            </a:br>
            <a:r>
              <a:rPr lang="en-US" dirty="0"/>
              <a:t>layout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9" hasCustomPrompt="1"/>
          </p:nvPr>
        </p:nvSpPr>
        <p:spPr>
          <a:xfrm>
            <a:off x="548784" y="2943639"/>
            <a:ext cx="3514065" cy="1641615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2400"/>
              </a:lnSpc>
              <a:spcBef>
                <a:spcPts val="0"/>
              </a:spcBef>
              <a:buNone/>
              <a:defRPr sz="2400" baseline="0">
                <a:solidFill>
                  <a:schemeClr val="tx1"/>
                </a:solidFill>
              </a:defRPr>
            </a:lvl1pPr>
            <a:lvl2pPr marL="609494" indent="0">
              <a:buNone/>
              <a:defRPr/>
            </a:lvl2pPr>
            <a:lvl3pPr marL="1218986" indent="0">
              <a:buNone/>
              <a:defRPr/>
            </a:lvl3pPr>
            <a:lvl4pPr marL="1828480" indent="0">
              <a:buNone/>
              <a:defRPr/>
            </a:lvl4pPr>
            <a:lvl5pPr marL="2437973" indent="0">
              <a:buNone/>
              <a:defRPr/>
            </a:lvl5pPr>
          </a:lstStyle>
          <a:p>
            <a:pPr lvl="0"/>
            <a:r>
              <a:rPr lang="en-US" dirty="0"/>
              <a:t>Subtitle goes here</a:t>
            </a:r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C9E4313D-4BB5-4FBE-BED7-2E337B7C6B9C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672569" y="6400800"/>
            <a:ext cx="439026" cy="155448"/>
          </a:xfrm>
        </p:spPr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5151329"/>
      </p:ext>
    </p:extLst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hoto + Statement_Black">
    <p:bg>
      <p:bgPr>
        <a:solidFill>
          <a:srgbClr val="1E00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8CB8992-3FC1-1D5A-F5A3-5A7867B1CF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E0CCBF-ECBB-8D0A-7760-9C09A8DCA070}"/>
              </a:ext>
            </a:extLst>
          </p:cNvPr>
          <p:cNvSpPr txBox="1"/>
          <p:nvPr userDrawn="1"/>
        </p:nvSpPr>
        <p:spPr>
          <a:xfrm>
            <a:off x="1602706" y="6401580"/>
            <a:ext cx="411587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2025 Lenovo Internal. All rights reserved.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89469496-8712-48FF-8E79-3F94F23B18A6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760611" y="6348283"/>
            <a:ext cx="777442" cy="259316"/>
            <a:chOff x="547688" y="952500"/>
            <a:chExt cx="12190413" cy="406717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6AD4F68-2171-D53B-BE99-0870458AEC62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47688" y="952500"/>
              <a:ext cx="12190413" cy="40671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B934C45C-E7A5-5950-4EC8-A0C9DD2B480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922838" y="2319338"/>
              <a:ext cx="1571625" cy="1590675"/>
            </a:xfrm>
            <a:custGeom>
              <a:avLst/>
              <a:gdLst>
                <a:gd name="T0" fmla="*/ 492 w 825"/>
                <a:gd name="T1" fmla="*/ 0 h 834"/>
                <a:gd name="T2" fmla="*/ 225 w 825"/>
                <a:gd name="T3" fmla="*/ 132 h 834"/>
                <a:gd name="T4" fmla="*/ 225 w 825"/>
                <a:gd name="T5" fmla="*/ 132 h 834"/>
                <a:gd name="T6" fmla="*/ 225 w 825"/>
                <a:gd name="T7" fmla="*/ 132 h 834"/>
                <a:gd name="T8" fmla="*/ 225 w 825"/>
                <a:gd name="T9" fmla="*/ 14 h 834"/>
                <a:gd name="T10" fmla="*/ 0 w 825"/>
                <a:gd name="T11" fmla="*/ 14 h 834"/>
                <a:gd name="T12" fmla="*/ 0 w 825"/>
                <a:gd name="T13" fmla="*/ 834 h 834"/>
                <a:gd name="T14" fmla="*/ 225 w 825"/>
                <a:gd name="T15" fmla="*/ 834 h 834"/>
                <a:gd name="T16" fmla="*/ 225 w 825"/>
                <a:gd name="T17" fmla="*/ 367 h 834"/>
                <a:gd name="T18" fmla="*/ 411 w 825"/>
                <a:gd name="T19" fmla="*/ 194 h 834"/>
                <a:gd name="T20" fmla="*/ 600 w 825"/>
                <a:gd name="T21" fmla="*/ 367 h 834"/>
                <a:gd name="T22" fmla="*/ 600 w 825"/>
                <a:gd name="T23" fmla="*/ 834 h 834"/>
                <a:gd name="T24" fmla="*/ 825 w 825"/>
                <a:gd name="T25" fmla="*/ 834 h 834"/>
                <a:gd name="T26" fmla="*/ 825 w 825"/>
                <a:gd name="T27" fmla="*/ 326 h 834"/>
                <a:gd name="T28" fmla="*/ 492 w 825"/>
                <a:gd name="T29" fmla="*/ 0 h 8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25" h="834">
                  <a:moveTo>
                    <a:pt x="492" y="0"/>
                  </a:moveTo>
                  <a:cubicBezTo>
                    <a:pt x="398" y="0"/>
                    <a:pt x="291" y="44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4"/>
                    <a:pt x="225" y="14"/>
                    <a:pt x="225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834"/>
                    <a:pt x="0" y="834"/>
                    <a:pt x="0" y="834"/>
                  </a:cubicBezTo>
                  <a:cubicBezTo>
                    <a:pt x="225" y="834"/>
                    <a:pt x="225" y="834"/>
                    <a:pt x="225" y="834"/>
                  </a:cubicBezTo>
                  <a:cubicBezTo>
                    <a:pt x="225" y="367"/>
                    <a:pt x="225" y="367"/>
                    <a:pt x="225" y="367"/>
                  </a:cubicBezTo>
                  <a:cubicBezTo>
                    <a:pt x="225" y="283"/>
                    <a:pt x="290" y="194"/>
                    <a:pt x="411" y="194"/>
                  </a:cubicBezTo>
                  <a:cubicBezTo>
                    <a:pt x="504" y="194"/>
                    <a:pt x="600" y="259"/>
                    <a:pt x="600" y="367"/>
                  </a:cubicBezTo>
                  <a:cubicBezTo>
                    <a:pt x="600" y="834"/>
                    <a:pt x="600" y="834"/>
                    <a:pt x="600" y="834"/>
                  </a:cubicBezTo>
                  <a:cubicBezTo>
                    <a:pt x="825" y="834"/>
                    <a:pt x="825" y="834"/>
                    <a:pt x="825" y="834"/>
                  </a:cubicBezTo>
                  <a:cubicBezTo>
                    <a:pt x="825" y="326"/>
                    <a:pt x="825" y="326"/>
                    <a:pt x="825" y="326"/>
                  </a:cubicBezTo>
                  <a:cubicBezTo>
                    <a:pt x="825" y="137"/>
                    <a:pt x="690" y="0"/>
                    <a:pt x="492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12" name="Freeform 8">
              <a:extLst>
                <a:ext uri="{FF2B5EF4-FFF2-40B4-BE49-F238E27FC236}">
                  <a16:creationId xmlns:a16="http://schemas.microsoft.com/office/drawing/2014/main" id="{584A4C2F-986E-EA32-C193-4B162580530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77225" y="2346325"/>
              <a:ext cx="1755775" cy="1563688"/>
            </a:xfrm>
            <a:custGeom>
              <a:avLst/>
              <a:gdLst>
                <a:gd name="T0" fmla="*/ 797 w 1106"/>
                <a:gd name="T1" fmla="*/ 0 h 985"/>
                <a:gd name="T2" fmla="*/ 553 w 1106"/>
                <a:gd name="T3" fmla="*/ 671 h 985"/>
                <a:gd name="T4" fmla="*/ 308 w 1106"/>
                <a:gd name="T5" fmla="*/ 0 h 985"/>
                <a:gd name="T6" fmla="*/ 0 w 1106"/>
                <a:gd name="T7" fmla="*/ 0 h 985"/>
                <a:gd name="T8" fmla="*/ 405 w 1106"/>
                <a:gd name="T9" fmla="*/ 985 h 985"/>
                <a:gd name="T10" fmla="*/ 701 w 1106"/>
                <a:gd name="T11" fmla="*/ 985 h 985"/>
                <a:gd name="T12" fmla="*/ 1106 w 1106"/>
                <a:gd name="T13" fmla="*/ 0 h 985"/>
                <a:gd name="T14" fmla="*/ 797 w 1106"/>
                <a:gd name="T15" fmla="*/ 0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06" h="985">
                  <a:moveTo>
                    <a:pt x="797" y="0"/>
                  </a:moveTo>
                  <a:lnTo>
                    <a:pt x="553" y="671"/>
                  </a:lnTo>
                  <a:lnTo>
                    <a:pt x="308" y="0"/>
                  </a:lnTo>
                  <a:lnTo>
                    <a:pt x="0" y="0"/>
                  </a:lnTo>
                  <a:lnTo>
                    <a:pt x="405" y="985"/>
                  </a:lnTo>
                  <a:lnTo>
                    <a:pt x="701" y="985"/>
                  </a:lnTo>
                  <a:lnTo>
                    <a:pt x="1106" y="0"/>
                  </a:lnTo>
                  <a:lnTo>
                    <a:pt x="79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13" name="Freeform 9">
              <a:extLst>
                <a:ext uri="{FF2B5EF4-FFF2-40B4-BE49-F238E27FC236}">
                  <a16:creationId xmlns:a16="http://schemas.microsoft.com/office/drawing/2014/main" id="{2F89DA65-DEB8-60CE-3119-C54CD2F81DA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138488" y="2319338"/>
              <a:ext cx="1630363" cy="1617663"/>
            </a:xfrm>
            <a:custGeom>
              <a:avLst/>
              <a:gdLst>
                <a:gd name="T0" fmla="*/ 697 w 856"/>
                <a:gd name="T1" fmla="*/ 582 h 848"/>
                <a:gd name="T2" fmla="*/ 462 w 856"/>
                <a:gd name="T3" fmla="*/ 669 h 848"/>
                <a:gd name="T4" fmla="*/ 280 w 856"/>
                <a:gd name="T5" fmla="*/ 602 h 848"/>
                <a:gd name="T6" fmla="*/ 856 w 856"/>
                <a:gd name="T7" fmla="*/ 363 h 848"/>
                <a:gd name="T8" fmla="*/ 758 w 856"/>
                <a:gd name="T9" fmla="*/ 135 h 848"/>
                <a:gd name="T10" fmla="*/ 434 w 856"/>
                <a:gd name="T11" fmla="*/ 0 h 848"/>
                <a:gd name="T12" fmla="*/ 0 w 856"/>
                <a:gd name="T13" fmla="*/ 424 h 848"/>
                <a:gd name="T14" fmla="*/ 459 w 856"/>
                <a:gd name="T15" fmla="*/ 848 h 848"/>
                <a:gd name="T16" fmla="*/ 840 w 856"/>
                <a:gd name="T17" fmla="*/ 691 h 848"/>
                <a:gd name="T18" fmla="*/ 697 w 856"/>
                <a:gd name="T19" fmla="*/ 582 h 848"/>
                <a:gd name="T20" fmla="*/ 265 w 856"/>
                <a:gd name="T21" fmla="*/ 261 h 848"/>
                <a:gd name="T22" fmla="*/ 438 w 856"/>
                <a:gd name="T23" fmla="*/ 179 h 848"/>
                <a:gd name="T24" fmla="*/ 612 w 856"/>
                <a:gd name="T25" fmla="*/ 294 h 848"/>
                <a:gd name="T26" fmla="*/ 219 w 856"/>
                <a:gd name="T27" fmla="*/ 457 h 848"/>
                <a:gd name="T28" fmla="*/ 265 w 856"/>
                <a:gd name="T29" fmla="*/ 261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56" h="848">
                  <a:moveTo>
                    <a:pt x="697" y="582"/>
                  </a:moveTo>
                  <a:cubicBezTo>
                    <a:pt x="602" y="652"/>
                    <a:pt x="548" y="669"/>
                    <a:pt x="462" y="669"/>
                  </a:cubicBezTo>
                  <a:cubicBezTo>
                    <a:pt x="384" y="669"/>
                    <a:pt x="323" y="645"/>
                    <a:pt x="280" y="602"/>
                  </a:cubicBezTo>
                  <a:cubicBezTo>
                    <a:pt x="856" y="363"/>
                    <a:pt x="856" y="363"/>
                    <a:pt x="856" y="363"/>
                  </a:cubicBezTo>
                  <a:cubicBezTo>
                    <a:pt x="843" y="275"/>
                    <a:pt x="810" y="195"/>
                    <a:pt x="758" y="135"/>
                  </a:cubicBezTo>
                  <a:cubicBezTo>
                    <a:pt x="682" y="47"/>
                    <a:pt x="570" y="0"/>
                    <a:pt x="434" y="0"/>
                  </a:cubicBezTo>
                  <a:cubicBezTo>
                    <a:pt x="186" y="0"/>
                    <a:pt x="0" y="183"/>
                    <a:pt x="0" y="424"/>
                  </a:cubicBezTo>
                  <a:cubicBezTo>
                    <a:pt x="0" y="672"/>
                    <a:pt x="187" y="848"/>
                    <a:pt x="459" y="848"/>
                  </a:cubicBezTo>
                  <a:cubicBezTo>
                    <a:pt x="611" y="848"/>
                    <a:pt x="767" y="776"/>
                    <a:pt x="840" y="691"/>
                  </a:cubicBezTo>
                  <a:lnTo>
                    <a:pt x="697" y="582"/>
                  </a:lnTo>
                  <a:close/>
                  <a:moveTo>
                    <a:pt x="265" y="261"/>
                  </a:moveTo>
                  <a:cubicBezTo>
                    <a:pt x="303" y="210"/>
                    <a:pt x="364" y="179"/>
                    <a:pt x="438" y="179"/>
                  </a:cubicBezTo>
                  <a:cubicBezTo>
                    <a:pt x="519" y="179"/>
                    <a:pt x="581" y="226"/>
                    <a:pt x="612" y="294"/>
                  </a:cubicBezTo>
                  <a:cubicBezTo>
                    <a:pt x="219" y="457"/>
                    <a:pt x="219" y="457"/>
                    <a:pt x="219" y="457"/>
                  </a:cubicBezTo>
                  <a:cubicBezTo>
                    <a:pt x="208" y="374"/>
                    <a:pt x="230" y="308"/>
                    <a:pt x="265" y="26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14" name="Freeform 10">
              <a:extLst>
                <a:ext uri="{FF2B5EF4-FFF2-40B4-BE49-F238E27FC236}">
                  <a16:creationId xmlns:a16="http://schemas.microsoft.com/office/drawing/2014/main" id="{10A3EE42-0227-D024-FDFC-83E58AB899D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5925" y="1879600"/>
              <a:ext cx="1409700" cy="2030413"/>
            </a:xfrm>
            <a:custGeom>
              <a:avLst/>
              <a:gdLst>
                <a:gd name="T0" fmla="*/ 888 w 888"/>
                <a:gd name="T1" fmla="*/ 1030 h 1279"/>
                <a:gd name="T2" fmla="*/ 274 w 888"/>
                <a:gd name="T3" fmla="*/ 1030 h 1279"/>
                <a:gd name="T4" fmla="*/ 274 w 888"/>
                <a:gd name="T5" fmla="*/ 0 h 1279"/>
                <a:gd name="T6" fmla="*/ 0 w 888"/>
                <a:gd name="T7" fmla="*/ 0 h 1279"/>
                <a:gd name="T8" fmla="*/ 0 w 888"/>
                <a:gd name="T9" fmla="*/ 1279 h 1279"/>
                <a:gd name="T10" fmla="*/ 888 w 888"/>
                <a:gd name="T11" fmla="*/ 1279 h 1279"/>
                <a:gd name="T12" fmla="*/ 888 w 888"/>
                <a:gd name="T13" fmla="*/ 1030 h 1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88" h="1279">
                  <a:moveTo>
                    <a:pt x="888" y="1030"/>
                  </a:moveTo>
                  <a:lnTo>
                    <a:pt x="274" y="1030"/>
                  </a:lnTo>
                  <a:lnTo>
                    <a:pt x="274" y="0"/>
                  </a:lnTo>
                  <a:lnTo>
                    <a:pt x="0" y="0"/>
                  </a:lnTo>
                  <a:lnTo>
                    <a:pt x="0" y="1279"/>
                  </a:lnTo>
                  <a:lnTo>
                    <a:pt x="888" y="1279"/>
                  </a:lnTo>
                  <a:lnTo>
                    <a:pt x="888" y="10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15" name="Freeform 10">
              <a:extLst>
                <a:ext uri="{FF2B5EF4-FFF2-40B4-BE49-F238E27FC236}">
                  <a16:creationId xmlns:a16="http://schemas.microsoft.com/office/drawing/2014/main" id="{B71D7F0F-66ED-5122-7E93-2CCDC18FB89B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966325" y="2319338"/>
              <a:ext cx="1677988" cy="1617663"/>
            </a:xfrm>
            <a:custGeom>
              <a:avLst/>
              <a:gdLst>
                <a:gd name="T0" fmla="*/ 439 w 881"/>
                <a:gd name="T1" fmla="*/ 848 h 848"/>
                <a:gd name="T2" fmla="*/ 0 w 881"/>
                <a:gd name="T3" fmla="*/ 424 h 848"/>
                <a:gd name="T4" fmla="*/ 442 w 881"/>
                <a:gd name="T5" fmla="*/ 0 h 848"/>
                <a:gd name="T6" fmla="*/ 881 w 881"/>
                <a:gd name="T7" fmla="*/ 424 h 848"/>
                <a:gd name="T8" fmla="*/ 439 w 881"/>
                <a:gd name="T9" fmla="*/ 848 h 848"/>
                <a:gd name="T10" fmla="*/ 439 w 881"/>
                <a:gd name="T11" fmla="*/ 193 h 848"/>
                <a:gd name="T12" fmla="*/ 222 w 881"/>
                <a:gd name="T13" fmla="*/ 424 h 848"/>
                <a:gd name="T14" fmla="*/ 442 w 881"/>
                <a:gd name="T15" fmla="*/ 655 h 848"/>
                <a:gd name="T16" fmla="*/ 659 w 881"/>
                <a:gd name="T17" fmla="*/ 424 h 848"/>
                <a:gd name="T18" fmla="*/ 439 w 881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1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4" y="0"/>
                    <a:pt x="442" y="0"/>
                  </a:cubicBezTo>
                  <a:cubicBezTo>
                    <a:pt x="688" y="0"/>
                    <a:pt x="881" y="184"/>
                    <a:pt x="881" y="424"/>
                  </a:cubicBezTo>
                  <a:cubicBezTo>
                    <a:pt x="881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3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59" y="557"/>
                    <a:pt x="659" y="424"/>
                  </a:cubicBezTo>
                  <a:cubicBezTo>
                    <a:pt x="659" y="295"/>
                    <a:pt x="562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16" name="Freeform 11">
              <a:extLst>
                <a:ext uri="{FF2B5EF4-FFF2-40B4-BE49-F238E27FC236}">
                  <a16:creationId xmlns:a16="http://schemas.microsoft.com/office/drawing/2014/main" id="{E827DA00-4AC6-AE82-9263-31F727C1786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64325" y="2319338"/>
              <a:ext cx="1679575" cy="1617663"/>
            </a:xfrm>
            <a:custGeom>
              <a:avLst/>
              <a:gdLst>
                <a:gd name="T0" fmla="*/ 439 w 882"/>
                <a:gd name="T1" fmla="*/ 848 h 848"/>
                <a:gd name="T2" fmla="*/ 0 w 882"/>
                <a:gd name="T3" fmla="*/ 424 h 848"/>
                <a:gd name="T4" fmla="*/ 442 w 882"/>
                <a:gd name="T5" fmla="*/ 0 h 848"/>
                <a:gd name="T6" fmla="*/ 882 w 882"/>
                <a:gd name="T7" fmla="*/ 424 h 848"/>
                <a:gd name="T8" fmla="*/ 439 w 882"/>
                <a:gd name="T9" fmla="*/ 848 h 848"/>
                <a:gd name="T10" fmla="*/ 439 w 882"/>
                <a:gd name="T11" fmla="*/ 193 h 848"/>
                <a:gd name="T12" fmla="*/ 222 w 882"/>
                <a:gd name="T13" fmla="*/ 424 h 848"/>
                <a:gd name="T14" fmla="*/ 442 w 882"/>
                <a:gd name="T15" fmla="*/ 655 h 848"/>
                <a:gd name="T16" fmla="*/ 660 w 882"/>
                <a:gd name="T17" fmla="*/ 424 h 848"/>
                <a:gd name="T18" fmla="*/ 439 w 882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2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5" y="0"/>
                    <a:pt x="442" y="0"/>
                  </a:cubicBezTo>
                  <a:cubicBezTo>
                    <a:pt x="689" y="0"/>
                    <a:pt x="882" y="184"/>
                    <a:pt x="882" y="424"/>
                  </a:cubicBezTo>
                  <a:cubicBezTo>
                    <a:pt x="882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4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60" y="557"/>
                    <a:pt x="660" y="424"/>
                  </a:cubicBezTo>
                  <a:cubicBezTo>
                    <a:pt x="660" y="295"/>
                    <a:pt x="563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</p:grpSp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FF9FB968-F2A9-4C72-AC3C-DC44BBB699A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062849" y="0"/>
            <a:ext cx="8129151" cy="6858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BB9C095A-1012-467F-9C44-B19F964C008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48783" y="849536"/>
            <a:ext cx="3514066" cy="1926795"/>
          </a:xfrm>
          <a:prstGeom prst="rect">
            <a:avLst/>
          </a:prstGeom>
          <a:noFill/>
        </p:spPr>
        <p:txBody>
          <a:bodyPr lIns="0" tIns="0" rIns="0" bIns="0" anchor="t">
            <a:noAutofit/>
          </a:bodyPr>
          <a:lstStyle>
            <a:lvl1pPr marL="0" indent="0">
              <a:lnSpc>
                <a:spcPts val="4200"/>
              </a:lnSpc>
              <a:spcBef>
                <a:spcPts val="0"/>
              </a:spcBef>
              <a:buFont typeface="Arial" panose="020B0604020202020204" pitchFamily="34" charset="0"/>
              <a:buNone/>
              <a:defRPr sz="4600" b="1" strike="noStrike" spc="-150" baseline="0">
                <a:solidFill>
                  <a:schemeClr val="bg1"/>
                </a:solidFill>
              </a:defRPr>
            </a:lvl1pPr>
            <a:lvl2pPr marL="341313" indent="0">
              <a:buNone/>
              <a:defRPr/>
            </a:lvl2pPr>
            <a:lvl3pPr marL="679450" indent="0">
              <a:buNone/>
              <a:defRPr/>
            </a:lvl3pPr>
            <a:lvl4pPr marL="966787" indent="0">
              <a:buNone/>
              <a:defRPr/>
            </a:lvl4pPr>
            <a:lvl5pPr marL="1146175" indent="0">
              <a:buNone/>
              <a:defRPr/>
            </a:lvl5pPr>
          </a:lstStyle>
          <a:p>
            <a:pPr lvl="0"/>
            <a:r>
              <a:rPr lang="en-US" dirty="0"/>
              <a:t>Photo plus</a:t>
            </a:r>
            <a:br>
              <a:rPr lang="en-US" dirty="0"/>
            </a:br>
            <a:r>
              <a:rPr lang="en-US" dirty="0"/>
              <a:t>statement</a:t>
            </a:r>
            <a:br>
              <a:rPr lang="en-US" dirty="0"/>
            </a:br>
            <a:r>
              <a:rPr lang="en-US" dirty="0"/>
              <a:t>layout</a:t>
            </a:r>
          </a:p>
        </p:txBody>
      </p:sp>
      <p:sp>
        <p:nvSpPr>
          <p:cNvPr id="19" name="Text Placeholder 7">
            <a:extLst>
              <a:ext uri="{FF2B5EF4-FFF2-40B4-BE49-F238E27FC236}">
                <a16:creationId xmlns:a16="http://schemas.microsoft.com/office/drawing/2014/main" id="{20B0D42B-CBC4-443F-B475-39C1A11F88E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48784" y="2943639"/>
            <a:ext cx="3514065" cy="1641615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2400"/>
              </a:lnSpc>
              <a:spcBef>
                <a:spcPts val="0"/>
              </a:spcBef>
              <a:buNone/>
              <a:defRPr sz="2400" baseline="0">
                <a:solidFill>
                  <a:schemeClr val="bg1"/>
                </a:solidFill>
              </a:defRPr>
            </a:lvl1pPr>
            <a:lvl2pPr marL="609494" indent="0">
              <a:buNone/>
              <a:defRPr/>
            </a:lvl2pPr>
            <a:lvl3pPr marL="1218986" indent="0">
              <a:buNone/>
              <a:defRPr/>
            </a:lvl3pPr>
            <a:lvl4pPr marL="1828480" indent="0">
              <a:buNone/>
              <a:defRPr/>
            </a:lvl4pPr>
            <a:lvl5pPr marL="2437973" indent="0">
              <a:buNone/>
              <a:defRPr/>
            </a:lvl5pPr>
          </a:lstStyle>
          <a:p>
            <a:pPr lvl="0"/>
            <a:r>
              <a:rPr lang="en-US" dirty="0"/>
              <a:t>Subtitle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3384644437"/>
      </p:ext>
    </p:extLst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g Idea">
    <p:bg>
      <p:bgPr>
        <a:solidFill>
          <a:schemeClr val="accent3">
            <a:lumMod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8CB8992-3FC1-1D5A-F5A3-5A7867B1CF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FEF7F64-EAB6-F941-857A-EB6862B0738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0611" y="1757775"/>
            <a:ext cx="10670779" cy="3342453"/>
          </a:xfrm>
          <a:prstGeom prst="rect">
            <a:avLst/>
          </a:prstGeom>
        </p:spPr>
        <p:txBody>
          <a:bodyPr wrap="square" lIns="0" rIns="0" anchor="ctr" anchorCtr="0">
            <a:sp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8800" b="1">
                <a:solidFill>
                  <a:schemeClr val="bg1"/>
                </a:solidFill>
              </a:defRPr>
            </a:lvl1pPr>
            <a:lvl2pPr marL="609494" indent="0">
              <a:buNone/>
              <a:defRPr/>
            </a:lvl2pPr>
          </a:lstStyle>
          <a:p>
            <a:pPr lvl="0"/>
            <a:r>
              <a:rPr lang="en-US" dirty="0"/>
              <a:t>Click to edit big idea, statement or subject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E0CCBF-ECBB-8D0A-7760-9C09A8DCA070}"/>
              </a:ext>
            </a:extLst>
          </p:cNvPr>
          <p:cNvSpPr txBox="1"/>
          <p:nvPr userDrawn="1"/>
        </p:nvSpPr>
        <p:spPr>
          <a:xfrm>
            <a:off x="1602706" y="6401580"/>
            <a:ext cx="411587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2025 Lenovo Internal. All rights reserved.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89469496-8712-48FF-8E79-3F94F23B18A6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760611" y="6348283"/>
            <a:ext cx="777442" cy="259316"/>
            <a:chOff x="547688" y="952500"/>
            <a:chExt cx="12190413" cy="406717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6AD4F68-2171-D53B-BE99-0870458AEC62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47688" y="952500"/>
              <a:ext cx="12190413" cy="40671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B934C45C-E7A5-5950-4EC8-A0C9DD2B480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922838" y="2319338"/>
              <a:ext cx="1571625" cy="1590675"/>
            </a:xfrm>
            <a:custGeom>
              <a:avLst/>
              <a:gdLst>
                <a:gd name="T0" fmla="*/ 492 w 825"/>
                <a:gd name="T1" fmla="*/ 0 h 834"/>
                <a:gd name="T2" fmla="*/ 225 w 825"/>
                <a:gd name="T3" fmla="*/ 132 h 834"/>
                <a:gd name="T4" fmla="*/ 225 w 825"/>
                <a:gd name="T5" fmla="*/ 132 h 834"/>
                <a:gd name="T6" fmla="*/ 225 w 825"/>
                <a:gd name="T7" fmla="*/ 132 h 834"/>
                <a:gd name="T8" fmla="*/ 225 w 825"/>
                <a:gd name="T9" fmla="*/ 14 h 834"/>
                <a:gd name="T10" fmla="*/ 0 w 825"/>
                <a:gd name="T11" fmla="*/ 14 h 834"/>
                <a:gd name="T12" fmla="*/ 0 w 825"/>
                <a:gd name="T13" fmla="*/ 834 h 834"/>
                <a:gd name="T14" fmla="*/ 225 w 825"/>
                <a:gd name="T15" fmla="*/ 834 h 834"/>
                <a:gd name="T16" fmla="*/ 225 w 825"/>
                <a:gd name="T17" fmla="*/ 367 h 834"/>
                <a:gd name="T18" fmla="*/ 411 w 825"/>
                <a:gd name="T19" fmla="*/ 194 h 834"/>
                <a:gd name="T20" fmla="*/ 600 w 825"/>
                <a:gd name="T21" fmla="*/ 367 h 834"/>
                <a:gd name="T22" fmla="*/ 600 w 825"/>
                <a:gd name="T23" fmla="*/ 834 h 834"/>
                <a:gd name="T24" fmla="*/ 825 w 825"/>
                <a:gd name="T25" fmla="*/ 834 h 834"/>
                <a:gd name="T26" fmla="*/ 825 w 825"/>
                <a:gd name="T27" fmla="*/ 326 h 834"/>
                <a:gd name="T28" fmla="*/ 492 w 825"/>
                <a:gd name="T29" fmla="*/ 0 h 8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25" h="834">
                  <a:moveTo>
                    <a:pt x="492" y="0"/>
                  </a:moveTo>
                  <a:cubicBezTo>
                    <a:pt x="398" y="0"/>
                    <a:pt x="291" y="44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4"/>
                    <a:pt x="225" y="14"/>
                    <a:pt x="225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834"/>
                    <a:pt x="0" y="834"/>
                    <a:pt x="0" y="834"/>
                  </a:cubicBezTo>
                  <a:cubicBezTo>
                    <a:pt x="225" y="834"/>
                    <a:pt x="225" y="834"/>
                    <a:pt x="225" y="834"/>
                  </a:cubicBezTo>
                  <a:cubicBezTo>
                    <a:pt x="225" y="367"/>
                    <a:pt x="225" y="367"/>
                    <a:pt x="225" y="367"/>
                  </a:cubicBezTo>
                  <a:cubicBezTo>
                    <a:pt x="225" y="283"/>
                    <a:pt x="290" y="194"/>
                    <a:pt x="411" y="194"/>
                  </a:cubicBezTo>
                  <a:cubicBezTo>
                    <a:pt x="504" y="194"/>
                    <a:pt x="600" y="259"/>
                    <a:pt x="600" y="367"/>
                  </a:cubicBezTo>
                  <a:cubicBezTo>
                    <a:pt x="600" y="834"/>
                    <a:pt x="600" y="834"/>
                    <a:pt x="600" y="834"/>
                  </a:cubicBezTo>
                  <a:cubicBezTo>
                    <a:pt x="825" y="834"/>
                    <a:pt x="825" y="834"/>
                    <a:pt x="825" y="834"/>
                  </a:cubicBezTo>
                  <a:cubicBezTo>
                    <a:pt x="825" y="326"/>
                    <a:pt x="825" y="326"/>
                    <a:pt x="825" y="326"/>
                  </a:cubicBezTo>
                  <a:cubicBezTo>
                    <a:pt x="825" y="137"/>
                    <a:pt x="690" y="0"/>
                    <a:pt x="492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12" name="Freeform 8">
              <a:extLst>
                <a:ext uri="{FF2B5EF4-FFF2-40B4-BE49-F238E27FC236}">
                  <a16:creationId xmlns:a16="http://schemas.microsoft.com/office/drawing/2014/main" id="{584A4C2F-986E-EA32-C193-4B162580530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77225" y="2346325"/>
              <a:ext cx="1755775" cy="1563688"/>
            </a:xfrm>
            <a:custGeom>
              <a:avLst/>
              <a:gdLst>
                <a:gd name="T0" fmla="*/ 797 w 1106"/>
                <a:gd name="T1" fmla="*/ 0 h 985"/>
                <a:gd name="T2" fmla="*/ 553 w 1106"/>
                <a:gd name="T3" fmla="*/ 671 h 985"/>
                <a:gd name="T4" fmla="*/ 308 w 1106"/>
                <a:gd name="T5" fmla="*/ 0 h 985"/>
                <a:gd name="T6" fmla="*/ 0 w 1106"/>
                <a:gd name="T7" fmla="*/ 0 h 985"/>
                <a:gd name="T8" fmla="*/ 405 w 1106"/>
                <a:gd name="T9" fmla="*/ 985 h 985"/>
                <a:gd name="T10" fmla="*/ 701 w 1106"/>
                <a:gd name="T11" fmla="*/ 985 h 985"/>
                <a:gd name="T12" fmla="*/ 1106 w 1106"/>
                <a:gd name="T13" fmla="*/ 0 h 985"/>
                <a:gd name="T14" fmla="*/ 797 w 1106"/>
                <a:gd name="T15" fmla="*/ 0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06" h="985">
                  <a:moveTo>
                    <a:pt x="797" y="0"/>
                  </a:moveTo>
                  <a:lnTo>
                    <a:pt x="553" y="671"/>
                  </a:lnTo>
                  <a:lnTo>
                    <a:pt x="308" y="0"/>
                  </a:lnTo>
                  <a:lnTo>
                    <a:pt x="0" y="0"/>
                  </a:lnTo>
                  <a:lnTo>
                    <a:pt x="405" y="985"/>
                  </a:lnTo>
                  <a:lnTo>
                    <a:pt x="701" y="985"/>
                  </a:lnTo>
                  <a:lnTo>
                    <a:pt x="1106" y="0"/>
                  </a:lnTo>
                  <a:lnTo>
                    <a:pt x="79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13" name="Freeform 9">
              <a:extLst>
                <a:ext uri="{FF2B5EF4-FFF2-40B4-BE49-F238E27FC236}">
                  <a16:creationId xmlns:a16="http://schemas.microsoft.com/office/drawing/2014/main" id="{2F89DA65-DEB8-60CE-3119-C54CD2F81DA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138488" y="2319338"/>
              <a:ext cx="1630363" cy="1617663"/>
            </a:xfrm>
            <a:custGeom>
              <a:avLst/>
              <a:gdLst>
                <a:gd name="T0" fmla="*/ 697 w 856"/>
                <a:gd name="T1" fmla="*/ 582 h 848"/>
                <a:gd name="T2" fmla="*/ 462 w 856"/>
                <a:gd name="T3" fmla="*/ 669 h 848"/>
                <a:gd name="T4" fmla="*/ 280 w 856"/>
                <a:gd name="T5" fmla="*/ 602 h 848"/>
                <a:gd name="T6" fmla="*/ 856 w 856"/>
                <a:gd name="T7" fmla="*/ 363 h 848"/>
                <a:gd name="T8" fmla="*/ 758 w 856"/>
                <a:gd name="T9" fmla="*/ 135 h 848"/>
                <a:gd name="T10" fmla="*/ 434 w 856"/>
                <a:gd name="T11" fmla="*/ 0 h 848"/>
                <a:gd name="T12" fmla="*/ 0 w 856"/>
                <a:gd name="T13" fmla="*/ 424 h 848"/>
                <a:gd name="T14" fmla="*/ 459 w 856"/>
                <a:gd name="T15" fmla="*/ 848 h 848"/>
                <a:gd name="T16" fmla="*/ 840 w 856"/>
                <a:gd name="T17" fmla="*/ 691 h 848"/>
                <a:gd name="T18" fmla="*/ 697 w 856"/>
                <a:gd name="T19" fmla="*/ 582 h 848"/>
                <a:gd name="T20" fmla="*/ 265 w 856"/>
                <a:gd name="T21" fmla="*/ 261 h 848"/>
                <a:gd name="T22" fmla="*/ 438 w 856"/>
                <a:gd name="T23" fmla="*/ 179 h 848"/>
                <a:gd name="T24" fmla="*/ 612 w 856"/>
                <a:gd name="T25" fmla="*/ 294 h 848"/>
                <a:gd name="T26" fmla="*/ 219 w 856"/>
                <a:gd name="T27" fmla="*/ 457 h 848"/>
                <a:gd name="T28" fmla="*/ 265 w 856"/>
                <a:gd name="T29" fmla="*/ 261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56" h="848">
                  <a:moveTo>
                    <a:pt x="697" y="582"/>
                  </a:moveTo>
                  <a:cubicBezTo>
                    <a:pt x="602" y="652"/>
                    <a:pt x="548" y="669"/>
                    <a:pt x="462" y="669"/>
                  </a:cubicBezTo>
                  <a:cubicBezTo>
                    <a:pt x="384" y="669"/>
                    <a:pt x="323" y="645"/>
                    <a:pt x="280" y="602"/>
                  </a:cubicBezTo>
                  <a:cubicBezTo>
                    <a:pt x="856" y="363"/>
                    <a:pt x="856" y="363"/>
                    <a:pt x="856" y="363"/>
                  </a:cubicBezTo>
                  <a:cubicBezTo>
                    <a:pt x="843" y="275"/>
                    <a:pt x="810" y="195"/>
                    <a:pt x="758" y="135"/>
                  </a:cubicBezTo>
                  <a:cubicBezTo>
                    <a:pt x="682" y="47"/>
                    <a:pt x="570" y="0"/>
                    <a:pt x="434" y="0"/>
                  </a:cubicBezTo>
                  <a:cubicBezTo>
                    <a:pt x="186" y="0"/>
                    <a:pt x="0" y="183"/>
                    <a:pt x="0" y="424"/>
                  </a:cubicBezTo>
                  <a:cubicBezTo>
                    <a:pt x="0" y="672"/>
                    <a:pt x="187" y="848"/>
                    <a:pt x="459" y="848"/>
                  </a:cubicBezTo>
                  <a:cubicBezTo>
                    <a:pt x="611" y="848"/>
                    <a:pt x="767" y="776"/>
                    <a:pt x="840" y="691"/>
                  </a:cubicBezTo>
                  <a:lnTo>
                    <a:pt x="697" y="582"/>
                  </a:lnTo>
                  <a:close/>
                  <a:moveTo>
                    <a:pt x="265" y="261"/>
                  </a:moveTo>
                  <a:cubicBezTo>
                    <a:pt x="303" y="210"/>
                    <a:pt x="364" y="179"/>
                    <a:pt x="438" y="179"/>
                  </a:cubicBezTo>
                  <a:cubicBezTo>
                    <a:pt x="519" y="179"/>
                    <a:pt x="581" y="226"/>
                    <a:pt x="612" y="294"/>
                  </a:cubicBezTo>
                  <a:cubicBezTo>
                    <a:pt x="219" y="457"/>
                    <a:pt x="219" y="457"/>
                    <a:pt x="219" y="457"/>
                  </a:cubicBezTo>
                  <a:cubicBezTo>
                    <a:pt x="208" y="374"/>
                    <a:pt x="230" y="308"/>
                    <a:pt x="265" y="26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14" name="Freeform 10">
              <a:extLst>
                <a:ext uri="{FF2B5EF4-FFF2-40B4-BE49-F238E27FC236}">
                  <a16:creationId xmlns:a16="http://schemas.microsoft.com/office/drawing/2014/main" id="{10A3EE42-0227-D024-FDFC-83E58AB899D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5925" y="1879600"/>
              <a:ext cx="1409700" cy="2030413"/>
            </a:xfrm>
            <a:custGeom>
              <a:avLst/>
              <a:gdLst>
                <a:gd name="T0" fmla="*/ 888 w 888"/>
                <a:gd name="T1" fmla="*/ 1030 h 1279"/>
                <a:gd name="T2" fmla="*/ 274 w 888"/>
                <a:gd name="T3" fmla="*/ 1030 h 1279"/>
                <a:gd name="T4" fmla="*/ 274 w 888"/>
                <a:gd name="T5" fmla="*/ 0 h 1279"/>
                <a:gd name="T6" fmla="*/ 0 w 888"/>
                <a:gd name="T7" fmla="*/ 0 h 1279"/>
                <a:gd name="T8" fmla="*/ 0 w 888"/>
                <a:gd name="T9" fmla="*/ 1279 h 1279"/>
                <a:gd name="T10" fmla="*/ 888 w 888"/>
                <a:gd name="T11" fmla="*/ 1279 h 1279"/>
                <a:gd name="T12" fmla="*/ 888 w 888"/>
                <a:gd name="T13" fmla="*/ 1030 h 1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88" h="1279">
                  <a:moveTo>
                    <a:pt x="888" y="1030"/>
                  </a:moveTo>
                  <a:lnTo>
                    <a:pt x="274" y="1030"/>
                  </a:lnTo>
                  <a:lnTo>
                    <a:pt x="274" y="0"/>
                  </a:lnTo>
                  <a:lnTo>
                    <a:pt x="0" y="0"/>
                  </a:lnTo>
                  <a:lnTo>
                    <a:pt x="0" y="1279"/>
                  </a:lnTo>
                  <a:lnTo>
                    <a:pt x="888" y="1279"/>
                  </a:lnTo>
                  <a:lnTo>
                    <a:pt x="888" y="10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15" name="Freeform 10">
              <a:extLst>
                <a:ext uri="{FF2B5EF4-FFF2-40B4-BE49-F238E27FC236}">
                  <a16:creationId xmlns:a16="http://schemas.microsoft.com/office/drawing/2014/main" id="{B71D7F0F-66ED-5122-7E93-2CCDC18FB89B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966325" y="2319338"/>
              <a:ext cx="1677988" cy="1617663"/>
            </a:xfrm>
            <a:custGeom>
              <a:avLst/>
              <a:gdLst>
                <a:gd name="T0" fmla="*/ 439 w 881"/>
                <a:gd name="T1" fmla="*/ 848 h 848"/>
                <a:gd name="T2" fmla="*/ 0 w 881"/>
                <a:gd name="T3" fmla="*/ 424 h 848"/>
                <a:gd name="T4" fmla="*/ 442 w 881"/>
                <a:gd name="T5" fmla="*/ 0 h 848"/>
                <a:gd name="T6" fmla="*/ 881 w 881"/>
                <a:gd name="T7" fmla="*/ 424 h 848"/>
                <a:gd name="T8" fmla="*/ 439 w 881"/>
                <a:gd name="T9" fmla="*/ 848 h 848"/>
                <a:gd name="T10" fmla="*/ 439 w 881"/>
                <a:gd name="T11" fmla="*/ 193 h 848"/>
                <a:gd name="T12" fmla="*/ 222 w 881"/>
                <a:gd name="T13" fmla="*/ 424 h 848"/>
                <a:gd name="T14" fmla="*/ 442 w 881"/>
                <a:gd name="T15" fmla="*/ 655 h 848"/>
                <a:gd name="T16" fmla="*/ 659 w 881"/>
                <a:gd name="T17" fmla="*/ 424 h 848"/>
                <a:gd name="T18" fmla="*/ 439 w 881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1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4" y="0"/>
                    <a:pt x="442" y="0"/>
                  </a:cubicBezTo>
                  <a:cubicBezTo>
                    <a:pt x="688" y="0"/>
                    <a:pt x="881" y="184"/>
                    <a:pt x="881" y="424"/>
                  </a:cubicBezTo>
                  <a:cubicBezTo>
                    <a:pt x="881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3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59" y="557"/>
                    <a:pt x="659" y="424"/>
                  </a:cubicBezTo>
                  <a:cubicBezTo>
                    <a:pt x="659" y="295"/>
                    <a:pt x="562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16" name="Freeform 11">
              <a:extLst>
                <a:ext uri="{FF2B5EF4-FFF2-40B4-BE49-F238E27FC236}">
                  <a16:creationId xmlns:a16="http://schemas.microsoft.com/office/drawing/2014/main" id="{E827DA00-4AC6-AE82-9263-31F727C1786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64325" y="2319338"/>
              <a:ext cx="1679575" cy="1617663"/>
            </a:xfrm>
            <a:custGeom>
              <a:avLst/>
              <a:gdLst>
                <a:gd name="T0" fmla="*/ 439 w 882"/>
                <a:gd name="T1" fmla="*/ 848 h 848"/>
                <a:gd name="T2" fmla="*/ 0 w 882"/>
                <a:gd name="T3" fmla="*/ 424 h 848"/>
                <a:gd name="T4" fmla="*/ 442 w 882"/>
                <a:gd name="T5" fmla="*/ 0 h 848"/>
                <a:gd name="T6" fmla="*/ 882 w 882"/>
                <a:gd name="T7" fmla="*/ 424 h 848"/>
                <a:gd name="T8" fmla="*/ 439 w 882"/>
                <a:gd name="T9" fmla="*/ 848 h 848"/>
                <a:gd name="T10" fmla="*/ 439 w 882"/>
                <a:gd name="T11" fmla="*/ 193 h 848"/>
                <a:gd name="T12" fmla="*/ 222 w 882"/>
                <a:gd name="T13" fmla="*/ 424 h 848"/>
                <a:gd name="T14" fmla="*/ 442 w 882"/>
                <a:gd name="T15" fmla="*/ 655 h 848"/>
                <a:gd name="T16" fmla="*/ 660 w 882"/>
                <a:gd name="T17" fmla="*/ 424 h 848"/>
                <a:gd name="T18" fmla="*/ 439 w 882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2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5" y="0"/>
                    <a:pt x="442" y="0"/>
                  </a:cubicBezTo>
                  <a:cubicBezTo>
                    <a:pt x="689" y="0"/>
                    <a:pt x="882" y="184"/>
                    <a:pt x="882" y="424"/>
                  </a:cubicBezTo>
                  <a:cubicBezTo>
                    <a:pt x="882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4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60" y="557"/>
                    <a:pt x="660" y="424"/>
                  </a:cubicBezTo>
                  <a:cubicBezTo>
                    <a:pt x="660" y="295"/>
                    <a:pt x="563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</p:grpSp>
    </p:spTree>
    <p:extLst>
      <p:ext uri="{BB962C8B-B14F-4D97-AF65-F5344CB8AC3E}">
        <p14:creationId xmlns:p14="http://schemas.microsoft.com/office/powerpoint/2010/main" val="1557996871"/>
      </p:ext>
    </p:extLst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Lay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07"/>
          <p:cNvSpPr>
            <a:spLocks noGrp="1"/>
          </p:cNvSpPr>
          <p:nvPr>
            <p:ph type="body" sz="quarter" idx="18" hasCustomPrompt="1"/>
          </p:nvPr>
        </p:nvSpPr>
        <p:spPr bwMode="white">
          <a:xfrm>
            <a:off x="759025" y="1812556"/>
            <a:ext cx="9910169" cy="2759445"/>
          </a:xfrm>
          <a:prstGeom prst="rect">
            <a:avLst/>
          </a:prstGeom>
        </p:spPr>
        <p:txBody>
          <a:bodyPr lIns="0" anchor="t">
            <a:normAutofit/>
          </a:bodyPr>
          <a:lstStyle>
            <a:lvl1pPr marL="0" indent="0" algn="l">
              <a:lnSpc>
                <a:spcPct val="85000"/>
              </a:lnSpc>
              <a:spcBef>
                <a:spcPts val="0"/>
              </a:spcBef>
              <a:buNone/>
              <a:defRPr sz="4400" b="1" spc="-150">
                <a:solidFill>
                  <a:schemeClr val="tx1"/>
                </a:solidFill>
              </a:defRPr>
            </a:lvl1pPr>
            <a:lvl2pPr marL="341313" indent="0" algn="ctr">
              <a:buNone/>
              <a:defRPr>
                <a:solidFill>
                  <a:schemeClr val="bg1"/>
                </a:solidFill>
              </a:defRPr>
            </a:lvl2pPr>
            <a:lvl3pPr marL="679450" indent="0" algn="ctr">
              <a:buNone/>
              <a:defRPr>
                <a:solidFill>
                  <a:schemeClr val="bg1"/>
                </a:solidFill>
              </a:defRPr>
            </a:lvl3pPr>
            <a:lvl4pPr marL="966787" indent="0" algn="ctr">
              <a:buNone/>
              <a:defRPr>
                <a:solidFill>
                  <a:schemeClr val="bg1"/>
                </a:solidFill>
              </a:defRPr>
            </a:lvl4pPr>
            <a:lvl5pPr marL="1146175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17" name="Text Placeholder 110"/>
          <p:cNvSpPr>
            <a:spLocks noGrp="1"/>
          </p:cNvSpPr>
          <p:nvPr>
            <p:ph type="body" sz="quarter" idx="19" hasCustomPrompt="1"/>
          </p:nvPr>
        </p:nvSpPr>
        <p:spPr>
          <a:xfrm>
            <a:off x="759024" y="5045446"/>
            <a:ext cx="9910169" cy="406265"/>
          </a:xfrm>
          <a:prstGeom prst="rect">
            <a:avLst/>
          </a:prstGeom>
        </p:spPr>
        <p:txBody>
          <a:bodyPr lIns="0">
            <a:spAutoFit/>
          </a:bodyPr>
          <a:lstStyle>
            <a:lvl1pPr marL="0" indent="0" algn="l">
              <a:lnSpc>
                <a:spcPct val="85000"/>
              </a:lnSpc>
              <a:spcBef>
                <a:spcPts val="0"/>
              </a:spcBef>
              <a:buNone/>
              <a:defRPr sz="2400" b="1" spc="-150" baseline="0">
                <a:solidFill>
                  <a:schemeClr val="tx1"/>
                </a:solidFill>
              </a:defRPr>
            </a:lvl1pPr>
            <a:lvl2pPr marL="341313" indent="0">
              <a:buNone/>
              <a:defRPr/>
            </a:lvl2pPr>
            <a:lvl3pPr marL="679450" indent="0">
              <a:buNone/>
              <a:defRPr/>
            </a:lvl3pPr>
            <a:lvl4pPr marL="966787" indent="0">
              <a:buNone/>
              <a:defRPr/>
            </a:lvl4pPr>
            <a:lvl5pPr marL="1146175" indent="0">
              <a:buNone/>
              <a:defRPr/>
            </a:lvl5pPr>
          </a:lstStyle>
          <a:p>
            <a:pPr lvl="0"/>
            <a:r>
              <a:rPr lang="en-US" dirty="0"/>
              <a:t>Click to edit quote source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E815315-0D5A-DC09-BF8B-373910164840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037CD95-D004-2B21-4A36-C02C76A5C015}"/>
              </a:ext>
            </a:extLst>
          </p:cNvPr>
          <p:cNvGrpSpPr/>
          <p:nvPr userDrawn="1"/>
        </p:nvGrpSpPr>
        <p:grpSpPr>
          <a:xfrm>
            <a:off x="759024" y="788988"/>
            <a:ext cx="990858" cy="735013"/>
            <a:chOff x="657226" y="398463"/>
            <a:chExt cx="990600" cy="735013"/>
          </a:xfrm>
          <a:gradFill>
            <a:gsLst>
              <a:gs pos="100000">
                <a:srgbClr val="F5A598"/>
              </a:gs>
              <a:gs pos="47000">
                <a:srgbClr val="D2ADC9"/>
              </a:gs>
              <a:gs pos="77000">
                <a:srgbClr val="E6BDC1"/>
              </a:gs>
              <a:gs pos="9000">
                <a:srgbClr val="A7B6D3"/>
              </a:gs>
            </a:gsLst>
            <a:lin ang="13500000" scaled="1"/>
          </a:gradFill>
        </p:grpSpPr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7478010D-01FF-497C-41EB-76A4E063D3B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57226" y="398463"/>
              <a:ext cx="452438" cy="735013"/>
            </a:xfrm>
            <a:custGeom>
              <a:avLst/>
              <a:gdLst>
                <a:gd name="T0" fmla="*/ 0 w 452"/>
                <a:gd name="T1" fmla="*/ 428 h 736"/>
                <a:gd name="T2" fmla="*/ 422 w 452"/>
                <a:gd name="T3" fmla="*/ 0 h 736"/>
                <a:gd name="T4" fmla="*/ 452 w 452"/>
                <a:gd name="T5" fmla="*/ 144 h 736"/>
                <a:gd name="T6" fmla="*/ 228 w 452"/>
                <a:gd name="T7" fmla="*/ 370 h 736"/>
                <a:gd name="T8" fmla="*/ 370 w 452"/>
                <a:gd name="T9" fmla="*/ 370 h 736"/>
                <a:gd name="T10" fmla="*/ 370 w 452"/>
                <a:gd name="T11" fmla="*/ 736 h 736"/>
                <a:gd name="T12" fmla="*/ 0 w 452"/>
                <a:gd name="T13" fmla="*/ 736 h 736"/>
                <a:gd name="T14" fmla="*/ 0 w 452"/>
                <a:gd name="T15" fmla="*/ 428 h 7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52" h="736">
                  <a:moveTo>
                    <a:pt x="0" y="428"/>
                  </a:moveTo>
                  <a:cubicBezTo>
                    <a:pt x="0" y="126"/>
                    <a:pt x="151" y="5"/>
                    <a:pt x="422" y="0"/>
                  </a:cubicBezTo>
                  <a:cubicBezTo>
                    <a:pt x="452" y="144"/>
                    <a:pt x="452" y="144"/>
                    <a:pt x="452" y="144"/>
                  </a:cubicBezTo>
                  <a:cubicBezTo>
                    <a:pt x="294" y="160"/>
                    <a:pt x="217" y="240"/>
                    <a:pt x="228" y="370"/>
                  </a:cubicBezTo>
                  <a:cubicBezTo>
                    <a:pt x="370" y="370"/>
                    <a:pt x="370" y="370"/>
                    <a:pt x="370" y="370"/>
                  </a:cubicBezTo>
                  <a:cubicBezTo>
                    <a:pt x="370" y="736"/>
                    <a:pt x="370" y="736"/>
                    <a:pt x="370" y="736"/>
                  </a:cubicBezTo>
                  <a:cubicBezTo>
                    <a:pt x="0" y="736"/>
                    <a:pt x="0" y="736"/>
                    <a:pt x="0" y="736"/>
                  </a:cubicBezTo>
                  <a:lnTo>
                    <a:pt x="0" y="42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13" name="Freeform 6">
              <a:extLst>
                <a:ext uri="{FF2B5EF4-FFF2-40B4-BE49-F238E27FC236}">
                  <a16:creationId xmlns:a16="http://schemas.microsoft.com/office/drawing/2014/main" id="{C7C4737E-BF88-7B2F-7399-008A3E052A1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195388" y="398463"/>
              <a:ext cx="452438" cy="735013"/>
            </a:xfrm>
            <a:custGeom>
              <a:avLst/>
              <a:gdLst>
                <a:gd name="T0" fmla="*/ 0 w 452"/>
                <a:gd name="T1" fmla="*/ 428 h 736"/>
                <a:gd name="T2" fmla="*/ 422 w 452"/>
                <a:gd name="T3" fmla="*/ 0 h 736"/>
                <a:gd name="T4" fmla="*/ 452 w 452"/>
                <a:gd name="T5" fmla="*/ 144 h 736"/>
                <a:gd name="T6" fmla="*/ 228 w 452"/>
                <a:gd name="T7" fmla="*/ 370 h 736"/>
                <a:gd name="T8" fmla="*/ 370 w 452"/>
                <a:gd name="T9" fmla="*/ 370 h 736"/>
                <a:gd name="T10" fmla="*/ 370 w 452"/>
                <a:gd name="T11" fmla="*/ 736 h 736"/>
                <a:gd name="T12" fmla="*/ 0 w 452"/>
                <a:gd name="T13" fmla="*/ 736 h 736"/>
                <a:gd name="T14" fmla="*/ 0 w 452"/>
                <a:gd name="T15" fmla="*/ 428 h 7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52" h="736">
                  <a:moveTo>
                    <a:pt x="0" y="428"/>
                  </a:moveTo>
                  <a:cubicBezTo>
                    <a:pt x="0" y="126"/>
                    <a:pt x="151" y="5"/>
                    <a:pt x="422" y="0"/>
                  </a:cubicBezTo>
                  <a:cubicBezTo>
                    <a:pt x="452" y="144"/>
                    <a:pt x="452" y="144"/>
                    <a:pt x="452" y="144"/>
                  </a:cubicBezTo>
                  <a:cubicBezTo>
                    <a:pt x="294" y="160"/>
                    <a:pt x="217" y="240"/>
                    <a:pt x="228" y="370"/>
                  </a:cubicBezTo>
                  <a:cubicBezTo>
                    <a:pt x="370" y="370"/>
                    <a:pt x="370" y="370"/>
                    <a:pt x="370" y="370"/>
                  </a:cubicBezTo>
                  <a:cubicBezTo>
                    <a:pt x="370" y="736"/>
                    <a:pt x="370" y="736"/>
                    <a:pt x="370" y="736"/>
                  </a:cubicBezTo>
                  <a:cubicBezTo>
                    <a:pt x="0" y="736"/>
                    <a:pt x="0" y="736"/>
                    <a:pt x="0" y="736"/>
                  </a:cubicBezTo>
                  <a:lnTo>
                    <a:pt x="0" y="42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</p:grpSp>
    </p:spTree>
    <p:extLst>
      <p:ext uri="{BB962C8B-B14F-4D97-AF65-F5344CB8AC3E}">
        <p14:creationId xmlns:p14="http://schemas.microsoft.com/office/powerpoint/2010/main" val="3358460445"/>
      </p:ext>
    </p:extLst>
  </p:cSld>
  <p:clrMapOvr>
    <a:masterClrMapping/>
  </p:clrMapOvr>
  <p:transition spd="med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Layout_Black">
    <p:bg>
      <p:bgPr>
        <a:solidFill>
          <a:srgbClr val="1E01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07"/>
          <p:cNvSpPr>
            <a:spLocks noGrp="1"/>
          </p:cNvSpPr>
          <p:nvPr>
            <p:ph type="body" sz="quarter" idx="18" hasCustomPrompt="1"/>
          </p:nvPr>
        </p:nvSpPr>
        <p:spPr bwMode="white">
          <a:xfrm>
            <a:off x="759025" y="1812556"/>
            <a:ext cx="9914678" cy="2763845"/>
          </a:xfrm>
          <a:prstGeom prst="rect">
            <a:avLst/>
          </a:prstGeom>
        </p:spPr>
        <p:txBody>
          <a:bodyPr lIns="0" anchor="t">
            <a:normAutofit/>
          </a:bodyPr>
          <a:lstStyle>
            <a:lvl1pPr marL="0" indent="0" algn="l">
              <a:lnSpc>
                <a:spcPct val="85000"/>
              </a:lnSpc>
              <a:spcBef>
                <a:spcPts val="0"/>
              </a:spcBef>
              <a:buNone/>
              <a:defRPr sz="4400" b="1" spc="-150">
                <a:solidFill>
                  <a:schemeClr val="bg1"/>
                </a:solidFill>
              </a:defRPr>
            </a:lvl1pPr>
            <a:lvl2pPr marL="341313" indent="0" algn="ctr">
              <a:buNone/>
              <a:defRPr>
                <a:solidFill>
                  <a:schemeClr val="bg1"/>
                </a:solidFill>
              </a:defRPr>
            </a:lvl2pPr>
            <a:lvl3pPr marL="679450" indent="0" algn="ctr">
              <a:buNone/>
              <a:defRPr>
                <a:solidFill>
                  <a:schemeClr val="bg1"/>
                </a:solidFill>
              </a:defRPr>
            </a:lvl3pPr>
            <a:lvl4pPr marL="966787" indent="0" algn="ctr">
              <a:buNone/>
              <a:defRPr>
                <a:solidFill>
                  <a:schemeClr val="bg1"/>
                </a:solidFill>
              </a:defRPr>
            </a:lvl4pPr>
            <a:lvl5pPr marL="1146175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17" name="Text Placeholder 110"/>
          <p:cNvSpPr>
            <a:spLocks noGrp="1"/>
          </p:cNvSpPr>
          <p:nvPr>
            <p:ph type="body" sz="quarter" idx="19" hasCustomPrompt="1"/>
          </p:nvPr>
        </p:nvSpPr>
        <p:spPr>
          <a:xfrm>
            <a:off x="759024" y="5045446"/>
            <a:ext cx="9914679" cy="406265"/>
          </a:xfrm>
          <a:prstGeom prst="rect">
            <a:avLst/>
          </a:prstGeom>
        </p:spPr>
        <p:txBody>
          <a:bodyPr lIns="0">
            <a:noAutofit/>
          </a:bodyPr>
          <a:lstStyle>
            <a:lvl1pPr marL="0" indent="0" algn="l">
              <a:lnSpc>
                <a:spcPct val="85000"/>
              </a:lnSpc>
              <a:spcBef>
                <a:spcPts val="0"/>
              </a:spcBef>
              <a:buNone/>
              <a:defRPr sz="2400" b="1" spc="-150" baseline="0">
                <a:solidFill>
                  <a:schemeClr val="bg1"/>
                </a:solidFill>
              </a:defRPr>
            </a:lvl1pPr>
            <a:lvl2pPr marL="341313" indent="0">
              <a:buNone/>
              <a:defRPr/>
            </a:lvl2pPr>
            <a:lvl3pPr marL="679450" indent="0">
              <a:buNone/>
              <a:defRPr/>
            </a:lvl3pPr>
            <a:lvl4pPr marL="966787" indent="0">
              <a:buNone/>
              <a:defRPr/>
            </a:lvl4pPr>
            <a:lvl5pPr marL="1146175" indent="0">
              <a:buNone/>
              <a:defRPr/>
            </a:lvl5pPr>
          </a:lstStyle>
          <a:p>
            <a:pPr lvl="0"/>
            <a:r>
              <a:rPr lang="en-US" dirty="0"/>
              <a:t>Click to edit quote source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9005ED3-DC5A-16D6-BC0D-2BC8DBC127C3}"/>
              </a:ext>
            </a:extLst>
          </p:cNvPr>
          <p:cNvSpPr txBox="1"/>
          <p:nvPr userDrawn="1"/>
        </p:nvSpPr>
        <p:spPr>
          <a:xfrm>
            <a:off x="1602706" y="6401580"/>
            <a:ext cx="411587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2025 Lenovo Internal. All rights reserved.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CB189A2-A5C7-0BFE-DC45-2B6C62F67C05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760611" y="6348283"/>
            <a:ext cx="777442" cy="259316"/>
            <a:chOff x="547688" y="952500"/>
            <a:chExt cx="12190413" cy="4067175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F584051D-228D-60EF-D68E-4B4E925E178E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47688" y="952500"/>
              <a:ext cx="12190413" cy="40671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8" name="Freeform 7">
              <a:extLst>
                <a:ext uri="{FF2B5EF4-FFF2-40B4-BE49-F238E27FC236}">
                  <a16:creationId xmlns:a16="http://schemas.microsoft.com/office/drawing/2014/main" id="{425E7774-98DD-0FEF-9145-91D6B46D26C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922838" y="2319338"/>
              <a:ext cx="1571625" cy="1590675"/>
            </a:xfrm>
            <a:custGeom>
              <a:avLst/>
              <a:gdLst>
                <a:gd name="T0" fmla="*/ 492 w 825"/>
                <a:gd name="T1" fmla="*/ 0 h 834"/>
                <a:gd name="T2" fmla="*/ 225 w 825"/>
                <a:gd name="T3" fmla="*/ 132 h 834"/>
                <a:gd name="T4" fmla="*/ 225 w 825"/>
                <a:gd name="T5" fmla="*/ 132 h 834"/>
                <a:gd name="T6" fmla="*/ 225 w 825"/>
                <a:gd name="T7" fmla="*/ 132 h 834"/>
                <a:gd name="T8" fmla="*/ 225 w 825"/>
                <a:gd name="T9" fmla="*/ 14 h 834"/>
                <a:gd name="T10" fmla="*/ 0 w 825"/>
                <a:gd name="T11" fmla="*/ 14 h 834"/>
                <a:gd name="T12" fmla="*/ 0 w 825"/>
                <a:gd name="T13" fmla="*/ 834 h 834"/>
                <a:gd name="T14" fmla="*/ 225 w 825"/>
                <a:gd name="T15" fmla="*/ 834 h 834"/>
                <a:gd name="T16" fmla="*/ 225 w 825"/>
                <a:gd name="T17" fmla="*/ 367 h 834"/>
                <a:gd name="T18" fmla="*/ 411 w 825"/>
                <a:gd name="T19" fmla="*/ 194 h 834"/>
                <a:gd name="T20" fmla="*/ 600 w 825"/>
                <a:gd name="T21" fmla="*/ 367 h 834"/>
                <a:gd name="T22" fmla="*/ 600 w 825"/>
                <a:gd name="T23" fmla="*/ 834 h 834"/>
                <a:gd name="T24" fmla="*/ 825 w 825"/>
                <a:gd name="T25" fmla="*/ 834 h 834"/>
                <a:gd name="T26" fmla="*/ 825 w 825"/>
                <a:gd name="T27" fmla="*/ 326 h 834"/>
                <a:gd name="T28" fmla="*/ 492 w 825"/>
                <a:gd name="T29" fmla="*/ 0 h 8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25" h="834">
                  <a:moveTo>
                    <a:pt x="492" y="0"/>
                  </a:moveTo>
                  <a:cubicBezTo>
                    <a:pt x="398" y="0"/>
                    <a:pt x="291" y="44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4"/>
                    <a:pt x="225" y="14"/>
                    <a:pt x="225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834"/>
                    <a:pt x="0" y="834"/>
                    <a:pt x="0" y="834"/>
                  </a:cubicBezTo>
                  <a:cubicBezTo>
                    <a:pt x="225" y="834"/>
                    <a:pt x="225" y="834"/>
                    <a:pt x="225" y="834"/>
                  </a:cubicBezTo>
                  <a:cubicBezTo>
                    <a:pt x="225" y="367"/>
                    <a:pt x="225" y="367"/>
                    <a:pt x="225" y="367"/>
                  </a:cubicBezTo>
                  <a:cubicBezTo>
                    <a:pt x="225" y="283"/>
                    <a:pt x="290" y="194"/>
                    <a:pt x="411" y="194"/>
                  </a:cubicBezTo>
                  <a:cubicBezTo>
                    <a:pt x="504" y="194"/>
                    <a:pt x="600" y="259"/>
                    <a:pt x="600" y="367"/>
                  </a:cubicBezTo>
                  <a:cubicBezTo>
                    <a:pt x="600" y="834"/>
                    <a:pt x="600" y="834"/>
                    <a:pt x="600" y="834"/>
                  </a:cubicBezTo>
                  <a:cubicBezTo>
                    <a:pt x="825" y="834"/>
                    <a:pt x="825" y="834"/>
                    <a:pt x="825" y="834"/>
                  </a:cubicBezTo>
                  <a:cubicBezTo>
                    <a:pt x="825" y="326"/>
                    <a:pt x="825" y="326"/>
                    <a:pt x="825" y="326"/>
                  </a:cubicBezTo>
                  <a:cubicBezTo>
                    <a:pt x="825" y="137"/>
                    <a:pt x="690" y="0"/>
                    <a:pt x="492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9" name="Freeform 8">
              <a:extLst>
                <a:ext uri="{FF2B5EF4-FFF2-40B4-BE49-F238E27FC236}">
                  <a16:creationId xmlns:a16="http://schemas.microsoft.com/office/drawing/2014/main" id="{7F3BA1AE-9A9D-B9A4-5403-6AA4C35F1E6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77225" y="2346325"/>
              <a:ext cx="1755775" cy="1563688"/>
            </a:xfrm>
            <a:custGeom>
              <a:avLst/>
              <a:gdLst>
                <a:gd name="T0" fmla="*/ 797 w 1106"/>
                <a:gd name="T1" fmla="*/ 0 h 985"/>
                <a:gd name="T2" fmla="*/ 553 w 1106"/>
                <a:gd name="T3" fmla="*/ 671 h 985"/>
                <a:gd name="T4" fmla="*/ 308 w 1106"/>
                <a:gd name="T5" fmla="*/ 0 h 985"/>
                <a:gd name="T6" fmla="*/ 0 w 1106"/>
                <a:gd name="T7" fmla="*/ 0 h 985"/>
                <a:gd name="T8" fmla="*/ 405 w 1106"/>
                <a:gd name="T9" fmla="*/ 985 h 985"/>
                <a:gd name="T10" fmla="*/ 701 w 1106"/>
                <a:gd name="T11" fmla="*/ 985 h 985"/>
                <a:gd name="T12" fmla="*/ 1106 w 1106"/>
                <a:gd name="T13" fmla="*/ 0 h 985"/>
                <a:gd name="T14" fmla="*/ 797 w 1106"/>
                <a:gd name="T15" fmla="*/ 0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06" h="985">
                  <a:moveTo>
                    <a:pt x="797" y="0"/>
                  </a:moveTo>
                  <a:lnTo>
                    <a:pt x="553" y="671"/>
                  </a:lnTo>
                  <a:lnTo>
                    <a:pt x="308" y="0"/>
                  </a:lnTo>
                  <a:lnTo>
                    <a:pt x="0" y="0"/>
                  </a:lnTo>
                  <a:lnTo>
                    <a:pt x="405" y="985"/>
                  </a:lnTo>
                  <a:lnTo>
                    <a:pt x="701" y="985"/>
                  </a:lnTo>
                  <a:lnTo>
                    <a:pt x="1106" y="0"/>
                  </a:lnTo>
                  <a:lnTo>
                    <a:pt x="79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30" name="Freeform 9">
              <a:extLst>
                <a:ext uri="{FF2B5EF4-FFF2-40B4-BE49-F238E27FC236}">
                  <a16:creationId xmlns:a16="http://schemas.microsoft.com/office/drawing/2014/main" id="{437AAFBE-8A17-35F2-274B-EB0FA065C2D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138488" y="2319338"/>
              <a:ext cx="1630363" cy="1617663"/>
            </a:xfrm>
            <a:custGeom>
              <a:avLst/>
              <a:gdLst>
                <a:gd name="T0" fmla="*/ 697 w 856"/>
                <a:gd name="T1" fmla="*/ 582 h 848"/>
                <a:gd name="T2" fmla="*/ 462 w 856"/>
                <a:gd name="T3" fmla="*/ 669 h 848"/>
                <a:gd name="T4" fmla="*/ 280 w 856"/>
                <a:gd name="T5" fmla="*/ 602 h 848"/>
                <a:gd name="T6" fmla="*/ 856 w 856"/>
                <a:gd name="T7" fmla="*/ 363 h 848"/>
                <a:gd name="T8" fmla="*/ 758 w 856"/>
                <a:gd name="T9" fmla="*/ 135 h 848"/>
                <a:gd name="T10" fmla="*/ 434 w 856"/>
                <a:gd name="T11" fmla="*/ 0 h 848"/>
                <a:gd name="T12" fmla="*/ 0 w 856"/>
                <a:gd name="T13" fmla="*/ 424 h 848"/>
                <a:gd name="T14" fmla="*/ 459 w 856"/>
                <a:gd name="T15" fmla="*/ 848 h 848"/>
                <a:gd name="T16" fmla="*/ 840 w 856"/>
                <a:gd name="T17" fmla="*/ 691 h 848"/>
                <a:gd name="T18" fmla="*/ 697 w 856"/>
                <a:gd name="T19" fmla="*/ 582 h 848"/>
                <a:gd name="T20" fmla="*/ 265 w 856"/>
                <a:gd name="T21" fmla="*/ 261 h 848"/>
                <a:gd name="T22" fmla="*/ 438 w 856"/>
                <a:gd name="T23" fmla="*/ 179 h 848"/>
                <a:gd name="T24" fmla="*/ 612 w 856"/>
                <a:gd name="T25" fmla="*/ 294 h 848"/>
                <a:gd name="T26" fmla="*/ 219 w 856"/>
                <a:gd name="T27" fmla="*/ 457 h 848"/>
                <a:gd name="T28" fmla="*/ 265 w 856"/>
                <a:gd name="T29" fmla="*/ 261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56" h="848">
                  <a:moveTo>
                    <a:pt x="697" y="582"/>
                  </a:moveTo>
                  <a:cubicBezTo>
                    <a:pt x="602" y="652"/>
                    <a:pt x="548" y="669"/>
                    <a:pt x="462" y="669"/>
                  </a:cubicBezTo>
                  <a:cubicBezTo>
                    <a:pt x="384" y="669"/>
                    <a:pt x="323" y="645"/>
                    <a:pt x="280" y="602"/>
                  </a:cubicBezTo>
                  <a:cubicBezTo>
                    <a:pt x="856" y="363"/>
                    <a:pt x="856" y="363"/>
                    <a:pt x="856" y="363"/>
                  </a:cubicBezTo>
                  <a:cubicBezTo>
                    <a:pt x="843" y="275"/>
                    <a:pt x="810" y="195"/>
                    <a:pt x="758" y="135"/>
                  </a:cubicBezTo>
                  <a:cubicBezTo>
                    <a:pt x="682" y="47"/>
                    <a:pt x="570" y="0"/>
                    <a:pt x="434" y="0"/>
                  </a:cubicBezTo>
                  <a:cubicBezTo>
                    <a:pt x="186" y="0"/>
                    <a:pt x="0" y="183"/>
                    <a:pt x="0" y="424"/>
                  </a:cubicBezTo>
                  <a:cubicBezTo>
                    <a:pt x="0" y="672"/>
                    <a:pt x="187" y="848"/>
                    <a:pt x="459" y="848"/>
                  </a:cubicBezTo>
                  <a:cubicBezTo>
                    <a:pt x="611" y="848"/>
                    <a:pt x="767" y="776"/>
                    <a:pt x="840" y="691"/>
                  </a:cubicBezTo>
                  <a:lnTo>
                    <a:pt x="697" y="582"/>
                  </a:lnTo>
                  <a:close/>
                  <a:moveTo>
                    <a:pt x="265" y="261"/>
                  </a:moveTo>
                  <a:cubicBezTo>
                    <a:pt x="303" y="210"/>
                    <a:pt x="364" y="179"/>
                    <a:pt x="438" y="179"/>
                  </a:cubicBezTo>
                  <a:cubicBezTo>
                    <a:pt x="519" y="179"/>
                    <a:pt x="581" y="226"/>
                    <a:pt x="612" y="294"/>
                  </a:cubicBezTo>
                  <a:cubicBezTo>
                    <a:pt x="219" y="457"/>
                    <a:pt x="219" y="457"/>
                    <a:pt x="219" y="457"/>
                  </a:cubicBezTo>
                  <a:cubicBezTo>
                    <a:pt x="208" y="374"/>
                    <a:pt x="230" y="308"/>
                    <a:pt x="265" y="26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31" name="Freeform 10">
              <a:extLst>
                <a:ext uri="{FF2B5EF4-FFF2-40B4-BE49-F238E27FC236}">
                  <a16:creationId xmlns:a16="http://schemas.microsoft.com/office/drawing/2014/main" id="{A3380145-9EE8-3EC6-9B1C-FB9540A9C73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5925" y="1879600"/>
              <a:ext cx="1409700" cy="2030413"/>
            </a:xfrm>
            <a:custGeom>
              <a:avLst/>
              <a:gdLst>
                <a:gd name="T0" fmla="*/ 888 w 888"/>
                <a:gd name="T1" fmla="*/ 1030 h 1279"/>
                <a:gd name="T2" fmla="*/ 274 w 888"/>
                <a:gd name="T3" fmla="*/ 1030 h 1279"/>
                <a:gd name="T4" fmla="*/ 274 w 888"/>
                <a:gd name="T5" fmla="*/ 0 h 1279"/>
                <a:gd name="T6" fmla="*/ 0 w 888"/>
                <a:gd name="T7" fmla="*/ 0 h 1279"/>
                <a:gd name="T8" fmla="*/ 0 w 888"/>
                <a:gd name="T9" fmla="*/ 1279 h 1279"/>
                <a:gd name="T10" fmla="*/ 888 w 888"/>
                <a:gd name="T11" fmla="*/ 1279 h 1279"/>
                <a:gd name="T12" fmla="*/ 888 w 888"/>
                <a:gd name="T13" fmla="*/ 1030 h 1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88" h="1279">
                  <a:moveTo>
                    <a:pt x="888" y="1030"/>
                  </a:moveTo>
                  <a:lnTo>
                    <a:pt x="274" y="1030"/>
                  </a:lnTo>
                  <a:lnTo>
                    <a:pt x="274" y="0"/>
                  </a:lnTo>
                  <a:lnTo>
                    <a:pt x="0" y="0"/>
                  </a:lnTo>
                  <a:lnTo>
                    <a:pt x="0" y="1279"/>
                  </a:lnTo>
                  <a:lnTo>
                    <a:pt x="888" y="1279"/>
                  </a:lnTo>
                  <a:lnTo>
                    <a:pt x="888" y="10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32" name="Freeform 10">
              <a:extLst>
                <a:ext uri="{FF2B5EF4-FFF2-40B4-BE49-F238E27FC236}">
                  <a16:creationId xmlns:a16="http://schemas.microsoft.com/office/drawing/2014/main" id="{0BF31EAF-B3E0-97CF-2E5E-B91BC8A708C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966325" y="2319338"/>
              <a:ext cx="1677988" cy="1617663"/>
            </a:xfrm>
            <a:custGeom>
              <a:avLst/>
              <a:gdLst>
                <a:gd name="T0" fmla="*/ 439 w 881"/>
                <a:gd name="T1" fmla="*/ 848 h 848"/>
                <a:gd name="T2" fmla="*/ 0 w 881"/>
                <a:gd name="T3" fmla="*/ 424 h 848"/>
                <a:gd name="T4" fmla="*/ 442 w 881"/>
                <a:gd name="T5" fmla="*/ 0 h 848"/>
                <a:gd name="T6" fmla="*/ 881 w 881"/>
                <a:gd name="T7" fmla="*/ 424 h 848"/>
                <a:gd name="T8" fmla="*/ 439 w 881"/>
                <a:gd name="T9" fmla="*/ 848 h 848"/>
                <a:gd name="T10" fmla="*/ 439 w 881"/>
                <a:gd name="T11" fmla="*/ 193 h 848"/>
                <a:gd name="T12" fmla="*/ 222 w 881"/>
                <a:gd name="T13" fmla="*/ 424 h 848"/>
                <a:gd name="T14" fmla="*/ 442 w 881"/>
                <a:gd name="T15" fmla="*/ 655 h 848"/>
                <a:gd name="T16" fmla="*/ 659 w 881"/>
                <a:gd name="T17" fmla="*/ 424 h 848"/>
                <a:gd name="T18" fmla="*/ 439 w 881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1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4" y="0"/>
                    <a:pt x="442" y="0"/>
                  </a:cubicBezTo>
                  <a:cubicBezTo>
                    <a:pt x="688" y="0"/>
                    <a:pt x="881" y="184"/>
                    <a:pt x="881" y="424"/>
                  </a:cubicBezTo>
                  <a:cubicBezTo>
                    <a:pt x="881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3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59" y="557"/>
                    <a:pt x="659" y="424"/>
                  </a:cubicBezTo>
                  <a:cubicBezTo>
                    <a:pt x="659" y="295"/>
                    <a:pt x="562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33" name="Freeform 11">
              <a:extLst>
                <a:ext uri="{FF2B5EF4-FFF2-40B4-BE49-F238E27FC236}">
                  <a16:creationId xmlns:a16="http://schemas.microsoft.com/office/drawing/2014/main" id="{0F3C66CC-04BD-A3C8-72CC-31B30C4C59F4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64325" y="2319338"/>
              <a:ext cx="1679575" cy="1617663"/>
            </a:xfrm>
            <a:custGeom>
              <a:avLst/>
              <a:gdLst>
                <a:gd name="T0" fmla="*/ 439 w 882"/>
                <a:gd name="T1" fmla="*/ 848 h 848"/>
                <a:gd name="T2" fmla="*/ 0 w 882"/>
                <a:gd name="T3" fmla="*/ 424 h 848"/>
                <a:gd name="T4" fmla="*/ 442 w 882"/>
                <a:gd name="T5" fmla="*/ 0 h 848"/>
                <a:gd name="T6" fmla="*/ 882 w 882"/>
                <a:gd name="T7" fmla="*/ 424 h 848"/>
                <a:gd name="T8" fmla="*/ 439 w 882"/>
                <a:gd name="T9" fmla="*/ 848 h 848"/>
                <a:gd name="T10" fmla="*/ 439 w 882"/>
                <a:gd name="T11" fmla="*/ 193 h 848"/>
                <a:gd name="T12" fmla="*/ 222 w 882"/>
                <a:gd name="T13" fmla="*/ 424 h 848"/>
                <a:gd name="T14" fmla="*/ 442 w 882"/>
                <a:gd name="T15" fmla="*/ 655 h 848"/>
                <a:gd name="T16" fmla="*/ 660 w 882"/>
                <a:gd name="T17" fmla="*/ 424 h 848"/>
                <a:gd name="T18" fmla="*/ 439 w 882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2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5" y="0"/>
                    <a:pt x="442" y="0"/>
                  </a:cubicBezTo>
                  <a:cubicBezTo>
                    <a:pt x="689" y="0"/>
                    <a:pt x="882" y="184"/>
                    <a:pt x="882" y="424"/>
                  </a:cubicBezTo>
                  <a:cubicBezTo>
                    <a:pt x="882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4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60" y="557"/>
                    <a:pt x="660" y="424"/>
                  </a:cubicBezTo>
                  <a:cubicBezTo>
                    <a:pt x="660" y="295"/>
                    <a:pt x="563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65C380F-7235-3AB0-03FD-9418F9E88CA5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302BD98-6DAE-1743-EC0B-3BD86F2E6E9E}"/>
              </a:ext>
            </a:extLst>
          </p:cNvPr>
          <p:cNvGrpSpPr/>
          <p:nvPr userDrawn="1"/>
        </p:nvGrpSpPr>
        <p:grpSpPr>
          <a:xfrm>
            <a:off x="759024" y="788988"/>
            <a:ext cx="990858" cy="735013"/>
            <a:chOff x="657226" y="398463"/>
            <a:chExt cx="990600" cy="735013"/>
          </a:xfrm>
          <a:gradFill>
            <a:gsLst>
              <a:gs pos="100000">
                <a:srgbClr val="391262"/>
              </a:gs>
              <a:gs pos="26000">
                <a:srgbClr val="64131E"/>
              </a:gs>
              <a:gs pos="0">
                <a:srgbClr val="831B22"/>
              </a:gs>
              <a:gs pos="66000">
                <a:srgbClr val="4D144A"/>
              </a:gs>
            </a:gsLst>
            <a:lin ang="13500000" scaled="1"/>
          </a:gradFill>
        </p:grpSpPr>
        <p:sp>
          <p:nvSpPr>
            <p:cNvPr id="19" name="Freeform 5">
              <a:extLst>
                <a:ext uri="{FF2B5EF4-FFF2-40B4-BE49-F238E27FC236}">
                  <a16:creationId xmlns:a16="http://schemas.microsoft.com/office/drawing/2014/main" id="{7427A43A-50DD-D6E1-5FBF-AC4CB787054F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57226" y="398463"/>
              <a:ext cx="452438" cy="735013"/>
            </a:xfrm>
            <a:custGeom>
              <a:avLst/>
              <a:gdLst>
                <a:gd name="T0" fmla="*/ 0 w 452"/>
                <a:gd name="T1" fmla="*/ 428 h 736"/>
                <a:gd name="T2" fmla="*/ 422 w 452"/>
                <a:gd name="T3" fmla="*/ 0 h 736"/>
                <a:gd name="T4" fmla="*/ 452 w 452"/>
                <a:gd name="T5" fmla="*/ 144 h 736"/>
                <a:gd name="T6" fmla="*/ 228 w 452"/>
                <a:gd name="T7" fmla="*/ 370 h 736"/>
                <a:gd name="T8" fmla="*/ 370 w 452"/>
                <a:gd name="T9" fmla="*/ 370 h 736"/>
                <a:gd name="T10" fmla="*/ 370 w 452"/>
                <a:gd name="T11" fmla="*/ 736 h 736"/>
                <a:gd name="T12" fmla="*/ 0 w 452"/>
                <a:gd name="T13" fmla="*/ 736 h 736"/>
                <a:gd name="T14" fmla="*/ 0 w 452"/>
                <a:gd name="T15" fmla="*/ 428 h 7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52" h="736">
                  <a:moveTo>
                    <a:pt x="0" y="428"/>
                  </a:moveTo>
                  <a:cubicBezTo>
                    <a:pt x="0" y="126"/>
                    <a:pt x="151" y="5"/>
                    <a:pt x="422" y="0"/>
                  </a:cubicBezTo>
                  <a:cubicBezTo>
                    <a:pt x="452" y="144"/>
                    <a:pt x="452" y="144"/>
                    <a:pt x="452" y="144"/>
                  </a:cubicBezTo>
                  <a:cubicBezTo>
                    <a:pt x="294" y="160"/>
                    <a:pt x="217" y="240"/>
                    <a:pt x="228" y="370"/>
                  </a:cubicBezTo>
                  <a:cubicBezTo>
                    <a:pt x="370" y="370"/>
                    <a:pt x="370" y="370"/>
                    <a:pt x="370" y="370"/>
                  </a:cubicBezTo>
                  <a:cubicBezTo>
                    <a:pt x="370" y="736"/>
                    <a:pt x="370" y="736"/>
                    <a:pt x="370" y="736"/>
                  </a:cubicBezTo>
                  <a:cubicBezTo>
                    <a:pt x="0" y="736"/>
                    <a:pt x="0" y="736"/>
                    <a:pt x="0" y="736"/>
                  </a:cubicBezTo>
                  <a:lnTo>
                    <a:pt x="0" y="42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0" name="Freeform 6">
              <a:extLst>
                <a:ext uri="{FF2B5EF4-FFF2-40B4-BE49-F238E27FC236}">
                  <a16:creationId xmlns:a16="http://schemas.microsoft.com/office/drawing/2014/main" id="{10BB8F0C-C9B6-64D7-DD2C-3BDDA0FDE7B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195388" y="398463"/>
              <a:ext cx="452438" cy="735013"/>
            </a:xfrm>
            <a:custGeom>
              <a:avLst/>
              <a:gdLst>
                <a:gd name="T0" fmla="*/ 0 w 452"/>
                <a:gd name="T1" fmla="*/ 428 h 736"/>
                <a:gd name="T2" fmla="*/ 422 w 452"/>
                <a:gd name="T3" fmla="*/ 0 h 736"/>
                <a:gd name="T4" fmla="*/ 452 w 452"/>
                <a:gd name="T5" fmla="*/ 144 h 736"/>
                <a:gd name="T6" fmla="*/ 228 w 452"/>
                <a:gd name="T7" fmla="*/ 370 h 736"/>
                <a:gd name="T8" fmla="*/ 370 w 452"/>
                <a:gd name="T9" fmla="*/ 370 h 736"/>
                <a:gd name="T10" fmla="*/ 370 w 452"/>
                <a:gd name="T11" fmla="*/ 736 h 736"/>
                <a:gd name="T12" fmla="*/ 0 w 452"/>
                <a:gd name="T13" fmla="*/ 736 h 736"/>
                <a:gd name="T14" fmla="*/ 0 w 452"/>
                <a:gd name="T15" fmla="*/ 428 h 7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52" h="736">
                  <a:moveTo>
                    <a:pt x="0" y="428"/>
                  </a:moveTo>
                  <a:cubicBezTo>
                    <a:pt x="0" y="126"/>
                    <a:pt x="151" y="5"/>
                    <a:pt x="422" y="0"/>
                  </a:cubicBezTo>
                  <a:cubicBezTo>
                    <a:pt x="452" y="144"/>
                    <a:pt x="452" y="144"/>
                    <a:pt x="452" y="144"/>
                  </a:cubicBezTo>
                  <a:cubicBezTo>
                    <a:pt x="294" y="160"/>
                    <a:pt x="217" y="240"/>
                    <a:pt x="228" y="370"/>
                  </a:cubicBezTo>
                  <a:cubicBezTo>
                    <a:pt x="370" y="370"/>
                    <a:pt x="370" y="370"/>
                    <a:pt x="370" y="370"/>
                  </a:cubicBezTo>
                  <a:cubicBezTo>
                    <a:pt x="370" y="736"/>
                    <a:pt x="370" y="736"/>
                    <a:pt x="370" y="736"/>
                  </a:cubicBezTo>
                  <a:cubicBezTo>
                    <a:pt x="0" y="736"/>
                    <a:pt x="0" y="736"/>
                    <a:pt x="0" y="736"/>
                  </a:cubicBezTo>
                  <a:lnTo>
                    <a:pt x="0" y="42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</p:grpSp>
    </p:spTree>
    <p:extLst>
      <p:ext uri="{BB962C8B-B14F-4D97-AF65-F5344CB8AC3E}">
        <p14:creationId xmlns:p14="http://schemas.microsoft.com/office/powerpoint/2010/main" val="3198135254"/>
      </p:ext>
    </p:extLst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Layout_Color">
    <p:bg>
      <p:bgPr>
        <a:gradFill>
          <a:gsLst>
            <a:gs pos="100000">
              <a:srgbClr val="391262"/>
            </a:gs>
            <a:gs pos="38000">
              <a:srgbClr val="64131E"/>
            </a:gs>
            <a:gs pos="0">
              <a:srgbClr val="831B22"/>
            </a:gs>
            <a:gs pos="71000">
              <a:srgbClr val="4D144A"/>
            </a:gs>
          </a:gsLst>
          <a:path path="circle">
            <a:fillToRect l="100000" t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07"/>
          <p:cNvSpPr>
            <a:spLocks noGrp="1"/>
          </p:cNvSpPr>
          <p:nvPr>
            <p:ph type="body" sz="quarter" idx="18" hasCustomPrompt="1"/>
          </p:nvPr>
        </p:nvSpPr>
        <p:spPr bwMode="white">
          <a:xfrm>
            <a:off x="759025" y="1812556"/>
            <a:ext cx="9910167" cy="2759445"/>
          </a:xfrm>
          <a:prstGeom prst="rect">
            <a:avLst/>
          </a:prstGeom>
        </p:spPr>
        <p:txBody>
          <a:bodyPr lIns="0" anchor="t">
            <a:normAutofit/>
          </a:bodyPr>
          <a:lstStyle>
            <a:lvl1pPr marL="0" indent="0" algn="l">
              <a:lnSpc>
                <a:spcPct val="85000"/>
              </a:lnSpc>
              <a:spcBef>
                <a:spcPts val="0"/>
              </a:spcBef>
              <a:buNone/>
              <a:defRPr sz="4400" b="1" spc="-150">
                <a:solidFill>
                  <a:schemeClr val="bg1"/>
                </a:solidFill>
              </a:defRPr>
            </a:lvl1pPr>
            <a:lvl2pPr marL="341313" indent="0" algn="ctr">
              <a:buNone/>
              <a:defRPr>
                <a:solidFill>
                  <a:schemeClr val="bg1"/>
                </a:solidFill>
              </a:defRPr>
            </a:lvl2pPr>
            <a:lvl3pPr marL="679450" indent="0" algn="ctr">
              <a:buNone/>
              <a:defRPr>
                <a:solidFill>
                  <a:schemeClr val="bg1"/>
                </a:solidFill>
              </a:defRPr>
            </a:lvl3pPr>
            <a:lvl4pPr marL="966787" indent="0" algn="ctr">
              <a:buNone/>
              <a:defRPr>
                <a:solidFill>
                  <a:schemeClr val="bg1"/>
                </a:solidFill>
              </a:defRPr>
            </a:lvl4pPr>
            <a:lvl5pPr marL="1146175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17" name="Text Placeholder 110"/>
          <p:cNvSpPr>
            <a:spLocks noGrp="1"/>
          </p:cNvSpPr>
          <p:nvPr>
            <p:ph type="body" sz="quarter" idx="19" hasCustomPrompt="1"/>
          </p:nvPr>
        </p:nvSpPr>
        <p:spPr>
          <a:xfrm>
            <a:off x="759024" y="5045446"/>
            <a:ext cx="9910168" cy="406265"/>
          </a:xfrm>
          <a:prstGeom prst="rect">
            <a:avLst/>
          </a:prstGeom>
        </p:spPr>
        <p:txBody>
          <a:bodyPr lIns="0">
            <a:noAutofit/>
          </a:bodyPr>
          <a:lstStyle>
            <a:lvl1pPr marL="0" indent="0" algn="l">
              <a:lnSpc>
                <a:spcPct val="85000"/>
              </a:lnSpc>
              <a:spcBef>
                <a:spcPts val="0"/>
              </a:spcBef>
              <a:buNone/>
              <a:defRPr sz="2400" b="1" spc="-150" baseline="0">
                <a:solidFill>
                  <a:schemeClr val="bg1"/>
                </a:solidFill>
              </a:defRPr>
            </a:lvl1pPr>
            <a:lvl2pPr marL="341313" indent="0">
              <a:buNone/>
              <a:defRPr/>
            </a:lvl2pPr>
            <a:lvl3pPr marL="679450" indent="0">
              <a:buNone/>
              <a:defRPr/>
            </a:lvl3pPr>
            <a:lvl4pPr marL="966787" indent="0">
              <a:buNone/>
              <a:defRPr/>
            </a:lvl4pPr>
            <a:lvl5pPr marL="1146175" indent="0">
              <a:buNone/>
              <a:defRPr/>
            </a:lvl5pPr>
          </a:lstStyle>
          <a:p>
            <a:pPr lvl="0"/>
            <a:r>
              <a:rPr lang="en-US" dirty="0"/>
              <a:t>Click to edit quote source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1A4D94C-10A5-93DD-7545-E8A78E3E76DF}"/>
              </a:ext>
            </a:extLst>
          </p:cNvPr>
          <p:cNvSpPr txBox="1"/>
          <p:nvPr userDrawn="1"/>
        </p:nvSpPr>
        <p:spPr>
          <a:xfrm>
            <a:off x="1602706" y="6401580"/>
            <a:ext cx="411587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2025 Lenovo Internal. All rights reserved.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18A1024-2417-9AB8-1B11-FFC8E6664065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760611" y="6348283"/>
            <a:ext cx="777442" cy="259316"/>
            <a:chOff x="547688" y="952500"/>
            <a:chExt cx="12190413" cy="4067175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2EF2F641-C50E-7EF9-174F-C814CE79B1D1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47688" y="952500"/>
              <a:ext cx="12190413" cy="40671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8" name="Freeform 7">
              <a:extLst>
                <a:ext uri="{FF2B5EF4-FFF2-40B4-BE49-F238E27FC236}">
                  <a16:creationId xmlns:a16="http://schemas.microsoft.com/office/drawing/2014/main" id="{EB7F9CF2-27FB-5CFF-3AF9-F3D782AF8F49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922838" y="2319338"/>
              <a:ext cx="1571625" cy="1590675"/>
            </a:xfrm>
            <a:custGeom>
              <a:avLst/>
              <a:gdLst>
                <a:gd name="T0" fmla="*/ 492 w 825"/>
                <a:gd name="T1" fmla="*/ 0 h 834"/>
                <a:gd name="T2" fmla="*/ 225 w 825"/>
                <a:gd name="T3" fmla="*/ 132 h 834"/>
                <a:gd name="T4" fmla="*/ 225 w 825"/>
                <a:gd name="T5" fmla="*/ 132 h 834"/>
                <a:gd name="T6" fmla="*/ 225 w 825"/>
                <a:gd name="T7" fmla="*/ 132 h 834"/>
                <a:gd name="T8" fmla="*/ 225 w 825"/>
                <a:gd name="T9" fmla="*/ 14 h 834"/>
                <a:gd name="T10" fmla="*/ 0 w 825"/>
                <a:gd name="T11" fmla="*/ 14 h 834"/>
                <a:gd name="T12" fmla="*/ 0 w 825"/>
                <a:gd name="T13" fmla="*/ 834 h 834"/>
                <a:gd name="T14" fmla="*/ 225 w 825"/>
                <a:gd name="T15" fmla="*/ 834 h 834"/>
                <a:gd name="T16" fmla="*/ 225 w 825"/>
                <a:gd name="T17" fmla="*/ 367 h 834"/>
                <a:gd name="T18" fmla="*/ 411 w 825"/>
                <a:gd name="T19" fmla="*/ 194 h 834"/>
                <a:gd name="T20" fmla="*/ 600 w 825"/>
                <a:gd name="T21" fmla="*/ 367 h 834"/>
                <a:gd name="T22" fmla="*/ 600 w 825"/>
                <a:gd name="T23" fmla="*/ 834 h 834"/>
                <a:gd name="T24" fmla="*/ 825 w 825"/>
                <a:gd name="T25" fmla="*/ 834 h 834"/>
                <a:gd name="T26" fmla="*/ 825 w 825"/>
                <a:gd name="T27" fmla="*/ 326 h 834"/>
                <a:gd name="T28" fmla="*/ 492 w 825"/>
                <a:gd name="T29" fmla="*/ 0 h 8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25" h="834">
                  <a:moveTo>
                    <a:pt x="492" y="0"/>
                  </a:moveTo>
                  <a:cubicBezTo>
                    <a:pt x="398" y="0"/>
                    <a:pt x="291" y="44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4"/>
                    <a:pt x="225" y="14"/>
                    <a:pt x="225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834"/>
                    <a:pt x="0" y="834"/>
                    <a:pt x="0" y="834"/>
                  </a:cubicBezTo>
                  <a:cubicBezTo>
                    <a:pt x="225" y="834"/>
                    <a:pt x="225" y="834"/>
                    <a:pt x="225" y="834"/>
                  </a:cubicBezTo>
                  <a:cubicBezTo>
                    <a:pt x="225" y="367"/>
                    <a:pt x="225" y="367"/>
                    <a:pt x="225" y="367"/>
                  </a:cubicBezTo>
                  <a:cubicBezTo>
                    <a:pt x="225" y="283"/>
                    <a:pt x="290" y="194"/>
                    <a:pt x="411" y="194"/>
                  </a:cubicBezTo>
                  <a:cubicBezTo>
                    <a:pt x="504" y="194"/>
                    <a:pt x="600" y="259"/>
                    <a:pt x="600" y="367"/>
                  </a:cubicBezTo>
                  <a:cubicBezTo>
                    <a:pt x="600" y="834"/>
                    <a:pt x="600" y="834"/>
                    <a:pt x="600" y="834"/>
                  </a:cubicBezTo>
                  <a:cubicBezTo>
                    <a:pt x="825" y="834"/>
                    <a:pt x="825" y="834"/>
                    <a:pt x="825" y="834"/>
                  </a:cubicBezTo>
                  <a:cubicBezTo>
                    <a:pt x="825" y="326"/>
                    <a:pt x="825" y="326"/>
                    <a:pt x="825" y="326"/>
                  </a:cubicBezTo>
                  <a:cubicBezTo>
                    <a:pt x="825" y="137"/>
                    <a:pt x="690" y="0"/>
                    <a:pt x="492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9" name="Freeform 8">
              <a:extLst>
                <a:ext uri="{FF2B5EF4-FFF2-40B4-BE49-F238E27FC236}">
                  <a16:creationId xmlns:a16="http://schemas.microsoft.com/office/drawing/2014/main" id="{A4FE0BE7-E21B-0A34-6A99-A25D9D183EA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77225" y="2346325"/>
              <a:ext cx="1755775" cy="1563688"/>
            </a:xfrm>
            <a:custGeom>
              <a:avLst/>
              <a:gdLst>
                <a:gd name="T0" fmla="*/ 797 w 1106"/>
                <a:gd name="T1" fmla="*/ 0 h 985"/>
                <a:gd name="T2" fmla="*/ 553 w 1106"/>
                <a:gd name="T3" fmla="*/ 671 h 985"/>
                <a:gd name="T4" fmla="*/ 308 w 1106"/>
                <a:gd name="T5" fmla="*/ 0 h 985"/>
                <a:gd name="T6" fmla="*/ 0 w 1106"/>
                <a:gd name="T7" fmla="*/ 0 h 985"/>
                <a:gd name="T8" fmla="*/ 405 w 1106"/>
                <a:gd name="T9" fmla="*/ 985 h 985"/>
                <a:gd name="T10" fmla="*/ 701 w 1106"/>
                <a:gd name="T11" fmla="*/ 985 h 985"/>
                <a:gd name="T12" fmla="*/ 1106 w 1106"/>
                <a:gd name="T13" fmla="*/ 0 h 985"/>
                <a:gd name="T14" fmla="*/ 797 w 1106"/>
                <a:gd name="T15" fmla="*/ 0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06" h="985">
                  <a:moveTo>
                    <a:pt x="797" y="0"/>
                  </a:moveTo>
                  <a:lnTo>
                    <a:pt x="553" y="671"/>
                  </a:lnTo>
                  <a:lnTo>
                    <a:pt x="308" y="0"/>
                  </a:lnTo>
                  <a:lnTo>
                    <a:pt x="0" y="0"/>
                  </a:lnTo>
                  <a:lnTo>
                    <a:pt x="405" y="985"/>
                  </a:lnTo>
                  <a:lnTo>
                    <a:pt x="701" y="985"/>
                  </a:lnTo>
                  <a:lnTo>
                    <a:pt x="1106" y="0"/>
                  </a:lnTo>
                  <a:lnTo>
                    <a:pt x="79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30" name="Freeform 9">
              <a:extLst>
                <a:ext uri="{FF2B5EF4-FFF2-40B4-BE49-F238E27FC236}">
                  <a16:creationId xmlns:a16="http://schemas.microsoft.com/office/drawing/2014/main" id="{D9344221-152E-2762-91B6-95EFB33B4E1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138488" y="2319338"/>
              <a:ext cx="1630363" cy="1617663"/>
            </a:xfrm>
            <a:custGeom>
              <a:avLst/>
              <a:gdLst>
                <a:gd name="T0" fmla="*/ 697 w 856"/>
                <a:gd name="T1" fmla="*/ 582 h 848"/>
                <a:gd name="T2" fmla="*/ 462 w 856"/>
                <a:gd name="T3" fmla="*/ 669 h 848"/>
                <a:gd name="T4" fmla="*/ 280 w 856"/>
                <a:gd name="T5" fmla="*/ 602 h 848"/>
                <a:gd name="T6" fmla="*/ 856 w 856"/>
                <a:gd name="T7" fmla="*/ 363 h 848"/>
                <a:gd name="T8" fmla="*/ 758 w 856"/>
                <a:gd name="T9" fmla="*/ 135 h 848"/>
                <a:gd name="T10" fmla="*/ 434 w 856"/>
                <a:gd name="T11" fmla="*/ 0 h 848"/>
                <a:gd name="T12" fmla="*/ 0 w 856"/>
                <a:gd name="T13" fmla="*/ 424 h 848"/>
                <a:gd name="T14" fmla="*/ 459 w 856"/>
                <a:gd name="T15" fmla="*/ 848 h 848"/>
                <a:gd name="T16" fmla="*/ 840 w 856"/>
                <a:gd name="T17" fmla="*/ 691 h 848"/>
                <a:gd name="T18" fmla="*/ 697 w 856"/>
                <a:gd name="T19" fmla="*/ 582 h 848"/>
                <a:gd name="T20" fmla="*/ 265 w 856"/>
                <a:gd name="T21" fmla="*/ 261 h 848"/>
                <a:gd name="T22" fmla="*/ 438 w 856"/>
                <a:gd name="T23" fmla="*/ 179 h 848"/>
                <a:gd name="T24" fmla="*/ 612 w 856"/>
                <a:gd name="T25" fmla="*/ 294 h 848"/>
                <a:gd name="T26" fmla="*/ 219 w 856"/>
                <a:gd name="T27" fmla="*/ 457 h 848"/>
                <a:gd name="T28" fmla="*/ 265 w 856"/>
                <a:gd name="T29" fmla="*/ 261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56" h="848">
                  <a:moveTo>
                    <a:pt x="697" y="582"/>
                  </a:moveTo>
                  <a:cubicBezTo>
                    <a:pt x="602" y="652"/>
                    <a:pt x="548" y="669"/>
                    <a:pt x="462" y="669"/>
                  </a:cubicBezTo>
                  <a:cubicBezTo>
                    <a:pt x="384" y="669"/>
                    <a:pt x="323" y="645"/>
                    <a:pt x="280" y="602"/>
                  </a:cubicBezTo>
                  <a:cubicBezTo>
                    <a:pt x="856" y="363"/>
                    <a:pt x="856" y="363"/>
                    <a:pt x="856" y="363"/>
                  </a:cubicBezTo>
                  <a:cubicBezTo>
                    <a:pt x="843" y="275"/>
                    <a:pt x="810" y="195"/>
                    <a:pt x="758" y="135"/>
                  </a:cubicBezTo>
                  <a:cubicBezTo>
                    <a:pt x="682" y="47"/>
                    <a:pt x="570" y="0"/>
                    <a:pt x="434" y="0"/>
                  </a:cubicBezTo>
                  <a:cubicBezTo>
                    <a:pt x="186" y="0"/>
                    <a:pt x="0" y="183"/>
                    <a:pt x="0" y="424"/>
                  </a:cubicBezTo>
                  <a:cubicBezTo>
                    <a:pt x="0" y="672"/>
                    <a:pt x="187" y="848"/>
                    <a:pt x="459" y="848"/>
                  </a:cubicBezTo>
                  <a:cubicBezTo>
                    <a:pt x="611" y="848"/>
                    <a:pt x="767" y="776"/>
                    <a:pt x="840" y="691"/>
                  </a:cubicBezTo>
                  <a:lnTo>
                    <a:pt x="697" y="582"/>
                  </a:lnTo>
                  <a:close/>
                  <a:moveTo>
                    <a:pt x="265" y="261"/>
                  </a:moveTo>
                  <a:cubicBezTo>
                    <a:pt x="303" y="210"/>
                    <a:pt x="364" y="179"/>
                    <a:pt x="438" y="179"/>
                  </a:cubicBezTo>
                  <a:cubicBezTo>
                    <a:pt x="519" y="179"/>
                    <a:pt x="581" y="226"/>
                    <a:pt x="612" y="294"/>
                  </a:cubicBezTo>
                  <a:cubicBezTo>
                    <a:pt x="219" y="457"/>
                    <a:pt x="219" y="457"/>
                    <a:pt x="219" y="457"/>
                  </a:cubicBezTo>
                  <a:cubicBezTo>
                    <a:pt x="208" y="374"/>
                    <a:pt x="230" y="308"/>
                    <a:pt x="265" y="26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31" name="Freeform 10">
              <a:extLst>
                <a:ext uri="{FF2B5EF4-FFF2-40B4-BE49-F238E27FC236}">
                  <a16:creationId xmlns:a16="http://schemas.microsoft.com/office/drawing/2014/main" id="{2B8FF3A7-A802-4EFD-1B3E-BE4FD559309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5925" y="1879600"/>
              <a:ext cx="1409700" cy="2030413"/>
            </a:xfrm>
            <a:custGeom>
              <a:avLst/>
              <a:gdLst>
                <a:gd name="T0" fmla="*/ 888 w 888"/>
                <a:gd name="T1" fmla="*/ 1030 h 1279"/>
                <a:gd name="T2" fmla="*/ 274 w 888"/>
                <a:gd name="T3" fmla="*/ 1030 h 1279"/>
                <a:gd name="T4" fmla="*/ 274 w 888"/>
                <a:gd name="T5" fmla="*/ 0 h 1279"/>
                <a:gd name="T6" fmla="*/ 0 w 888"/>
                <a:gd name="T7" fmla="*/ 0 h 1279"/>
                <a:gd name="T8" fmla="*/ 0 w 888"/>
                <a:gd name="T9" fmla="*/ 1279 h 1279"/>
                <a:gd name="T10" fmla="*/ 888 w 888"/>
                <a:gd name="T11" fmla="*/ 1279 h 1279"/>
                <a:gd name="T12" fmla="*/ 888 w 888"/>
                <a:gd name="T13" fmla="*/ 1030 h 1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88" h="1279">
                  <a:moveTo>
                    <a:pt x="888" y="1030"/>
                  </a:moveTo>
                  <a:lnTo>
                    <a:pt x="274" y="1030"/>
                  </a:lnTo>
                  <a:lnTo>
                    <a:pt x="274" y="0"/>
                  </a:lnTo>
                  <a:lnTo>
                    <a:pt x="0" y="0"/>
                  </a:lnTo>
                  <a:lnTo>
                    <a:pt x="0" y="1279"/>
                  </a:lnTo>
                  <a:lnTo>
                    <a:pt x="888" y="1279"/>
                  </a:lnTo>
                  <a:lnTo>
                    <a:pt x="888" y="10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32" name="Freeform 10">
              <a:extLst>
                <a:ext uri="{FF2B5EF4-FFF2-40B4-BE49-F238E27FC236}">
                  <a16:creationId xmlns:a16="http://schemas.microsoft.com/office/drawing/2014/main" id="{8E61D3F6-A1B4-B1CF-57E5-6C0A92BC8AC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966325" y="2319338"/>
              <a:ext cx="1677988" cy="1617663"/>
            </a:xfrm>
            <a:custGeom>
              <a:avLst/>
              <a:gdLst>
                <a:gd name="T0" fmla="*/ 439 w 881"/>
                <a:gd name="T1" fmla="*/ 848 h 848"/>
                <a:gd name="T2" fmla="*/ 0 w 881"/>
                <a:gd name="T3" fmla="*/ 424 h 848"/>
                <a:gd name="T4" fmla="*/ 442 w 881"/>
                <a:gd name="T5" fmla="*/ 0 h 848"/>
                <a:gd name="T6" fmla="*/ 881 w 881"/>
                <a:gd name="T7" fmla="*/ 424 h 848"/>
                <a:gd name="T8" fmla="*/ 439 w 881"/>
                <a:gd name="T9" fmla="*/ 848 h 848"/>
                <a:gd name="T10" fmla="*/ 439 w 881"/>
                <a:gd name="T11" fmla="*/ 193 h 848"/>
                <a:gd name="T12" fmla="*/ 222 w 881"/>
                <a:gd name="T13" fmla="*/ 424 h 848"/>
                <a:gd name="T14" fmla="*/ 442 w 881"/>
                <a:gd name="T15" fmla="*/ 655 h 848"/>
                <a:gd name="T16" fmla="*/ 659 w 881"/>
                <a:gd name="T17" fmla="*/ 424 h 848"/>
                <a:gd name="T18" fmla="*/ 439 w 881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1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4" y="0"/>
                    <a:pt x="442" y="0"/>
                  </a:cubicBezTo>
                  <a:cubicBezTo>
                    <a:pt x="688" y="0"/>
                    <a:pt x="881" y="184"/>
                    <a:pt x="881" y="424"/>
                  </a:cubicBezTo>
                  <a:cubicBezTo>
                    <a:pt x="881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3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59" y="557"/>
                    <a:pt x="659" y="424"/>
                  </a:cubicBezTo>
                  <a:cubicBezTo>
                    <a:pt x="659" y="295"/>
                    <a:pt x="562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33" name="Freeform 11">
              <a:extLst>
                <a:ext uri="{FF2B5EF4-FFF2-40B4-BE49-F238E27FC236}">
                  <a16:creationId xmlns:a16="http://schemas.microsoft.com/office/drawing/2014/main" id="{CECCA6D3-F3B6-26C6-0F5D-83832B6120E3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64325" y="2319338"/>
              <a:ext cx="1679575" cy="1617663"/>
            </a:xfrm>
            <a:custGeom>
              <a:avLst/>
              <a:gdLst>
                <a:gd name="T0" fmla="*/ 439 w 882"/>
                <a:gd name="T1" fmla="*/ 848 h 848"/>
                <a:gd name="T2" fmla="*/ 0 w 882"/>
                <a:gd name="T3" fmla="*/ 424 h 848"/>
                <a:gd name="T4" fmla="*/ 442 w 882"/>
                <a:gd name="T5" fmla="*/ 0 h 848"/>
                <a:gd name="T6" fmla="*/ 882 w 882"/>
                <a:gd name="T7" fmla="*/ 424 h 848"/>
                <a:gd name="T8" fmla="*/ 439 w 882"/>
                <a:gd name="T9" fmla="*/ 848 h 848"/>
                <a:gd name="T10" fmla="*/ 439 w 882"/>
                <a:gd name="T11" fmla="*/ 193 h 848"/>
                <a:gd name="T12" fmla="*/ 222 w 882"/>
                <a:gd name="T13" fmla="*/ 424 h 848"/>
                <a:gd name="T14" fmla="*/ 442 w 882"/>
                <a:gd name="T15" fmla="*/ 655 h 848"/>
                <a:gd name="T16" fmla="*/ 660 w 882"/>
                <a:gd name="T17" fmla="*/ 424 h 848"/>
                <a:gd name="T18" fmla="*/ 439 w 882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2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5" y="0"/>
                    <a:pt x="442" y="0"/>
                  </a:cubicBezTo>
                  <a:cubicBezTo>
                    <a:pt x="689" y="0"/>
                    <a:pt x="882" y="184"/>
                    <a:pt x="882" y="424"/>
                  </a:cubicBezTo>
                  <a:cubicBezTo>
                    <a:pt x="882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4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60" y="557"/>
                    <a:pt x="660" y="424"/>
                  </a:cubicBezTo>
                  <a:cubicBezTo>
                    <a:pt x="660" y="295"/>
                    <a:pt x="563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BA179E8-3325-1689-7216-8DD26DF9516C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897E0CA-E9A9-E0E3-3CBF-4638AF7AEA37}"/>
              </a:ext>
            </a:extLst>
          </p:cNvPr>
          <p:cNvGrpSpPr/>
          <p:nvPr userDrawn="1"/>
        </p:nvGrpSpPr>
        <p:grpSpPr>
          <a:xfrm>
            <a:off x="759024" y="788988"/>
            <a:ext cx="990858" cy="735013"/>
            <a:chOff x="657226" y="398463"/>
            <a:chExt cx="990600" cy="735013"/>
          </a:xfrm>
          <a:solidFill>
            <a:schemeClr val="bg1"/>
          </a:solidFill>
        </p:grpSpPr>
        <p:sp>
          <p:nvSpPr>
            <p:cNvPr id="35" name="Freeform 5">
              <a:extLst>
                <a:ext uri="{FF2B5EF4-FFF2-40B4-BE49-F238E27FC236}">
                  <a16:creationId xmlns:a16="http://schemas.microsoft.com/office/drawing/2014/main" id="{7EEF4626-4306-CF44-30F2-238CF5A9D249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57226" y="398463"/>
              <a:ext cx="452438" cy="735013"/>
            </a:xfrm>
            <a:custGeom>
              <a:avLst/>
              <a:gdLst>
                <a:gd name="T0" fmla="*/ 0 w 452"/>
                <a:gd name="T1" fmla="*/ 428 h 736"/>
                <a:gd name="T2" fmla="*/ 422 w 452"/>
                <a:gd name="T3" fmla="*/ 0 h 736"/>
                <a:gd name="T4" fmla="*/ 452 w 452"/>
                <a:gd name="T5" fmla="*/ 144 h 736"/>
                <a:gd name="T6" fmla="*/ 228 w 452"/>
                <a:gd name="T7" fmla="*/ 370 h 736"/>
                <a:gd name="T8" fmla="*/ 370 w 452"/>
                <a:gd name="T9" fmla="*/ 370 h 736"/>
                <a:gd name="T10" fmla="*/ 370 w 452"/>
                <a:gd name="T11" fmla="*/ 736 h 736"/>
                <a:gd name="T12" fmla="*/ 0 w 452"/>
                <a:gd name="T13" fmla="*/ 736 h 736"/>
                <a:gd name="T14" fmla="*/ 0 w 452"/>
                <a:gd name="T15" fmla="*/ 428 h 7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52" h="736">
                  <a:moveTo>
                    <a:pt x="0" y="428"/>
                  </a:moveTo>
                  <a:cubicBezTo>
                    <a:pt x="0" y="126"/>
                    <a:pt x="151" y="5"/>
                    <a:pt x="422" y="0"/>
                  </a:cubicBezTo>
                  <a:cubicBezTo>
                    <a:pt x="452" y="144"/>
                    <a:pt x="452" y="144"/>
                    <a:pt x="452" y="144"/>
                  </a:cubicBezTo>
                  <a:cubicBezTo>
                    <a:pt x="294" y="160"/>
                    <a:pt x="217" y="240"/>
                    <a:pt x="228" y="370"/>
                  </a:cubicBezTo>
                  <a:cubicBezTo>
                    <a:pt x="370" y="370"/>
                    <a:pt x="370" y="370"/>
                    <a:pt x="370" y="370"/>
                  </a:cubicBezTo>
                  <a:cubicBezTo>
                    <a:pt x="370" y="736"/>
                    <a:pt x="370" y="736"/>
                    <a:pt x="370" y="736"/>
                  </a:cubicBezTo>
                  <a:cubicBezTo>
                    <a:pt x="0" y="736"/>
                    <a:pt x="0" y="736"/>
                    <a:pt x="0" y="736"/>
                  </a:cubicBezTo>
                  <a:lnTo>
                    <a:pt x="0" y="42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36" name="Freeform 6">
              <a:extLst>
                <a:ext uri="{FF2B5EF4-FFF2-40B4-BE49-F238E27FC236}">
                  <a16:creationId xmlns:a16="http://schemas.microsoft.com/office/drawing/2014/main" id="{6E76F828-F318-AE96-8117-C054CA893D3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195388" y="398463"/>
              <a:ext cx="452438" cy="735013"/>
            </a:xfrm>
            <a:custGeom>
              <a:avLst/>
              <a:gdLst>
                <a:gd name="T0" fmla="*/ 0 w 452"/>
                <a:gd name="T1" fmla="*/ 428 h 736"/>
                <a:gd name="T2" fmla="*/ 422 w 452"/>
                <a:gd name="T3" fmla="*/ 0 h 736"/>
                <a:gd name="T4" fmla="*/ 452 w 452"/>
                <a:gd name="T5" fmla="*/ 144 h 736"/>
                <a:gd name="T6" fmla="*/ 228 w 452"/>
                <a:gd name="T7" fmla="*/ 370 h 736"/>
                <a:gd name="T8" fmla="*/ 370 w 452"/>
                <a:gd name="T9" fmla="*/ 370 h 736"/>
                <a:gd name="T10" fmla="*/ 370 w 452"/>
                <a:gd name="T11" fmla="*/ 736 h 736"/>
                <a:gd name="T12" fmla="*/ 0 w 452"/>
                <a:gd name="T13" fmla="*/ 736 h 736"/>
                <a:gd name="T14" fmla="*/ 0 w 452"/>
                <a:gd name="T15" fmla="*/ 428 h 7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52" h="736">
                  <a:moveTo>
                    <a:pt x="0" y="428"/>
                  </a:moveTo>
                  <a:cubicBezTo>
                    <a:pt x="0" y="126"/>
                    <a:pt x="151" y="5"/>
                    <a:pt x="422" y="0"/>
                  </a:cubicBezTo>
                  <a:cubicBezTo>
                    <a:pt x="452" y="144"/>
                    <a:pt x="452" y="144"/>
                    <a:pt x="452" y="144"/>
                  </a:cubicBezTo>
                  <a:cubicBezTo>
                    <a:pt x="294" y="160"/>
                    <a:pt x="217" y="240"/>
                    <a:pt x="228" y="370"/>
                  </a:cubicBezTo>
                  <a:cubicBezTo>
                    <a:pt x="370" y="370"/>
                    <a:pt x="370" y="370"/>
                    <a:pt x="370" y="370"/>
                  </a:cubicBezTo>
                  <a:cubicBezTo>
                    <a:pt x="370" y="736"/>
                    <a:pt x="370" y="736"/>
                    <a:pt x="370" y="736"/>
                  </a:cubicBezTo>
                  <a:cubicBezTo>
                    <a:pt x="0" y="736"/>
                    <a:pt x="0" y="736"/>
                    <a:pt x="0" y="736"/>
                  </a:cubicBezTo>
                  <a:lnTo>
                    <a:pt x="0" y="42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</p:grpSp>
    </p:spTree>
    <p:extLst>
      <p:ext uri="{BB962C8B-B14F-4D97-AF65-F5344CB8AC3E}">
        <p14:creationId xmlns:p14="http://schemas.microsoft.com/office/powerpoint/2010/main" val="2280240423"/>
      </p:ext>
    </p:extLst>
  </p:cSld>
  <p:clrMapOvr>
    <a:masterClrMapping/>
  </p:clrMapOvr>
  <p:transition spd="med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/ Produ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8"/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6095999" cy="6858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sz="half" idx="18"/>
          </p:nvPr>
        </p:nvSpPr>
        <p:spPr bwMode="gray">
          <a:xfrm>
            <a:off x="6858198" y="1307593"/>
            <a:ext cx="4573192" cy="4788408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lnSpc>
                <a:spcPct val="90000"/>
              </a:lnSpc>
              <a:spcBef>
                <a:spcPts val="1000"/>
              </a:spcBef>
              <a:buClrTx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609493" indent="-228560">
              <a:lnSpc>
                <a:spcPct val="90000"/>
              </a:lnSpc>
              <a:spcBef>
                <a:spcPts val="500"/>
              </a:spcBef>
              <a:buClrTx/>
              <a:buFont typeface="Arial" pitchFamily="34" charset="0"/>
              <a:buChar char="–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835938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147033" indent="-156606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1445431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itle 28"/>
          <p:cNvSpPr>
            <a:spLocks noGrp="1"/>
          </p:cNvSpPr>
          <p:nvPr>
            <p:ph type="title" hasCustomPrompt="1"/>
          </p:nvPr>
        </p:nvSpPr>
        <p:spPr bwMode="gray">
          <a:xfrm>
            <a:off x="6858198" y="442528"/>
            <a:ext cx="4573192" cy="418576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algn="l" defTabSz="1218987" rtl="0" eaLnBrk="1" latinLnBrk="0" hangingPunct="1">
              <a:lnSpc>
                <a:spcPct val="85000"/>
              </a:lnSpc>
              <a:spcBef>
                <a:spcPct val="0"/>
              </a:spcBef>
              <a:buNone/>
              <a:tabLst>
                <a:tab pos="1218987" algn="l"/>
              </a:tabLst>
              <a:defRPr lang="en-US" sz="3200" b="1" kern="1200" cap="none" spc="-150" baseline="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AFBC96C-E04F-90E6-1BBE-C65ECD6E5C14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1089367"/>
      </p:ext>
    </p:extLst>
  </p:cSld>
  <p:clrMapOvr>
    <a:masterClrMapping/>
  </p:clrMapOvr>
  <p:transition spd="med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w/ Product_Black">
    <p:bg>
      <p:bgPr>
        <a:solidFill>
          <a:srgbClr val="1E00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8"/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6095999" cy="6858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sz="half" idx="18"/>
          </p:nvPr>
        </p:nvSpPr>
        <p:spPr bwMode="gray">
          <a:xfrm>
            <a:off x="6858200" y="1307592"/>
            <a:ext cx="4573191" cy="4788408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  <a:lvl2pPr marL="609493" indent="-228560">
              <a:lnSpc>
                <a:spcPct val="90000"/>
              </a:lnSpc>
              <a:spcBef>
                <a:spcPts val="500"/>
              </a:spcBef>
              <a:buClrTx/>
              <a:buFont typeface="Arial" pitchFamily="34" charset="0"/>
              <a:buChar char="–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2pPr>
            <a:lvl3pPr marL="835938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3pPr>
            <a:lvl4pPr marL="1147033" indent="-156606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4pPr>
            <a:lvl5pPr marL="1445431" indent="-150258">
              <a:lnSpc>
                <a:spcPct val="90000"/>
              </a:lnSpc>
              <a:spcBef>
                <a:spcPts val="500"/>
              </a:spcBef>
              <a:buClrTx/>
              <a:buFont typeface="Arial" panose="020B0604020202020204" pitchFamily="34" charset="0"/>
              <a:buChar char="-"/>
              <a:defRPr sz="18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itle 28"/>
          <p:cNvSpPr>
            <a:spLocks noGrp="1"/>
          </p:cNvSpPr>
          <p:nvPr>
            <p:ph type="title" hasCustomPrompt="1"/>
          </p:nvPr>
        </p:nvSpPr>
        <p:spPr bwMode="gray">
          <a:xfrm>
            <a:off x="6858199" y="442528"/>
            <a:ext cx="4573192" cy="41857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marL="0" algn="l" defTabSz="1218987" rtl="0" eaLnBrk="1" latinLnBrk="0" hangingPunct="1">
              <a:lnSpc>
                <a:spcPct val="85000"/>
              </a:lnSpc>
              <a:spcBef>
                <a:spcPct val="0"/>
              </a:spcBef>
              <a:buNone/>
              <a:tabLst>
                <a:tab pos="1218987" algn="l"/>
              </a:tabLst>
              <a:defRPr lang="en-US" sz="3200" b="1" kern="1200" cap="none" spc="-150" baseline="0" dirty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7B1794D-FA0C-402F-EB44-A50D8C3D4FEE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760611" y="6348283"/>
            <a:ext cx="777442" cy="259316"/>
            <a:chOff x="547688" y="952500"/>
            <a:chExt cx="12190413" cy="4067175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337DE7D4-E216-9606-EAAF-1A8B5AF40F9A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47688" y="952500"/>
              <a:ext cx="12190413" cy="40671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3" name="Freeform 7">
              <a:extLst>
                <a:ext uri="{FF2B5EF4-FFF2-40B4-BE49-F238E27FC236}">
                  <a16:creationId xmlns:a16="http://schemas.microsoft.com/office/drawing/2014/main" id="{6A780702-9C9B-96F4-8B07-21C9D8C8A00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922838" y="2319338"/>
              <a:ext cx="1571625" cy="1590675"/>
            </a:xfrm>
            <a:custGeom>
              <a:avLst/>
              <a:gdLst>
                <a:gd name="T0" fmla="*/ 492 w 825"/>
                <a:gd name="T1" fmla="*/ 0 h 834"/>
                <a:gd name="T2" fmla="*/ 225 w 825"/>
                <a:gd name="T3" fmla="*/ 132 h 834"/>
                <a:gd name="T4" fmla="*/ 225 w 825"/>
                <a:gd name="T5" fmla="*/ 132 h 834"/>
                <a:gd name="T6" fmla="*/ 225 w 825"/>
                <a:gd name="T7" fmla="*/ 132 h 834"/>
                <a:gd name="T8" fmla="*/ 225 w 825"/>
                <a:gd name="T9" fmla="*/ 14 h 834"/>
                <a:gd name="T10" fmla="*/ 0 w 825"/>
                <a:gd name="T11" fmla="*/ 14 h 834"/>
                <a:gd name="T12" fmla="*/ 0 w 825"/>
                <a:gd name="T13" fmla="*/ 834 h 834"/>
                <a:gd name="T14" fmla="*/ 225 w 825"/>
                <a:gd name="T15" fmla="*/ 834 h 834"/>
                <a:gd name="T16" fmla="*/ 225 w 825"/>
                <a:gd name="T17" fmla="*/ 367 h 834"/>
                <a:gd name="T18" fmla="*/ 411 w 825"/>
                <a:gd name="T19" fmla="*/ 194 h 834"/>
                <a:gd name="T20" fmla="*/ 600 w 825"/>
                <a:gd name="T21" fmla="*/ 367 h 834"/>
                <a:gd name="T22" fmla="*/ 600 w 825"/>
                <a:gd name="T23" fmla="*/ 834 h 834"/>
                <a:gd name="T24" fmla="*/ 825 w 825"/>
                <a:gd name="T25" fmla="*/ 834 h 834"/>
                <a:gd name="T26" fmla="*/ 825 w 825"/>
                <a:gd name="T27" fmla="*/ 326 h 834"/>
                <a:gd name="T28" fmla="*/ 492 w 825"/>
                <a:gd name="T29" fmla="*/ 0 h 8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25" h="834">
                  <a:moveTo>
                    <a:pt x="492" y="0"/>
                  </a:moveTo>
                  <a:cubicBezTo>
                    <a:pt x="398" y="0"/>
                    <a:pt x="291" y="44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4"/>
                    <a:pt x="225" y="14"/>
                    <a:pt x="225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834"/>
                    <a:pt x="0" y="834"/>
                    <a:pt x="0" y="834"/>
                  </a:cubicBezTo>
                  <a:cubicBezTo>
                    <a:pt x="225" y="834"/>
                    <a:pt x="225" y="834"/>
                    <a:pt x="225" y="834"/>
                  </a:cubicBezTo>
                  <a:cubicBezTo>
                    <a:pt x="225" y="367"/>
                    <a:pt x="225" y="367"/>
                    <a:pt x="225" y="367"/>
                  </a:cubicBezTo>
                  <a:cubicBezTo>
                    <a:pt x="225" y="283"/>
                    <a:pt x="290" y="194"/>
                    <a:pt x="411" y="194"/>
                  </a:cubicBezTo>
                  <a:cubicBezTo>
                    <a:pt x="504" y="194"/>
                    <a:pt x="600" y="259"/>
                    <a:pt x="600" y="367"/>
                  </a:cubicBezTo>
                  <a:cubicBezTo>
                    <a:pt x="600" y="834"/>
                    <a:pt x="600" y="834"/>
                    <a:pt x="600" y="834"/>
                  </a:cubicBezTo>
                  <a:cubicBezTo>
                    <a:pt x="825" y="834"/>
                    <a:pt x="825" y="834"/>
                    <a:pt x="825" y="834"/>
                  </a:cubicBezTo>
                  <a:cubicBezTo>
                    <a:pt x="825" y="326"/>
                    <a:pt x="825" y="326"/>
                    <a:pt x="825" y="326"/>
                  </a:cubicBezTo>
                  <a:cubicBezTo>
                    <a:pt x="825" y="137"/>
                    <a:pt x="690" y="0"/>
                    <a:pt x="492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37E1B9D4-3009-CCED-240A-6514B89A344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77225" y="2346325"/>
              <a:ext cx="1755775" cy="1563688"/>
            </a:xfrm>
            <a:custGeom>
              <a:avLst/>
              <a:gdLst>
                <a:gd name="T0" fmla="*/ 797 w 1106"/>
                <a:gd name="T1" fmla="*/ 0 h 985"/>
                <a:gd name="T2" fmla="*/ 553 w 1106"/>
                <a:gd name="T3" fmla="*/ 671 h 985"/>
                <a:gd name="T4" fmla="*/ 308 w 1106"/>
                <a:gd name="T5" fmla="*/ 0 h 985"/>
                <a:gd name="T6" fmla="*/ 0 w 1106"/>
                <a:gd name="T7" fmla="*/ 0 h 985"/>
                <a:gd name="T8" fmla="*/ 405 w 1106"/>
                <a:gd name="T9" fmla="*/ 985 h 985"/>
                <a:gd name="T10" fmla="*/ 701 w 1106"/>
                <a:gd name="T11" fmla="*/ 985 h 985"/>
                <a:gd name="T12" fmla="*/ 1106 w 1106"/>
                <a:gd name="T13" fmla="*/ 0 h 985"/>
                <a:gd name="T14" fmla="*/ 797 w 1106"/>
                <a:gd name="T15" fmla="*/ 0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06" h="985">
                  <a:moveTo>
                    <a:pt x="797" y="0"/>
                  </a:moveTo>
                  <a:lnTo>
                    <a:pt x="553" y="671"/>
                  </a:lnTo>
                  <a:lnTo>
                    <a:pt x="308" y="0"/>
                  </a:lnTo>
                  <a:lnTo>
                    <a:pt x="0" y="0"/>
                  </a:lnTo>
                  <a:lnTo>
                    <a:pt x="405" y="985"/>
                  </a:lnTo>
                  <a:lnTo>
                    <a:pt x="701" y="985"/>
                  </a:lnTo>
                  <a:lnTo>
                    <a:pt x="1106" y="0"/>
                  </a:lnTo>
                  <a:lnTo>
                    <a:pt x="79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5" name="Freeform 9">
              <a:extLst>
                <a:ext uri="{FF2B5EF4-FFF2-40B4-BE49-F238E27FC236}">
                  <a16:creationId xmlns:a16="http://schemas.microsoft.com/office/drawing/2014/main" id="{F8592D55-D1DD-021F-F58A-C23393CDA10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138488" y="2319338"/>
              <a:ext cx="1630363" cy="1617663"/>
            </a:xfrm>
            <a:custGeom>
              <a:avLst/>
              <a:gdLst>
                <a:gd name="T0" fmla="*/ 697 w 856"/>
                <a:gd name="T1" fmla="*/ 582 h 848"/>
                <a:gd name="T2" fmla="*/ 462 w 856"/>
                <a:gd name="T3" fmla="*/ 669 h 848"/>
                <a:gd name="T4" fmla="*/ 280 w 856"/>
                <a:gd name="T5" fmla="*/ 602 h 848"/>
                <a:gd name="T6" fmla="*/ 856 w 856"/>
                <a:gd name="T7" fmla="*/ 363 h 848"/>
                <a:gd name="T8" fmla="*/ 758 w 856"/>
                <a:gd name="T9" fmla="*/ 135 h 848"/>
                <a:gd name="T10" fmla="*/ 434 w 856"/>
                <a:gd name="T11" fmla="*/ 0 h 848"/>
                <a:gd name="T12" fmla="*/ 0 w 856"/>
                <a:gd name="T13" fmla="*/ 424 h 848"/>
                <a:gd name="T14" fmla="*/ 459 w 856"/>
                <a:gd name="T15" fmla="*/ 848 h 848"/>
                <a:gd name="T16" fmla="*/ 840 w 856"/>
                <a:gd name="T17" fmla="*/ 691 h 848"/>
                <a:gd name="T18" fmla="*/ 697 w 856"/>
                <a:gd name="T19" fmla="*/ 582 h 848"/>
                <a:gd name="T20" fmla="*/ 265 w 856"/>
                <a:gd name="T21" fmla="*/ 261 h 848"/>
                <a:gd name="T22" fmla="*/ 438 w 856"/>
                <a:gd name="T23" fmla="*/ 179 h 848"/>
                <a:gd name="T24" fmla="*/ 612 w 856"/>
                <a:gd name="T25" fmla="*/ 294 h 848"/>
                <a:gd name="T26" fmla="*/ 219 w 856"/>
                <a:gd name="T27" fmla="*/ 457 h 848"/>
                <a:gd name="T28" fmla="*/ 265 w 856"/>
                <a:gd name="T29" fmla="*/ 261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56" h="848">
                  <a:moveTo>
                    <a:pt x="697" y="582"/>
                  </a:moveTo>
                  <a:cubicBezTo>
                    <a:pt x="602" y="652"/>
                    <a:pt x="548" y="669"/>
                    <a:pt x="462" y="669"/>
                  </a:cubicBezTo>
                  <a:cubicBezTo>
                    <a:pt x="384" y="669"/>
                    <a:pt x="323" y="645"/>
                    <a:pt x="280" y="602"/>
                  </a:cubicBezTo>
                  <a:cubicBezTo>
                    <a:pt x="856" y="363"/>
                    <a:pt x="856" y="363"/>
                    <a:pt x="856" y="363"/>
                  </a:cubicBezTo>
                  <a:cubicBezTo>
                    <a:pt x="843" y="275"/>
                    <a:pt x="810" y="195"/>
                    <a:pt x="758" y="135"/>
                  </a:cubicBezTo>
                  <a:cubicBezTo>
                    <a:pt x="682" y="47"/>
                    <a:pt x="570" y="0"/>
                    <a:pt x="434" y="0"/>
                  </a:cubicBezTo>
                  <a:cubicBezTo>
                    <a:pt x="186" y="0"/>
                    <a:pt x="0" y="183"/>
                    <a:pt x="0" y="424"/>
                  </a:cubicBezTo>
                  <a:cubicBezTo>
                    <a:pt x="0" y="672"/>
                    <a:pt x="187" y="848"/>
                    <a:pt x="459" y="848"/>
                  </a:cubicBezTo>
                  <a:cubicBezTo>
                    <a:pt x="611" y="848"/>
                    <a:pt x="767" y="776"/>
                    <a:pt x="840" y="691"/>
                  </a:cubicBezTo>
                  <a:lnTo>
                    <a:pt x="697" y="582"/>
                  </a:lnTo>
                  <a:close/>
                  <a:moveTo>
                    <a:pt x="265" y="261"/>
                  </a:moveTo>
                  <a:cubicBezTo>
                    <a:pt x="303" y="210"/>
                    <a:pt x="364" y="179"/>
                    <a:pt x="438" y="179"/>
                  </a:cubicBezTo>
                  <a:cubicBezTo>
                    <a:pt x="519" y="179"/>
                    <a:pt x="581" y="226"/>
                    <a:pt x="612" y="294"/>
                  </a:cubicBezTo>
                  <a:cubicBezTo>
                    <a:pt x="219" y="457"/>
                    <a:pt x="219" y="457"/>
                    <a:pt x="219" y="457"/>
                  </a:cubicBezTo>
                  <a:cubicBezTo>
                    <a:pt x="208" y="374"/>
                    <a:pt x="230" y="308"/>
                    <a:pt x="265" y="26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6" name="Freeform 10">
              <a:extLst>
                <a:ext uri="{FF2B5EF4-FFF2-40B4-BE49-F238E27FC236}">
                  <a16:creationId xmlns:a16="http://schemas.microsoft.com/office/drawing/2014/main" id="{46ECC017-F717-4757-9B44-6475FFD17C1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5925" y="1879600"/>
              <a:ext cx="1409700" cy="2030413"/>
            </a:xfrm>
            <a:custGeom>
              <a:avLst/>
              <a:gdLst>
                <a:gd name="T0" fmla="*/ 888 w 888"/>
                <a:gd name="T1" fmla="*/ 1030 h 1279"/>
                <a:gd name="T2" fmla="*/ 274 w 888"/>
                <a:gd name="T3" fmla="*/ 1030 h 1279"/>
                <a:gd name="T4" fmla="*/ 274 w 888"/>
                <a:gd name="T5" fmla="*/ 0 h 1279"/>
                <a:gd name="T6" fmla="*/ 0 w 888"/>
                <a:gd name="T7" fmla="*/ 0 h 1279"/>
                <a:gd name="T8" fmla="*/ 0 w 888"/>
                <a:gd name="T9" fmla="*/ 1279 h 1279"/>
                <a:gd name="T10" fmla="*/ 888 w 888"/>
                <a:gd name="T11" fmla="*/ 1279 h 1279"/>
                <a:gd name="T12" fmla="*/ 888 w 888"/>
                <a:gd name="T13" fmla="*/ 1030 h 1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88" h="1279">
                  <a:moveTo>
                    <a:pt x="888" y="1030"/>
                  </a:moveTo>
                  <a:lnTo>
                    <a:pt x="274" y="1030"/>
                  </a:lnTo>
                  <a:lnTo>
                    <a:pt x="274" y="0"/>
                  </a:lnTo>
                  <a:lnTo>
                    <a:pt x="0" y="0"/>
                  </a:lnTo>
                  <a:lnTo>
                    <a:pt x="0" y="1279"/>
                  </a:lnTo>
                  <a:lnTo>
                    <a:pt x="888" y="1279"/>
                  </a:lnTo>
                  <a:lnTo>
                    <a:pt x="888" y="10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7" name="Freeform 10">
              <a:extLst>
                <a:ext uri="{FF2B5EF4-FFF2-40B4-BE49-F238E27FC236}">
                  <a16:creationId xmlns:a16="http://schemas.microsoft.com/office/drawing/2014/main" id="{278498B7-D9E9-F174-4F80-972AA25563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966325" y="2319338"/>
              <a:ext cx="1677988" cy="1617663"/>
            </a:xfrm>
            <a:custGeom>
              <a:avLst/>
              <a:gdLst>
                <a:gd name="T0" fmla="*/ 439 w 881"/>
                <a:gd name="T1" fmla="*/ 848 h 848"/>
                <a:gd name="T2" fmla="*/ 0 w 881"/>
                <a:gd name="T3" fmla="*/ 424 h 848"/>
                <a:gd name="T4" fmla="*/ 442 w 881"/>
                <a:gd name="T5" fmla="*/ 0 h 848"/>
                <a:gd name="T6" fmla="*/ 881 w 881"/>
                <a:gd name="T7" fmla="*/ 424 h 848"/>
                <a:gd name="T8" fmla="*/ 439 w 881"/>
                <a:gd name="T9" fmla="*/ 848 h 848"/>
                <a:gd name="T10" fmla="*/ 439 w 881"/>
                <a:gd name="T11" fmla="*/ 193 h 848"/>
                <a:gd name="T12" fmla="*/ 222 w 881"/>
                <a:gd name="T13" fmla="*/ 424 h 848"/>
                <a:gd name="T14" fmla="*/ 442 w 881"/>
                <a:gd name="T15" fmla="*/ 655 h 848"/>
                <a:gd name="T16" fmla="*/ 659 w 881"/>
                <a:gd name="T17" fmla="*/ 424 h 848"/>
                <a:gd name="T18" fmla="*/ 439 w 881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1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4" y="0"/>
                    <a:pt x="442" y="0"/>
                  </a:cubicBezTo>
                  <a:cubicBezTo>
                    <a:pt x="688" y="0"/>
                    <a:pt x="881" y="184"/>
                    <a:pt x="881" y="424"/>
                  </a:cubicBezTo>
                  <a:cubicBezTo>
                    <a:pt x="881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3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59" y="557"/>
                    <a:pt x="659" y="424"/>
                  </a:cubicBezTo>
                  <a:cubicBezTo>
                    <a:pt x="659" y="295"/>
                    <a:pt x="562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8" name="Freeform 11">
              <a:extLst>
                <a:ext uri="{FF2B5EF4-FFF2-40B4-BE49-F238E27FC236}">
                  <a16:creationId xmlns:a16="http://schemas.microsoft.com/office/drawing/2014/main" id="{B8B70A7C-1FE3-4C27-A360-FF4D04AB3254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64325" y="2319338"/>
              <a:ext cx="1679575" cy="1617663"/>
            </a:xfrm>
            <a:custGeom>
              <a:avLst/>
              <a:gdLst>
                <a:gd name="T0" fmla="*/ 439 w 882"/>
                <a:gd name="T1" fmla="*/ 848 h 848"/>
                <a:gd name="T2" fmla="*/ 0 w 882"/>
                <a:gd name="T3" fmla="*/ 424 h 848"/>
                <a:gd name="T4" fmla="*/ 442 w 882"/>
                <a:gd name="T5" fmla="*/ 0 h 848"/>
                <a:gd name="T6" fmla="*/ 882 w 882"/>
                <a:gd name="T7" fmla="*/ 424 h 848"/>
                <a:gd name="T8" fmla="*/ 439 w 882"/>
                <a:gd name="T9" fmla="*/ 848 h 848"/>
                <a:gd name="T10" fmla="*/ 439 w 882"/>
                <a:gd name="T11" fmla="*/ 193 h 848"/>
                <a:gd name="T12" fmla="*/ 222 w 882"/>
                <a:gd name="T13" fmla="*/ 424 h 848"/>
                <a:gd name="T14" fmla="*/ 442 w 882"/>
                <a:gd name="T15" fmla="*/ 655 h 848"/>
                <a:gd name="T16" fmla="*/ 660 w 882"/>
                <a:gd name="T17" fmla="*/ 424 h 848"/>
                <a:gd name="T18" fmla="*/ 439 w 882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2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5" y="0"/>
                    <a:pt x="442" y="0"/>
                  </a:cubicBezTo>
                  <a:cubicBezTo>
                    <a:pt x="689" y="0"/>
                    <a:pt x="882" y="184"/>
                    <a:pt x="882" y="424"/>
                  </a:cubicBezTo>
                  <a:cubicBezTo>
                    <a:pt x="882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4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60" y="557"/>
                    <a:pt x="660" y="424"/>
                  </a:cubicBezTo>
                  <a:cubicBezTo>
                    <a:pt x="660" y="295"/>
                    <a:pt x="563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440BBE49-3380-52D0-1396-73ED8BD97A88}"/>
              </a:ext>
            </a:extLst>
          </p:cNvPr>
          <p:cNvSpPr txBox="1"/>
          <p:nvPr userDrawn="1"/>
        </p:nvSpPr>
        <p:spPr>
          <a:xfrm>
            <a:off x="1602706" y="6401580"/>
            <a:ext cx="411587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2025 Lenovo Internal. All rights reserved.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5A84DA8-2577-7EF4-6122-06E4DEEB80AF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8625137"/>
      </p:ext>
    </p:extLst>
  </p:cSld>
  <p:clrMapOvr>
    <a:masterClrMapping/>
  </p:clrMapOvr>
  <p:transition spd="med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28"/>
          <p:cNvSpPr>
            <a:spLocks noGrp="1"/>
          </p:cNvSpPr>
          <p:nvPr>
            <p:ph type="title" hasCustomPrompt="1"/>
          </p:nvPr>
        </p:nvSpPr>
        <p:spPr bwMode="gray">
          <a:xfrm>
            <a:off x="760610" y="442528"/>
            <a:ext cx="10673829" cy="41857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marL="0" algn="l" defTabSz="1218987" rtl="0" eaLnBrk="1" latinLnBrk="0" hangingPunct="1">
              <a:lnSpc>
                <a:spcPct val="85000"/>
              </a:lnSpc>
              <a:spcBef>
                <a:spcPct val="0"/>
              </a:spcBef>
              <a:buNone/>
              <a:tabLst>
                <a:tab pos="1218987" algn="l"/>
              </a:tabLst>
              <a:defRPr lang="en-US" sz="3200" b="1" kern="1200" cap="none" spc="-150" baseline="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9" name="Chart Placeholder 2"/>
          <p:cNvSpPr>
            <a:spLocks noGrp="1"/>
          </p:cNvSpPr>
          <p:nvPr>
            <p:ph type="chart" sz="quarter" idx="10" hasCustomPrompt="1"/>
          </p:nvPr>
        </p:nvSpPr>
        <p:spPr bwMode="gray">
          <a:xfrm>
            <a:off x="760612" y="1524000"/>
            <a:ext cx="10670779" cy="4572000"/>
          </a:xfrm>
          <a:prstGeom prst="rect">
            <a:avLst/>
          </a:prstGeom>
        </p:spPr>
        <p:txBody>
          <a:bodyPr lIns="121899" tIns="853291" rIns="121899" bIns="60949" anchor="ctr" anchorCtr="0"/>
          <a:lstStyle>
            <a:lvl1pPr marL="0" indent="0" algn="ctr">
              <a:buFontTx/>
              <a:buNone/>
              <a:defRPr sz="2400" baseline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icon to create chart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BE9C038-E754-006F-B382-D714EB94957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2778638"/>
      </p:ext>
    </p:extLst>
  </p:cSld>
  <p:clrMapOvr>
    <a:masterClrMapping/>
  </p:clrMapOvr>
  <p:transition spd="med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rt Slide_Black">
    <p:bg>
      <p:bgPr>
        <a:solidFill>
          <a:srgbClr val="1E00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28"/>
          <p:cNvSpPr>
            <a:spLocks noGrp="1"/>
          </p:cNvSpPr>
          <p:nvPr>
            <p:ph type="title" hasCustomPrompt="1"/>
          </p:nvPr>
        </p:nvSpPr>
        <p:spPr bwMode="gray">
          <a:xfrm>
            <a:off x="760611" y="442528"/>
            <a:ext cx="10670780" cy="418576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algn="l" defTabSz="1218987" rtl="0" eaLnBrk="1" latinLnBrk="0" hangingPunct="1">
              <a:lnSpc>
                <a:spcPct val="85000"/>
              </a:lnSpc>
              <a:spcBef>
                <a:spcPct val="0"/>
              </a:spcBef>
              <a:buNone/>
              <a:tabLst>
                <a:tab pos="1218987" algn="l"/>
              </a:tabLst>
              <a:defRPr lang="en-US" sz="3200" b="1" kern="1200" cap="none" spc="-150" baseline="0" dirty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9" name="Chart Placeholder 2"/>
          <p:cNvSpPr>
            <a:spLocks noGrp="1"/>
          </p:cNvSpPr>
          <p:nvPr>
            <p:ph type="chart" sz="quarter" idx="10" hasCustomPrompt="1"/>
          </p:nvPr>
        </p:nvSpPr>
        <p:spPr bwMode="gray">
          <a:xfrm>
            <a:off x="760612" y="1524000"/>
            <a:ext cx="10670779" cy="4572001"/>
          </a:xfrm>
          <a:prstGeom prst="rect">
            <a:avLst/>
          </a:prstGeom>
        </p:spPr>
        <p:txBody>
          <a:bodyPr lIns="121899" tIns="853291" rIns="121899" bIns="60949" anchor="ctr" anchorCtr="0"/>
          <a:lstStyle>
            <a:lvl1pPr marL="0" indent="0" algn="ctr">
              <a:buFontTx/>
              <a:buNone/>
              <a:defRPr sz="2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create chart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6034602-4EFB-8E5B-8FAA-B579A05D71D3}"/>
              </a:ext>
            </a:extLst>
          </p:cNvPr>
          <p:cNvSpPr txBox="1"/>
          <p:nvPr userDrawn="1"/>
        </p:nvSpPr>
        <p:spPr>
          <a:xfrm>
            <a:off x="1602706" y="6401580"/>
            <a:ext cx="411587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2025 Lenovo Internal. All rights reserved.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630DE35-2B9A-CC16-D878-AF4BA659CB03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760611" y="6348283"/>
            <a:ext cx="777442" cy="259316"/>
            <a:chOff x="547688" y="952500"/>
            <a:chExt cx="12190413" cy="4067175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298FF46-F393-7505-AC93-A34D0D7FD133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47688" y="952500"/>
              <a:ext cx="12190413" cy="40671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2" name="Freeform 7">
              <a:extLst>
                <a:ext uri="{FF2B5EF4-FFF2-40B4-BE49-F238E27FC236}">
                  <a16:creationId xmlns:a16="http://schemas.microsoft.com/office/drawing/2014/main" id="{B10DDEA8-C62F-FFEF-8E88-937A40610AD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922838" y="2319338"/>
              <a:ext cx="1571625" cy="1590675"/>
            </a:xfrm>
            <a:custGeom>
              <a:avLst/>
              <a:gdLst>
                <a:gd name="T0" fmla="*/ 492 w 825"/>
                <a:gd name="T1" fmla="*/ 0 h 834"/>
                <a:gd name="T2" fmla="*/ 225 w 825"/>
                <a:gd name="T3" fmla="*/ 132 h 834"/>
                <a:gd name="T4" fmla="*/ 225 w 825"/>
                <a:gd name="T5" fmla="*/ 132 h 834"/>
                <a:gd name="T6" fmla="*/ 225 w 825"/>
                <a:gd name="T7" fmla="*/ 132 h 834"/>
                <a:gd name="T8" fmla="*/ 225 w 825"/>
                <a:gd name="T9" fmla="*/ 14 h 834"/>
                <a:gd name="T10" fmla="*/ 0 w 825"/>
                <a:gd name="T11" fmla="*/ 14 h 834"/>
                <a:gd name="T12" fmla="*/ 0 w 825"/>
                <a:gd name="T13" fmla="*/ 834 h 834"/>
                <a:gd name="T14" fmla="*/ 225 w 825"/>
                <a:gd name="T15" fmla="*/ 834 h 834"/>
                <a:gd name="T16" fmla="*/ 225 w 825"/>
                <a:gd name="T17" fmla="*/ 367 h 834"/>
                <a:gd name="T18" fmla="*/ 411 w 825"/>
                <a:gd name="T19" fmla="*/ 194 h 834"/>
                <a:gd name="T20" fmla="*/ 600 w 825"/>
                <a:gd name="T21" fmla="*/ 367 h 834"/>
                <a:gd name="T22" fmla="*/ 600 w 825"/>
                <a:gd name="T23" fmla="*/ 834 h 834"/>
                <a:gd name="T24" fmla="*/ 825 w 825"/>
                <a:gd name="T25" fmla="*/ 834 h 834"/>
                <a:gd name="T26" fmla="*/ 825 w 825"/>
                <a:gd name="T27" fmla="*/ 326 h 834"/>
                <a:gd name="T28" fmla="*/ 492 w 825"/>
                <a:gd name="T29" fmla="*/ 0 h 8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25" h="834">
                  <a:moveTo>
                    <a:pt x="492" y="0"/>
                  </a:moveTo>
                  <a:cubicBezTo>
                    <a:pt x="398" y="0"/>
                    <a:pt x="291" y="44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4"/>
                    <a:pt x="225" y="14"/>
                    <a:pt x="225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834"/>
                    <a:pt x="0" y="834"/>
                    <a:pt x="0" y="834"/>
                  </a:cubicBezTo>
                  <a:cubicBezTo>
                    <a:pt x="225" y="834"/>
                    <a:pt x="225" y="834"/>
                    <a:pt x="225" y="834"/>
                  </a:cubicBezTo>
                  <a:cubicBezTo>
                    <a:pt x="225" y="367"/>
                    <a:pt x="225" y="367"/>
                    <a:pt x="225" y="367"/>
                  </a:cubicBezTo>
                  <a:cubicBezTo>
                    <a:pt x="225" y="283"/>
                    <a:pt x="290" y="194"/>
                    <a:pt x="411" y="194"/>
                  </a:cubicBezTo>
                  <a:cubicBezTo>
                    <a:pt x="504" y="194"/>
                    <a:pt x="600" y="259"/>
                    <a:pt x="600" y="367"/>
                  </a:cubicBezTo>
                  <a:cubicBezTo>
                    <a:pt x="600" y="834"/>
                    <a:pt x="600" y="834"/>
                    <a:pt x="600" y="834"/>
                  </a:cubicBezTo>
                  <a:cubicBezTo>
                    <a:pt x="825" y="834"/>
                    <a:pt x="825" y="834"/>
                    <a:pt x="825" y="834"/>
                  </a:cubicBezTo>
                  <a:cubicBezTo>
                    <a:pt x="825" y="326"/>
                    <a:pt x="825" y="326"/>
                    <a:pt x="825" y="326"/>
                  </a:cubicBezTo>
                  <a:cubicBezTo>
                    <a:pt x="825" y="137"/>
                    <a:pt x="690" y="0"/>
                    <a:pt x="492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3" name="Freeform 8">
              <a:extLst>
                <a:ext uri="{FF2B5EF4-FFF2-40B4-BE49-F238E27FC236}">
                  <a16:creationId xmlns:a16="http://schemas.microsoft.com/office/drawing/2014/main" id="{A5215B45-7283-2B79-53B8-8EC24F78CF4F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77225" y="2346325"/>
              <a:ext cx="1755775" cy="1563688"/>
            </a:xfrm>
            <a:custGeom>
              <a:avLst/>
              <a:gdLst>
                <a:gd name="T0" fmla="*/ 797 w 1106"/>
                <a:gd name="T1" fmla="*/ 0 h 985"/>
                <a:gd name="T2" fmla="*/ 553 w 1106"/>
                <a:gd name="T3" fmla="*/ 671 h 985"/>
                <a:gd name="T4" fmla="*/ 308 w 1106"/>
                <a:gd name="T5" fmla="*/ 0 h 985"/>
                <a:gd name="T6" fmla="*/ 0 w 1106"/>
                <a:gd name="T7" fmla="*/ 0 h 985"/>
                <a:gd name="T8" fmla="*/ 405 w 1106"/>
                <a:gd name="T9" fmla="*/ 985 h 985"/>
                <a:gd name="T10" fmla="*/ 701 w 1106"/>
                <a:gd name="T11" fmla="*/ 985 h 985"/>
                <a:gd name="T12" fmla="*/ 1106 w 1106"/>
                <a:gd name="T13" fmla="*/ 0 h 985"/>
                <a:gd name="T14" fmla="*/ 797 w 1106"/>
                <a:gd name="T15" fmla="*/ 0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06" h="985">
                  <a:moveTo>
                    <a:pt x="797" y="0"/>
                  </a:moveTo>
                  <a:lnTo>
                    <a:pt x="553" y="671"/>
                  </a:lnTo>
                  <a:lnTo>
                    <a:pt x="308" y="0"/>
                  </a:lnTo>
                  <a:lnTo>
                    <a:pt x="0" y="0"/>
                  </a:lnTo>
                  <a:lnTo>
                    <a:pt x="405" y="985"/>
                  </a:lnTo>
                  <a:lnTo>
                    <a:pt x="701" y="985"/>
                  </a:lnTo>
                  <a:lnTo>
                    <a:pt x="1106" y="0"/>
                  </a:lnTo>
                  <a:lnTo>
                    <a:pt x="79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4" name="Freeform 9">
              <a:extLst>
                <a:ext uri="{FF2B5EF4-FFF2-40B4-BE49-F238E27FC236}">
                  <a16:creationId xmlns:a16="http://schemas.microsoft.com/office/drawing/2014/main" id="{9C313BF5-1342-2D50-4CD8-F0843C8D59D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138488" y="2319338"/>
              <a:ext cx="1630363" cy="1617663"/>
            </a:xfrm>
            <a:custGeom>
              <a:avLst/>
              <a:gdLst>
                <a:gd name="T0" fmla="*/ 697 w 856"/>
                <a:gd name="T1" fmla="*/ 582 h 848"/>
                <a:gd name="T2" fmla="*/ 462 w 856"/>
                <a:gd name="T3" fmla="*/ 669 h 848"/>
                <a:gd name="T4" fmla="*/ 280 w 856"/>
                <a:gd name="T5" fmla="*/ 602 h 848"/>
                <a:gd name="T6" fmla="*/ 856 w 856"/>
                <a:gd name="T7" fmla="*/ 363 h 848"/>
                <a:gd name="T8" fmla="*/ 758 w 856"/>
                <a:gd name="T9" fmla="*/ 135 h 848"/>
                <a:gd name="T10" fmla="*/ 434 w 856"/>
                <a:gd name="T11" fmla="*/ 0 h 848"/>
                <a:gd name="T12" fmla="*/ 0 w 856"/>
                <a:gd name="T13" fmla="*/ 424 h 848"/>
                <a:gd name="T14" fmla="*/ 459 w 856"/>
                <a:gd name="T15" fmla="*/ 848 h 848"/>
                <a:gd name="T16" fmla="*/ 840 w 856"/>
                <a:gd name="T17" fmla="*/ 691 h 848"/>
                <a:gd name="T18" fmla="*/ 697 w 856"/>
                <a:gd name="T19" fmla="*/ 582 h 848"/>
                <a:gd name="T20" fmla="*/ 265 w 856"/>
                <a:gd name="T21" fmla="*/ 261 h 848"/>
                <a:gd name="T22" fmla="*/ 438 w 856"/>
                <a:gd name="T23" fmla="*/ 179 h 848"/>
                <a:gd name="T24" fmla="*/ 612 w 856"/>
                <a:gd name="T25" fmla="*/ 294 h 848"/>
                <a:gd name="T26" fmla="*/ 219 w 856"/>
                <a:gd name="T27" fmla="*/ 457 h 848"/>
                <a:gd name="T28" fmla="*/ 265 w 856"/>
                <a:gd name="T29" fmla="*/ 261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56" h="848">
                  <a:moveTo>
                    <a:pt x="697" y="582"/>
                  </a:moveTo>
                  <a:cubicBezTo>
                    <a:pt x="602" y="652"/>
                    <a:pt x="548" y="669"/>
                    <a:pt x="462" y="669"/>
                  </a:cubicBezTo>
                  <a:cubicBezTo>
                    <a:pt x="384" y="669"/>
                    <a:pt x="323" y="645"/>
                    <a:pt x="280" y="602"/>
                  </a:cubicBezTo>
                  <a:cubicBezTo>
                    <a:pt x="856" y="363"/>
                    <a:pt x="856" y="363"/>
                    <a:pt x="856" y="363"/>
                  </a:cubicBezTo>
                  <a:cubicBezTo>
                    <a:pt x="843" y="275"/>
                    <a:pt x="810" y="195"/>
                    <a:pt x="758" y="135"/>
                  </a:cubicBezTo>
                  <a:cubicBezTo>
                    <a:pt x="682" y="47"/>
                    <a:pt x="570" y="0"/>
                    <a:pt x="434" y="0"/>
                  </a:cubicBezTo>
                  <a:cubicBezTo>
                    <a:pt x="186" y="0"/>
                    <a:pt x="0" y="183"/>
                    <a:pt x="0" y="424"/>
                  </a:cubicBezTo>
                  <a:cubicBezTo>
                    <a:pt x="0" y="672"/>
                    <a:pt x="187" y="848"/>
                    <a:pt x="459" y="848"/>
                  </a:cubicBezTo>
                  <a:cubicBezTo>
                    <a:pt x="611" y="848"/>
                    <a:pt x="767" y="776"/>
                    <a:pt x="840" y="691"/>
                  </a:cubicBezTo>
                  <a:lnTo>
                    <a:pt x="697" y="582"/>
                  </a:lnTo>
                  <a:close/>
                  <a:moveTo>
                    <a:pt x="265" y="261"/>
                  </a:moveTo>
                  <a:cubicBezTo>
                    <a:pt x="303" y="210"/>
                    <a:pt x="364" y="179"/>
                    <a:pt x="438" y="179"/>
                  </a:cubicBezTo>
                  <a:cubicBezTo>
                    <a:pt x="519" y="179"/>
                    <a:pt x="581" y="226"/>
                    <a:pt x="612" y="294"/>
                  </a:cubicBezTo>
                  <a:cubicBezTo>
                    <a:pt x="219" y="457"/>
                    <a:pt x="219" y="457"/>
                    <a:pt x="219" y="457"/>
                  </a:cubicBezTo>
                  <a:cubicBezTo>
                    <a:pt x="208" y="374"/>
                    <a:pt x="230" y="308"/>
                    <a:pt x="265" y="26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5" name="Freeform 10">
              <a:extLst>
                <a:ext uri="{FF2B5EF4-FFF2-40B4-BE49-F238E27FC236}">
                  <a16:creationId xmlns:a16="http://schemas.microsoft.com/office/drawing/2014/main" id="{499A91AC-5617-3A97-3CA7-56FF0F2C260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5925" y="1879600"/>
              <a:ext cx="1409700" cy="2030413"/>
            </a:xfrm>
            <a:custGeom>
              <a:avLst/>
              <a:gdLst>
                <a:gd name="T0" fmla="*/ 888 w 888"/>
                <a:gd name="T1" fmla="*/ 1030 h 1279"/>
                <a:gd name="T2" fmla="*/ 274 w 888"/>
                <a:gd name="T3" fmla="*/ 1030 h 1279"/>
                <a:gd name="T4" fmla="*/ 274 w 888"/>
                <a:gd name="T5" fmla="*/ 0 h 1279"/>
                <a:gd name="T6" fmla="*/ 0 w 888"/>
                <a:gd name="T7" fmla="*/ 0 h 1279"/>
                <a:gd name="T8" fmla="*/ 0 w 888"/>
                <a:gd name="T9" fmla="*/ 1279 h 1279"/>
                <a:gd name="T10" fmla="*/ 888 w 888"/>
                <a:gd name="T11" fmla="*/ 1279 h 1279"/>
                <a:gd name="T12" fmla="*/ 888 w 888"/>
                <a:gd name="T13" fmla="*/ 1030 h 1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88" h="1279">
                  <a:moveTo>
                    <a:pt x="888" y="1030"/>
                  </a:moveTo>
                  <a:lnTo>
                    <a:pt x="274" y="1030"/>
                  </a:lnTo>
                  <a:lnTo>
                    <a:pt x="274" y="0"/>
                  </a:lnTo>
                  <a:lnTo>
                    <a:pt x="0" y="0"/>
                  </a:lnTo>
                  <a:lnTo>
                    <a:pt x="0" y="1279"/>
                  </a:lnTo>
                  <a:lnTo>
                    <a:pt x="888" y="1279"/>
                  </a:lnTo>
                  <a:lnTo>
                    <a:pt x="888" y="10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6" name="Freeform 10">
              <a:extLst>
                <a:ext uri="{FF2B5EF4-FFF2-40B4-BE49-F238E27FC236}">
                  <a16:creationId xmlns:a16="http://schemas.microsoft.com/office/drawing/2014/main" id="{C7400D53-2A85-B307-D1F5-7E6EB77D0503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966325" y="2319338"/>
              <a:ext cx="1677988" cy="1617663"/>
            </a:xfrm>
            <a:custGeom>
              <a:avLst/>
              <a:gdLst>
                <a:gd name="T0" fmla="*/ 439 w 881"/>
                <a:gd name="T1" fmla="*/ 848 h 848"/>
                <a:gd name="T2" fmla="*/ 0 w 881"/>
                <a:gd name="T3" fmla="*/ 424 h 848"/>
                <a:gd name="T4" fmla="*/ 442 w 881"/>
                <a:gd name="T5" fmla="*/ 0 h 848"/>
                <a:gd name="T6" fmla="*/ 881 w 881"/>
                <a:gd name="T7" fmla="*/ 424 h 848"/>
                <a:gd name="T8" fmla="*/ 439 w 881"/>
                <a:gd name="T9" fmla="*/ 848 h 848"/>
                <a:gd name="T10" fmla="*/ 439 w 881"/>
                <a:gd name="T11" fmla="*/ 193 h 848"/>
                <a:gd name="T12" fmla="*/ 222 w 881"/>
                <a:gd name="T13" fmla="*/ 424 h 848"/>
                <a:gd name="T14" fmla="*/ 442 w 881"/>
                <a:gd name="T15" fmla="*/ 655 h 848"/>
                <a:gd name="T16" fmla="*/ 659 w 881"/>
                <a:gd name="T17" fmla="*/ 424 h 848"/>
                <a:gd name="T18" fmla="*/ 439 w 881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1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4" y="0"/>
                    <a:pt x="442" y="0"/>
                  </a:cubicBezTo>
                  <a:cubicBezTo>
                    <a:pt x="688" y="0"/>
                    <a:pt x="881" y="184"/>
                    <a:pt x="881" y="424"/>
                  </a:cubicBezTo>
                  <a:cubicBezTo>
                    <a:pt x="881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3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59" y="557"/>
                    <a:pt x="659" y="424"/>
                  </a:cubicBezTo>
                  <a:cubicBezTo>
                    <a:pt x="659" y="295"/>
                    <a:pt x="562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8CB004BB-6761-8374-A9BD-CD2644D6614B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64325" y="2319338"/>
              <a:ext cx="1679575" cy="1617663"/>
            </a:xfrm>
            <a:custGeom>
              <a:avLst/>
              <a:gdLst>
                <a:gd name="T0" fmla="*/ 439 w 882"/>
                <a:gd name="T1" fmla="*/ 848 h 848"/>
                <a:gd name="T2" fmla="*/ 0 w 882"/>
                <a:gd name="T3" fmla="*/ 424 h 848"/>
                <a:gd name="T4" fmla="*/ 442 w 882"/>
                <a:gd name="T5" fmla="*/ 0 h 848"/>
                <a:gd name="T6" fmla="*/ 882 w 882"/>
                <a:gd name="T7" fmla="*/ 424 h 848"/>
                <a:gd name="T8" fmla="*/ 439 w 882"/>
                <a:gd name="T9" fmla="*/ 848 h 848"/>
                <a:gd name="T10" fmla="*/ 439 w 882"/>
                <a:gd name="T11" fmla="*/ 193 h 848"/>
                <a:gd name="T12" fmla="*/ 222 w 882"/>
                <a:gd name="T13" fmla="*/ 424 h 848"/>
                <a:gd name="T14" fmla="*/ 442 w 882"/>
                <a:gd name="T15" fmla="*/ 655 h 848"/>
                <a:gd name="T16" fmla="*/ 660 w 882"/>
                <a:gd name="T17" fmla="*/ 424 h 848"/>
                <a:gd name="T18" fmla="*/ 439 w 882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2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5" y="0"/>
                    <a:pt x="442" y="0"/>
                  </a:cubicBezTo>
                  <a:cubicBezTo>
                    <a:pt x="689" y="0"/>
                    <a:pt x="882" y="184"/>
                    <a:pt x="882" y="424"/>
                  </a:cubicBezTo>
                  <a:cubicBezTo>
                    <a:pt x="882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4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60" y="557"/>
                    <a:pt x="660" y="424"/>
                  </a:cubicBezTo>
                  <a:cubicBezTo>
                    <a:pt x="660" y="295"/>
                    <a:pt x="563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1222CEF-FCD3-E840-7AE1-E900A5D59CF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5682602"/>
      </p:ext>
    </p:extLst>
  </p:cSld>
  <p:clrMapOvr>
    <a:masterClrMapping/>
  </p:clrMapOvr>
  <p:transition spd="med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12E9409-35B8-57EB-2941-154C5CA02C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4528185"/>
      </p:ext>
    </p:extLst>
  </p:cSld>
  <p:clrMapOvr>
    <a:masterClrMapping/>
  </p:clrMapOvr>
  <p:transition spd="med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Slide_Black">
    <p:bg>
      <p:bgPr>
        <a:solidFill>
          <a:srgbClr val="1E00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02847966-6DB9-1FB6-9676-273C285CBBB9}"/>
              </a:ext>
            </a:extLst>
          </p:cNvPr>
          <p:cNvSpPr txBox="1"/>
          <p:nvPr userDrawn="1"/>
        </p:nvSpPr>
        <p:spPr>
          <a:xfrm>
            <a:off x="1602706" y="6401580"/>
            <a:ext cx="411587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2025 Lenovo Internal. All rights reserved.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2DC449E-FDC8-E32E-E4B6-BCA292AA3705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760611" y="6348283"/>
            <a:ext cx="777442" cy="259316"/>
            <a:chOff x="547688" y="952500"/>
            <a:chExt cx="12190413" cy="4067175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B6D2A24-CAB4-F08D-2B8E-FD0BBEA396C0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47688" y="952500"/>
              <a:ext cx="12190413" cy="40671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4" name="Freeform 7">
              <a:extLst>
                <a:ext uri="{FF2B5EF4-FFF2-40B4-BE49-F238E27FC236}">
                  <a16:creationId xmlns:a16="http://schemas.microsoft.com/office/drawing/2014/main" id="{B5AB7E31-14A7-9501-5A1B-CA9C8DF7F97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922838" y="2319338"/>
              <a:ext cx="1571625" cy="1590675"/>
            </a:xfrm>
            <a:custGeom>
              <a:avLst/>
              <a:gdLst>
                <a:gd name="T0" fmla="*/ 492 w 825"/>
                <a:gd name="T1" fmla="*/ 0 h 834"/>
                <a:gd name="T2" fmla="*/ 225 w 825"/>
                <a:gd name="T3" fmla="*/ 132 h 834"/>
                <a:gd name="T4" fmla="*/ 225 w 825"/>
                <a:gd name="T5" fmla="*/ 132 h 834"/>
                <a:gd name="T6" fmla="*/ 225 w 825"/>
                <a:gd name="T7" fmla="*/ 132 h 834"/>
                <a:gd name="T8" fmla="*/ 225 w 825"/>
                <a:gd name="T9" fmla="*/ 14 h 834"/>
                <a:gd name="T10" fmla="*/ 0 w 825"/>
                <a:gd name="T11" fmla="*/ 14 h 834"/>
                <a:gd name="T12" fmla="*/ 0 w 825"/>
                <a:gd name="T13" fmla="*/ 834 h 834"/>
                <a:gd name="T14" fmla="*/ 225 w 825"/>
                <a:gd name="T15" fmla="*/ 834 h 834"/>
                <a:gd name="T16" fmla="*/ 225 w 825"/>
                <a:gd name="T17" fmla="*/ 367 h 834"/>
                <a:gd name="T18" fmla="*/ 411 w 825"/>
                <a:gd name="T19" fmla="*/ 194 h 834"/>
                <a:gd name="T20" fmla="*/ 600 w 825"/>
                <a:gd name="T21" fmla="*/ 367 h 834"/>
                <a:gd name="T22" fmla="*/ 600 w 825"/>
                <a:gd name="T23" fmla="*/ 834 h 834"/>
                <a:gd name="T24" fmla="*/ 825 w 825"/>
                <a:gd name="T25" fmla="*/ 834 h 834"/>
                <a:gd name="T26" fmla="*/ 825 w 825"/>
                <a:gd name="T27" fmla="*/ 326 h 834"/>
                <a:gd name="T28" fmla="*/ 492 w 825"/>
                <a:gd name="T29" fmla="*/ 0 h 8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25" h="834">
                  <a:moveTo>
                    <a:pt x="492" y="0"/>
                  </a:moveTo>
                  <a:cubicBezTo>
                    <a:pt x="398" y="0"/>
                    <a:pt x="291" y="44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4"/>
                    <a:pt x="225" y="14"/>
                    <a:pt x="225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834"/>
                    <a:pt x="0" y="834"/>
                    <a:pt x="0" y="834"/>
                  </a:cubicBezTo>
                  <a:cubicBezTo>
                    <a:pt x="225" y="834"/>
                    <a:pt x="225" y="834"/>
                    <a:pt x="225" y="834"/>
                  </a:cubicBezTo>
                  <a:cubicBezTo>
                    <a:pt x="225" y="367"/>
                    <a:pt x="225" y="367"/>
                    <a:pt x="225" y="367"/>
                  </a:cubicBezTo>
                  <a:cubicBezTo>
                    <a:pt x="225" y="283"/>
                    <a:pt x="290" y="194"/>
                    <a:pt x="411" y="194"/>
                  </a:cubicBezTo>
                  <a:cubicBezTo>
                    <a:pt x="504" y="194"/>
                    <a:pt x="600" y="259"/>
                    <a:pt x="600" y="367"/>
                  </a:cubicBezTo>
                  <a:cubicBezTo>
                    <a:pt x="600" y="834"/>
                    <a:pt x="600" y="834"/>
                    <a:pt x="600" y="834"/>
                  </a:cubicBezTo>
                  <a:cubicBezTo>
                    <a:pt x="825" y="834"/>
                    <a:pt x="825" y="834"/>
                    <a:pt x="825" y="834"/>
                  </a:cubicBezTo>
                  <a:cubicBezTo>
                    <a:pt x="825" y="326"/>
                    <a:pt x="825" y="326"/>
                    <a:pt x="825" y="326"/>
                  </a:cubicBezTo>
                  <a:cubicBezTo>
                    <a:pt x="825" y="137"/>
                    <a:pt x="690" y="0"/>
                    <a:pt x="492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5" name="Freeform 8">
              <a:extLst>
                <a:ext uri="{FF2B5EF4-FFF2-40B4-BE49-F238E27FC236}">
                  <a16:creationId xmlns:a16="http://schemas.microsoft.com/office/drawing/2014/main" id="{62254130-3E7F-93A9-7119-F750B966F2A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77225" y="2346325"/>
              <a:ext cx="1755775" cy="1563688"/>
            </a:xfrm>
            <a:custGeom>
              <a:avLst/>
              <a:gdLst>
                <a:gd name="T0" fmla="*/ 797 w 1106"/>
                <a:gd name="T1" fmla="*/ 0 h 985"/>
                <a:gd name="T2" fmla="*/ 553 w 1106"/>
                <a:gd name="T3" fmla="*/ 671 h 985"/>
                <a:gd name="T4" fmla="*/ 308 w 1106"/>
                <a:gd name="T5" fmla="*/ 0 h 985"/>
                <a:gd name="T6" fmla="*/ 0 w 1106"/>
                <a:gd name="T7" fmla="*/ 0 h 985"/>
                <a:gd name="T8" fmla="*/ 405 w 1106"/>
                <a:gd name="T9" fmla="*/ 985 h 985"/>
                <a:gd name="T10" fmla="*/ 701 w 1106"/>
                <a:gd name="T11" fmla="*/ 985 h 985"/>
                <a:gd name="T12" fmla="*/ 1106 w 1106"/>
                <a:gd name="T13" fmla="*/ 0 h 985"/>
                <a:gd name="T14" fmla="*/ 797 w 1106"/>
                <a:gd name="T15" fmla="*/ 0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06" h="985">
                  <a:moveTo>
                    <a:pt x="797" y="0"/>
                  </a:moveTo>
                  <a:lnTo>
                    <a:pt x="553" y="671"/>
                  </a:lnTo>
                  <a:lnTo>
                    <a:pt x="308" y="0"/>
                  </a:lnTo>
                  <a:lnTo>
                    <a:pt x="0" y="0"/>
                  </a:lnTo>
                  <a:lnTo>
                    <a:pt x="405" y="985"/>
                  </a:lnTo>
                  <a:lnTo>
                    <a:pt x="701" y="985"/>
                  </a:lnTo>
                  <a:lnTo>
                    <a:pt x="1106" y="0"/>
                  </a:lnTo>
                  <a:lnTo>
                    <a:pt x="79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6" name="Freeform 9">
              <a:extLst>
                <a:ext uri="{FF2B5EF4-FFF2-40B4-BE49-F238E27FC236}">
                  <a16:creationId xmlns:a16="http://schemas.microsoft.com/office/drawing/2014/main" id="{F09E9735-A341-685A-2E0E-8E623D182339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138488" y="2319338"/>
              <a:ext cx="1630363" cy="1617663"/>
            </a:xfrm>
            <a:custGeom>
              <a:avLst/>
              <a:gdLst>
                <a:gd name="T0" fmla="*/ 697 w 856"/>
                <a:gd name="T1" fmla="*/ 582 h 848"/>
                <a:gd name="T2" fmla="*/ 462 w 856"/>
                <a:gd name="T3" fmla="*/ 669 h 848"/>
                <a:gd name="T4" fmla="*/ 280 w 856"/>
                <a:gd name="T5" fmla="*/ 602 h 848"/>
                <a:gd name="T6" fmla="*/ 856 w 856"/>
                <a:gd name="T7" fmla="*/ 363 h 848"/>
                <a:gd name="T8" fmla="*/ 758 w 856"/>
                <a:gd name="T9" fmla="*/ 135 h 848"/>
                <a:gd name="T10" fmla="*/ 434 w 856"/>
                <a:gd name="T11" fmla="*/ 0 h 848"/>
                <a:gd name="T12" fmla="*/ 0 w 856"/>
                <a:gd name="T13" fmla="*/ 424 h 848"/>
                <a:gd name="T14" fmla="*/ 459 w 856"/>
                <a:gd name="T15" fmla="*/ 848 h 848"/>
                <a:gd name="T16" fmla="*/ 840 w 856"/>
                <a:gd name="T17" fmla="*/ 691 h 848"/>
                <a:gd name="T18" fmla="*/ 697 w 856"/>
                <a:gd name="T19" fmla="*/ 582 h 848"/>
                <a:gd name="T20" fmla="*/ 265 w 856"/>
                <a:gd name="T21" fmla="*/ 261 h 848"/>
                <a:gd name="T22" fmla="*/ 438 w 856"/>
                <a:gd name="T23" fmla="*/ 179 h 848"/>
                <a:gd name="T24" fmla="*/ 612 w 856"/>
                <a:gd name="T25" fmla="*/ 294 h 848"/>
                <a:gd name="T26" fmla="*/ 219 w 856"/>
                <a:gd name="T27" fmla="*/ 457 h 848"/>
                <a:gd name="T28" fmla="*/ 265 w 856"/>
                <a:gd name="T29" fmla="*/ 261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56" h="848">
                  <a:moveTo>
                    <a:pt x="697" y="582"/>
                  </a:moveTo>
                  <a:cubicBezTo>
                    <a:pt x="602" y="652"/>
                    <a:pt x="548" y="669"/>
                    <a:pt x="462" y="669"/>
                  </a:cubicBezTo>
                  <a:cubicBezTo>
                    <a:pt x="384" y="669"/>
                    <a:pt x="323" y="645"/>
                    <a:pt x="280" y="602"/>
                  </a:cubicBezTo>
                  <a:cubicBezTo>
                    <a:pt x="856" y="363"/>
                    <a:pt x="856" y="363"/>
                    <a:pt x="856" y="363"/>
                  </a:cubicBezTo>
                  <a:cubicBezTo>
                    <a:pt x="843" y="275"/>
                    <a:pt x="810" y="195"/>
                    <a:pt x="758" y="135"/>
                  </a:cubicBezTo>
                  <a:cubicBezTo>
                    <a:pt x="682" y="47"/>
                    <a:pt x="570" y="0"/>
                    <a:pt x="434" y="0"/>
                  </a:cubicBezTo>
                  <a:cubicBezTo>
                    <a:pt x="186" y="0"/>
                    <a:pt x="0" y="183"/>
                    <a:pt x="0" y="424"/>
                  </a:cubicBezTo>
                  <a:cubicBezTo>
                    <a:pt x="0" y="672"/>
                    <a:pt x="187" y="848"/>
                    <a:pt x="459" y="848"/>
                  </a:cubicBezTo>
                  <a:cubicBezTo>
                    <a:pt x="611" y="848"/>
                    <a:pt x="767" y="776"/>
                    <a:pt x="840" y="691"/>
                  </a:cubicBezTo>
                  <a:lnTo>
                    <a:pt x="697" y="582"/>
                  </a:lnTo>
                  <a:close/>
                  <a:moveTo>
                    <a:pt x="265" y="261"/>
                  </a:moveTo>
                  <a:cubicBezTo>
                    <a:pt x="303" y="210"/>
                    <a:pt x="364" y="179"/>
                    <a:pt x="438" y="179"/>
                  </a:cubicBezTo>
                  <a:cubicBezTo>
                    <a:pt x="519" y="179"/>
                    <a:pt x="581" y="226"/>
                    <a:pt x="612" y="294"/>
                  </a:cubicBezTo>
                  <a:cubicBezTo>
                    <a:pt x="219" y="457"/>
                    <a:pt x="219" y="457"/>
                    <a:pt x="219" y="457"/>
                  </a:cubicBezTo>
                  <a:cubicBezTo>
                    <a:pt x="208" y="374"/>
                    <a:pt x="230" y="308"/>
                    <a:pt x="265" y="26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7" name="Freeform 10">
              <a:extLst>
                <a:ext uri="{FF2B5EF4-FFF2-40B4-BE49-F238E27FC236}">
                  <a16:creationId xmlns:a16="http://schemas.microsoft.com/office/drawing/2014/main" id="{7576E6CE-DA5C-AF50-7933-59F501DBD1B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5925" y="1879600"/>
              <a:ext cx="1409700" cy="2030413"/>
            </a:xfrm>
            <a:custGeom>
              <a:avLst/>
              <a:gdLst>
                <a:gd name="T0" fmla="*/ 888 w 888"/>
                <a:gd name="T1" fmla="*/ 1030 h 1279"/>
                <a:gd name="T2" fmla="*/ 274 w 888"/>
                <a:gd name="T3" fmla="*/ 1030 h 1279"/>
                <a:gd name="T4" fmla="*/ 274 w 888"/>
                <a:gd name="T5" fmla="*/ 0 h 1279"/>
                <a:gd name="T6" fmla="*/ 0 w 888"/>
                <a:gd name="T7" fmla="*/ 0 h 1279"/>
                <a:gd name="T8" fmla="*/ 0 w 888"/>
                <a:gd name="T9" fmla="*/ 1279 h 1279"/>
                <a:gd name="T10" fmla="*/ 888 w 888"/>
                <a:gd name="T11" fmla="*/ 1279 h 1279"/>
                <a:gd name="T12" fmla="*/ 888 w 888"/>
                <a:gd name="T13" fmla="*/ 1030 h 1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88" h="1279">
                  <a:moveTo>
                    <a:pt x="888" y="1030"/>
                  </a:moveTo>
                  <a:lnTo>
                    <a:pt x="274" y="1030"/>
                  </a:lnTo>
                  <a:lnTo>
                    <a:pt x="274" y="0"/>
                  </a:lnTo>
                  <a:lnTo>
                    <a:pt x="0" y="0"/>
                  </a:lnTo>
                  <a:lnTo>
                    <a:pt x="0" y="1279"/>
                  </a:lnTo>
                  <a:lnTo>
                    <a:pt x="888" y="1279"/>
                  </a:lnTo>
                  <a:lnTo>
                    <a:pt x="888" y="10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8" name="Freeform 10">
              <a:extLst>
                <a:ext uri="{FF2B5EF4-FFF2-40B4-BE49-F238E27FC236}">
                  <a16:creationId xmlns:a16="http://schemas.microsoft.com/office/drawing/2014/main" id="{69BCEF5B-3A08-5E7B-9ED1-3F71D12FBA9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966325" y="2319338"/>
              <a:ext cx="1677988" cy="1617663"/>
            </a:xfrm>
            <a:custGeom>
              <a:avLst/>
              <a:gdLst>
                <a:gd name="T0" fmla="*/ 439 w 881"/>
                <a:gd name="T1" fmla="*/ 848 h 848"/>
                <a:gd name="T2" fmla="*/ 0 w 881"/>
                <a:gd name="T3" fmla="*/ 424 h 848"/>
                <a:gd name="T4" fmla="*/ 442 w 881"/>
                <a:gd name="T5" fmla="*/ 0 h 848"/>
                <a:gd name="T6" fmla="*/ 881 w 881"/>
                <a:gd name="T7" fmla="*/ 424 h 848"/>
                <a:gd name="T8" fmla="*/ 439 w 881"/>
                <a:gd name="T9" fmla="*/ 848 h 848"/>
                <a:gd name="T10" fmla="*/ 439 w 881"/>
                <a:gd name="T11" fmla="*/ 193 h 848"/>
                <a:gd name="T12" fmla="*/ 222 w 881"/>
                <a:gd name="T13" fmla="*/ 424 h 848"/>
                <a:gd name="T14" fmla="*/ 442 w 881"/>
                <a:gd name="T15" fmla="*/ 655 h 848"/>
                <a:gd name="T16" fmla="*/ 659 w 881"/>
                <a:gd name="T17" fmla="*/ 424 h 848"/>
                <a:gd name="T18" fmla="*/ 439 w 881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1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4" y="0"/>
                    <a:pt x="442" y="0"/>
                  </a:cubicBezTo>
                  <a:cubicBezTo>
                    <a:pt x="688" y="0"/>
                    <a:pt x="881" y="184"/>
                    <a:pt x="881" y="424"/>
                  </a:cubicBezTo>
                  <a:cubicBezTo>
                    <a:pt x="881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3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59" y="557"/>
                    <a:pt x="659" y="424"/>
                  </a:cubicBezTo>
                  <a:cubicBezTo>
                    <a:pt x="659" y="295"/>
                    <a:pt x="562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29" name="Freeform 11">
              <a:extLst>
                <a:ext uri="{FF2B5EF4-FFF2-40B4-BE49-F238E27FC236}">
                  <a16:creationId xmlns:a16="http://schemas.microsoft.com/office/drawing/2014/main" id="{B6FEDC4B-7FBE-AE64-86BE-07088AD5B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64325" y="2319338"/>
              <a:ext cx="1679575" cy="1617663"/>
            </a:xfrm>
            <a:custGeom>
              <a:avLst/>
              <a:gdLst>
                <a:gd name="T0" fmla="*/ 439 w 882"/>
                <a:gd name="T1" fmla="*/ 848 h 848"/>
                <a:gd name="T2" fmla="*/ 0 w 882"/>
                <a:gd name="T3" fmla="*/ 424 h 848"/>
                <a:gd name="T4" fmla="*/ 442 w 882"/>
                <a:gd name="T5" fmla="*/ 0 h 848"/>
                <a:gd name="T6" fmla="*/ 882 w 882"/>
                <a:gd name="T7" fmla="*/ 424 h 848"/>
                <a:gd name="T8" fmla="*/ 439 w 882"/>
                <a:gd name="T9" fmla="*/ 848 h 848"/>
                <a:gd name="T10" fmla="*/ 439 w 882"/>
                <a:gd name="T11" fmla="*/ 193 h 848"/>
                <a:gd name="T12" fmla="*/ 222 w 882"/>
                <a:gd name="T13" fmla="*/ 424 h 848"/>
                <a:gd name="T14" fmla="*/ 442 w 882"/>
                <a:gd name="T15" fmla="*/ 655 h 848"/>
                <a:gd name="T16" fmla="*/ 660 w 882"/>
                <a:gd name="T17" fmla="*/ 424 h 848"/>
                <a:gd name="T18" fmla="*/ 439 w 882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2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5" y="0"/>
                    <a:pt x="442" y="0"/>
                  </a:cubicBezTo>
                  <a:cubicBezTo>
                    <a:pt x="689" y="0"/>
                    <a:pt x="882" y="184"/>
                    <a:pt x="882" y="424"/>
                  </a:cubicBezTo>
                  <a:cubicBezTo>
                    <a:pt x="882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4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60" y="557"/>
                    <a:pt x="660" y="424"/>
                  </a:cubicBezTo>
                  <a:cubicBezTo>
                    <a:pt x="660" y="295"/>
                    <a:pt x="563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94B782-D6B1-E164-080E-40821B7DAF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090655"/>
      </p:ext>
    </p:extLst>
  </p:cSld>
  <p:clrMapOvr>
    <a:masterClrMapping/>
  </p:clrMapOvr>
  <p:transition spd="med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_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37F1298-487A-B4E6-4008-0A5D51F1C143}"/>
              </a:ext>
            </a:extLst>
          </p:cNvPr>
          <p:cNvGrpSpPr/>
          <p:nvPr userDrawn="1"/>
        </p:nvGrpSpPr>
        <p:grpSpPr>
          <a:xfrm>
            <a:off x="9392771" y="767096"/>
            <a:ext cx="2800816" cy="1898696"/>
            <a:chOff x="9390324" y="767096"/>
            <a:chExt cx="2800087" cy="1898696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DBC4C027-8FC0-71EF-963F-3B8A0447C1E8}"/>
                </a:ext>
              </a:extLst>
            </p:cNvPr>
            <p:cNvGrpSpPr/>
            <p:nvPr userDrawn="1"/>
          </p:nvGrpSpPr>
          <p:grpSpPr>
            <a:xfrm>
              <a:off x="9390324" y="936748"/>
              <a:ext cx="1965963" cy="1042086"/>
              <a:chOff x="4988072" y="501936"/>
              <a:chExt cx="1978802" cy="1051017"/>
            </a:xfrm>
            <a:solidFill>
              <a:schemeClr val="accent1"/>
            </a:solidFill>
          </p:grpSpPr>
          <p:sp>
            <p:nvSpPr>
              <p:cNvPr id="72" name="Freeform 5">
                <a:extLst>
                  <a:ext uri="{FF2B5EF4-FFF2-40B4-BE49-F238E27FC236}">
                    <a16:creationId xmlns:a16="http://schemas.microsoft.com/office/drawing/2014/main" id="{AC114BA7-B808-0C61-F4C4-498846EB2C1F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5559016" y="501936"/>
                <a:ext cx="218094" cy="282813"/>
              </a:xfrm>
              <a:custGeom>
                <a:avLst/>
                <a:gdLst>
                  <a:gd name="T0" fmla="*/ 0 w 502"/>
                  <a:gd name="T1" fmla="*/ 550 h 651"/>
                  <a:gd name="T2" fmla="*/ 83 w 502"/>
                  <a:gd name="T3" fmla="*/ 451 h 651"/>
                  <a:gd name="T4" fmla="*/ 272 w 502"/>
                  <a:gd name="T5" fmla="*/ 528 h 651"/>
                  <a:gd name="T6" fmla="*/ 363 w 502"/>
                  <a:gd name="T7" fmla="*/ 469 h 651"/>
                  <a:gd name="T8" fmla="*/ 363 w 502"/>
                  <a:gd name="T9" fmla="*/ 467 h 651"/>
                  <a:gd name="T10" fmla="*/ 236 w 502"/>
                  <a:gd name="T11" fmla="*/ 386 h 651"/>
                  <a:gd name="T12" fmla="*/ 26 w 502"/>
                  <a:gd name="T13" fmla="*/ 192 h 651"/>
                  <a:gd name="T14" fmla="*/ 26 w 502"/>
                  <a:gd name="T15" fmla="*/ 191 h 651"/>
                  <a:gd name="T16" fmla="*/ 247 w 502"/>
                  <a:gd name="T17" fmla="*/ 0 h 651"/>
                  <a:gd name="T18" fmla="*/ 483 w 502"/>
                  <a:gd name="T19" fmla="*/ 80 h 651"/>
                  <a:gd name="T20" fmla="*/ 410 w 502"/>
                  <a:gd name="T21" fmla="*/ 185 h 651"/>
                  <a:gd name="T22" fmla="*/ 246 w 502"/>
                  <a:gd name="T23" fmla="*/ 123 h 651"/>
                  <a:gd name="T24" fmla="*/ 164 w 502"/>
                  <a:gd name="T25" fmla="*/ 178 h 651"/>
                  <a:gd name="T26" fmla="*/ 164 w 502"/>
                  <a:gd name="T27" fmla="*/ 180 h 651"/>
                  <a:gd name="T28" fmla="*/ 301 w 502"/>
                  <a:gd name="T29" fmla="*/ 263 h 651"/>
                  <a:gd name="T30" fmla="*/ 502 w 502"/>
                  <a:gd name="T31" fmla="*/ 453 h 651"/>
                  <a:gd name="T32" fmla="*/ 502 w 502"/>
                  <a:gd name="T33" fmla="*/ 455 h 651"/>
                  <a:gd name="T34" fmla="*/ 269 w 502"/>
                  <a:gd name="T35" fmla="*/ 651 h 651"/>
                  <a:gd name="T36" fmla="*/ 0 w 502"/>
                  <a:gd name="T37" fmla="*/ 550 h 6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502" h="651">
                    <a:moveTo>
                      <a:pt x="0" y="550"/>
                    </a:moveTo>
                    <a:cubicBezTo>
                      <a:pt x="83" y="451"/>
                      <a:pt x="83" y="451"/>
                      <a:pt x="83" y="451"/>
                    </a:cubicBezTo>
                    <a:cubicBezTo>
                      <a:pt x="140" y="498"/>
                      <a:pt x="200" y="528"/>
                      <a:pt x="272" y="528"/>
                    </a:cubicBezTo>
                    <a:cubicBezTo>
                      <a:pt x="329" y="528"/>
                      <a:pt x="363" y="506"/>
                      <a:pt x="363" y="469"/>
                    </a:cubicBezTo>
                    <a:cubicBezTo>
                      <a:pt x="363" y="467"/>
                      <a:pt x="363" y="467"/>
                      <a:pt x="363" y="467"/>
                    </a:cubicBezTo>
                    <a:cubicBezTo>
                      <a:pt x="363" y="431"/>
                      <a:pt x="342" y="413"/>
                      <a:pt x="236" y="386"/>
                    </a:cubicBezTo>
                    <a:cubicBezTo>
                      <a:pt x="108" y="354"/>
                      <a:pt x="26" y="318"/>
                      <a:pt x="26" y="192"/>
                    </a:cubicBezTo>
                    <a:cubicBezTo>
                      <a:pt x="26" y="191"/>
                      <a:pt x="26" y="191"/>
                      <a:pt x="26" y="191"/>
                    </a:cubicBezTo>
                    <a:cubicBezTo>
                      <a:pt x="26" y="76"/>
                      <a:pt x="118" y="0"/>
                      <a:pt x="247" y="0"/>
                    </a:cubicBezTo>
                    <a:cubicBezTo>
                      <a:pt x="340" y="0"/>
                      <a:pt x="419" y="29"/>
                      <a:pt x="483" y="80"/>
                    </a:cubicBezTo>
                    <a:cubicBezTo>
                      <a:pt x="410" y="185"/>
                      <a:pt x="410" y="185"/>
                      <a:pt x="410" y="185"/>
                    </a:cubicBezTo>
                    <a:cubicBezTo>
                      <a:pt x="354" y="146"/>
                      <a:pt x="299" y="123"/>
                      <a:pt x="246" y="123"/>
                    </a:cubicBezTo>
                    <a:cubicBezTo>
                      <a:pt x="192" y="123"/>
                      <a:pt x="164" y="147"/>
                      <a:pt x="164" y="178"/>
                    </a:cubicBezTo>
                    <a:cubicBezTo>
                      <a:pt x="164" y="180"/>
                      <a:pt x="164" y="180"/>
                      <a:pt x="164" y="180"/>
                    </a:cubicBezTo>
                    <a:cubicBezTo>
                      <a:pt x="164" y="221"/>
                      <a:pt x="191" y="235"/>
                      <a:pt x="301" y="263"/>
                    </a:cubicBezTo>
                    <a:cubicBezTo>
                      <a:pt x="429" y="297"/>
                      <a:pt x="502" y="343"/>
                      <a:pt x="502" y="453"/>
                    </a:cubicBezTo>
                    <a:cubicBezTo>
                      <a:pt x="502" y="455"/>
                      <a:pt x="502" y="455"/>
                      <a:pt x="502" y="455"/>
                    </a:cubicBezTo>
                    <a:cubicBezTo>
                      <a:pt x="502" y="581"/>
                      <a:pt x="406" y="651"/>
                      <a:pt x="269" y="651"/>
                    </a:cubicBezTo>
                    <a:cubicBezTo>
                      <a:pt x="173" y="651"/>
                      <a:pt x="76" y="618"/>
                      <a:pt x="0" y="55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73" name="Freeform 6">
                <a:extLst>
                  <a:ext uri="{FF2B5EF4-FFF2-40B4-BE49-F238E27FC236}">
                    <a16:creationId xmlns:a16="http://schemas.microsoft.com/office/drawing/2014/main" id="{03055FF5-EB33-F09D-784D-C7AD01880326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5791295" y="566212"/>
                <a:ext cx="322264" cy="214547"/>
              </a:xfrm>
              <a:custGeom>
                <a:avLst/>
                <a:gdLst>
                  <a:gd name="T0" fmla="*/ 0 w 741"/>
                  <a:gd name="T1" fmla="*/ 9 h 494"/>
                  <a:gd name="T2" fmla="*/ 138 w 741"/>
                  <a:gd name="T3" fmla="*/ 9 h 494"/>
                  <a:gd name="T4" fmla="*/ 138 w 741"/>
                  <a:gd name="T5" fmla="*/ 78 h 494"/>
                  <a:gd name="T6" fmla="*/ 281 w 741"/>
                  <a:gd name="T7" fmla="*/ 0 h 494"/>
                  <a:gd name="T8" fmla="*/ 418 w 741"/>
                  <a:gd name="T9" fmla="*/ 77 h 494"/>
                  <a:gd name="T10" fmla="*/ 577 w 741"/>
                  <a:gd name="T11" fmla="*/ 0 h 494"/>
                  <a:gd name="T12" fmla="*/ 741 w 741"/>
                  <a:gd name="T13" fmla="*/ 178 h 494"/>
                  <a:gd name="T14" fmla="*/ 741 w 741"/>
                  <a:gd name="T15" fmla="*/ 494 h 494"/>
                  <a:gd name="T16" fmla="*/ 603 w 741"/>
                  <a:gd name="T17" fmla="*/ 494 h 494"/>
                  <a:gd name="T18" fmla="*/ 603 w 741"/>
                  <a:gd name="T19" fmla="*/ 224 h 494"/>
                  <a:gd name="T20" fmla="*/ 523 w 741"/>
                  <a:gd name="T21" fmla="*/ 125 h 494"/>
                  <a:gd name="T22" fmla="*/ 439 w 741"/>
                  <a:gd name="T23" fmla="*/ 224 h 494"/>
                  <a:gd name="T24" fmla="*/ 439 w 741"/>
                  <a:gd name="T25" fmla="*/ 494 h 494"/>
                  <a:gd name="T26" fmla="*/ 302 w 741"/>
                  <a:gd name="T27" fmla="*/ 494 h 494"/>
                  <a:gd name="T28" fmla="*/ 302 w 741"/>
                  <a:gd name="T29" fmla="*/ 224 h 494"/>
                  <a:gd name="T30" fmla="*/ 221 w 741"/>
                  <a:gd name="T31" fmla="*/ 125 h 494"/>
                  <a:gd name="T32" fmla="*/ 138 w 741"/>
                  <a:gd name="T33" fmla="*/ 224 h 494"/>
                  <a:gd name="T34" fmla="*/ 138 w 741"/>
                  <a:gd name="T35" fmla="*/ 494 h 494"/>
                  <a:gd name="T36" fmla="*/ 0 w 741"/>
                  <a:gd name="T37" fmla="*/ 494 h 494"/>
                  <a:gd name="T38" fmla="*/ 0 w 741"/>
                  <a:gd name="T39" fmla="*/ 9 h 4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41" h="494">
                    <a:moveTo>
                      <a:pt x="0" y="9"/>
                    </a:moveTo>
                    <a:cubicBezTo>
                      <a:pt x="138" y="9"/>
                      <a:pt x="138" y="9"/>
                      <a:pt x="138" y="9"/>
                    </a:cubicBezTo>
                    <a:cubicBezTo>
                      <a:pt x="138" y="78"/>
                      <a:pt x="138" y="78"/>
                      <a:pt x="138" y="78"/>
                    </a:cubicBezTo>
                    <a:cubicBezTo>
                      <a:pt x="170" y="37"/>
                      <a:pt x="211" y="0"/>
                      <a:pt x="281" y="0"/>
                    </a:cubicBezTo>
                    <a:cubicBezTo>
                      <a:pt x="344" y="0"/>
                      <a:pt x="392" y="28"/>
                      <a:pt x="418" y="77"/>
                    </a:cubicBezTo>
                    <a:cubicBezTo>
                      <a:pt x="460" y="27"/>
                      <a:pt x="511" y="0"/>
                      <a:pt x="577" y="0"/>
                    </a:cubicBezTo>
                    <a:cubicBezTo>
                      <a:pt x="679" y="0"/>
                      <a:pt x="741" y="62"/>
                      <a:pt x="741" y="178"/>
                    </a:cubicBezTo>
                    <a:cubicBezTo>
                      <a:pt x="741" y="494"/>
                      <a:pt x="741" y="494"/>
                      <a:pt x="741" y="494"/>
                    </a:cubicBezTo>
                    <a:cubicBezTo>
                      <a:pt x="603" y="494"/>
                      <a:pt x="603" y="494"/>
                      <a:pt x="603" y="494"/>
                    </a:cubicBezTo>
                    <a:cubicBezTo>
                      <a:pt x="603" y="224"/>
                      <a:pt x="603" y="224"/>
                      <a:pt x="603" y="224"/>
                    </a:cubicBezTo>
                    <a:cubicBezTo>
                      <a:pt x="603" y="159"/>
                      <a:pt x="574" y="125"/>
                      <a:pt x="523" y="125"/>
                    </a:cubicBezTo>
                    <a:cubicBezTo>
                      <a:pt x="471" y="125"/>
                      <a:pt x="439" y="159"/>
                      <a:pt x="439" y="224"/>
                    </a:cubicBezTo>
                    <a:cubicBezTo>
                      <a:pt x="439" y="494"/>
                      <a:pt x="439" y="494"/>
                      <a:pt x="439" y="494"/>
                    </a:cubicBezTo>
                    <a:cubicBezTo>
                      <a:pt x="302" y="494"/>
                      <a:pt x="302" y="494"/>
                      <a:pt x="302" y="494"/>
                    </a:cubicBezTo>
                    <a:cubicBezTo>
                      <a:pt x="302" y="224"/>
                      <a:pt x="302" y="224"/>
                      <a:pt x="302" y="224"/>
                    </a:cubicBezTo>
                    <a:cubicBezTo>
                      <a:pt x="302" y="159"/>
                      <a:pt x="273" y="125"/>
                      <a:pt x="221" y="125"/>
                    </a:cubicBezTo>
                    <a:cubicBezTo>
                      <a:pt x="170" y="125"/>
                      <a:pt x="138" y="159"/>
                      <a:pt x="138" y="224"/>
                    </a:cubicBezTo>
                    <a:cubicBezTo>
                      <a:pt x="138" y="494"/>
                      <a:pt x="138" y="494"/>
                      <a:pt x="138" y="494"/>
                    </a:cubicBezTo>
                    <a:cubicBezTo>
                      <a:pt x="0" y="494"/>
                      <a:pt x="0" y="494"/>
                      <a:pt x="0" y="494"/>
                    </a:cubicBezTo>
                    <a:lnTo>
                      <a:pt x="0" y="9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74" name="Freeform 7">
                <a:extLst>
                  <a:ext uri="{FF2B5EF4-FFF2-40B4-BE49-F238E27FC236}">
                    <a16:creationId xmlns:a16="http://schemas.microsoft.com/office/drawing/2014/main" id="{EF0C28DE-3EA0-613C-F6F5-A668E5A933D2}"/>
                  </a:ext>
                </a:extLst>
              </p:cNvPr>
              <p:cNvSpPr>
                <a:spLocks noEditPoints="1"/>
              </p:cNvSpPr>
              <p:nvPr userDrawn="1"/>
            </p:nvSpPr>
            <p:spPr bwMode="auto">
              <a:xfrm>
                <a:off x="6125971" y="567985"/>
                <a:ext cx="193713" cy="216764"/>
              </a:xfrm>
              <a:custGeom>
                <a:avLst/>
                <a:gdLst>
                  <a:gd name="T0" fmla="*/ 0 w 446"/>
                  <a:gd name="T1" fmla="*/ 351 h 499"/>
                  <a:gd name="T2" fmla="*/ 0 w 446"/>
                  <a:gd name="T3" fmla="*/ 349 h 499"/>
                  <a:gd name="T4" fmla="*/ 195 w 446"/>
                  <a:gd name="T5" fmla="*/ 194 h 499"/>
                  <a:gd name="T6" fmla="*/ 314 w 446"/>
                  <a:gd name="T7" fmla="*/ 214 h 499"/>
                  <a:gd name="T8" fmla="*/ 314 w 446"/>
                  <a:gd name="T9" fmla="*/ 206 h 499"/>
                  <a:gd name="T10" fmla="*/ 210 w 446"/>
                  <a:gd name="T11" fmla="*/ 117 h 499"/>
                  <a:gd name="T12" fmla="*/ 76 w 446"/>
                  <a:gd name="T13" fmla="*/ 144 h 499"/>
                  <a:gd name="T14" fmla="*/ 42 w 446"/>
                  <a:gd name="T15" fmla="*/ 39 h 499"/>
                  <a:gd name="T16" fmla="*/ 230 w 446"/>
                  <a:gd name="T17" fmla="*/ 0 h 499"/>
                  <a:gd name="T18" fmla="*/ 394 w 446"/>
                  <a:gd name="T19" fmla="*/ 54 h 499"/>
                  <a:gd name="T20" fmla="*/ 446 w 446"/>
                  <a:gd name="T21" fmla="*/ 209 h 499"/>
                  <a:gd name="T22" fmla="*/ 446 w 446"/>
                  <a:gd name="T23" fmla="*/ 490 h 499"/>
                  <a:gd name="T24" fmla="*/ 313 w 446"/>
                  <a:gd name="T25" fmla="*/ 490 h 499"/>
                  <a:gd name="T26" fmla="*/ 313 w 446"/>
                  <a:gd name="T27" fmla="*/ 438 h 499"/>
                  <a:gd name="T28" fmla="*/ 166 w 446"/>
                  <a:gd name="T29" fmla="*/ 499 h 499"/>
                  <a:gd name="T30" fmla="*/ 0 w 446"/>
                  <a:gd name="T31" fmla="*/ 351 h 499"/>
                  <a:gd name="T32" fmla="*/ 316 w 446"/>
                  <a:gd name="T33" fmla="*/ 319 h 499"/>
                  <a:gd name="T34" fmla="*/ 316 w 446"/>
                  <a:gd name="T35" fmla="*/ 295 h 499"/>
                  <a:gd name="T36" fmla="*/ 228 w 446"/>
                  <a:gd name="T37" fmla="*/ 277 h 499"/>
                  <a:gd name="T38" fmla="*/ 133 w 446"/>
                  <a:gd name="T39" fmla="*/ 344 h 499"/>
                  <a:gd name="T40" fmla="*/ 133 w 446"/>
                  <a:gd name="T41" fmla="*/ 346 h 499"/>
                  <a:gd name="T42" fmla="*/ 208 w 446"/>
                  <a:gd name="T43" fmla="*/ 404 h 499"/>
                  <a:gd name="T44" fmla="*/ 316 w 446"/>
                  <a:gd name="T45" fmla="*/ 319 h 4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446" h="499">
                    <a:moveTo>
                      <a:pt x="0" y="351"/>
                    </a:moveTo>
                    <a:cubicBezTo>
                      <a:pt x="0" y="349"/>
                      <a:pt x="0" y="349"/>
                      <a:pt x="0" y="349"/>
                    </a:cubicBezTo>
                    <a:cubicBezTo>
                      <a:pt x="0" y="243"/>
                      <a:pt x="80" y="194"/>
                      <a:pt x="195" y="194"/>
                    </a:cubicBezTo>
                    <a:cubicBezTo>
                      <a:pt x="244" y="194"/>
                      <a:pt x="280" y="202"/>
                      <a:pt x="314" y="214"/>
                    </a:cubicBezTo>
                    <a:cubicBezTo>
                      <a:pt x="314" y="206"/>
                      <a:pt x="314" y="206"/>
                      <a:pt x="314" y="206"/>
                    </a:cubicBezTo>
                    <a:cubicBezTo>
                      <a:pt x="314" y="149"/>
                      <a:pt x="279" y="117"/>
                      <a:pt x="210" y="117"/>
                    </a:cubicBezTo>
                    <a:cubicBezTo>
                      <a:pt x="157" y="117"/>
                      <a:pt x="120" y="127"/>
                      <a:pt x="76" y="144"/>
                    </a:cubicBezTo>
                    <a:cubicBezTo>
                      <a:pt x="42" y="39"/>
                      <a:pt x="42" y="39"/>
                      <a:pt x="42" y="39"/>
                    </a:cubicBezTo>
                    <a:cubicBezTo>
                      <a:pt x="95" y="15"/>
                      <a:pt x="147" y="0"/>
                      <a:pt x="230" y="0"/>
                    </a:cubicBezTo>
                    <a:cubicBezTo>
                      <a:pt x="305" y="0"/>
                      <a:pt x="359" y="20"/>
                      <a:pt x="394" y="54"/>
                    </a:cubicBezTo>
                    <a:cubicBezTo>
                      <a:pt x="430" y="90"/>
                      <a:pt x="446" y="144"/>
                      <a:pt x="446" y="209"/>
                    </a:cubicBezTo>
                    <a:cubicBezTo>
                      <a:pt x="446" y="490"/>
                      <a:pt x="446" y="490"/>
                      <a:pt x="446" y="490"/>
                    </a:cubicBezTo>
                    <a:cubicBezTo>
                      <a:pt x="313" y="490"/>
                      <a:pt x="313" y="490"/>
                      <a:pt x="313" y="490"/>
                    </a:cubicBezTo>
                    <a:cubicBezTo>
                      <a:pt x="313" y="438"/>
                      <a:pt x="313" y="438"/>
                      <a:pt x="313" y="438"/>
                    </a:cubicBezTo>
                    <a:cubicBezTo>
                      <a:pt x="280" y="475"/>
                      <a:pt x="233" y="499"/>
                      <a:pt x="166" y="499"/>
                    </a:cubicBezTo>
                    <a:cubicBezTo>
                      <a:pt x="75" y="499"/>
                      <a:pt x="0" y="447"/>
                      <a:pt x="0" y="351"/>
                    </a:cubicBezTo>
                    <a:close/>
                    <a:moveTo>
                      <a:pt x="316" y="319"/>
                    </a:moveTo>
                    <a:cubicBezTo>
                      <a:pt x="316" y="295"/>
                      <a:pt x="316" y="295"/>
                      <a:pt x="316" y="295"/>
                    </a:cubicBezTo>
                    <a:cubicBezTo>
                      <a:pt x="292" y="284"/>
                      <a:pt x="262" y="277"/>
                      <a:pt x="228" y="277"/>
                    </a:cubicBezTo>
                    <a:cubicBezTo>
                      <a:pt x="169" y="277"/>
                      <a:pt x="133" y="300"/>
                      <a:pt x="133" y="344"/>
                    </a:cubicBezTo>
                    <a:cubicBezTo>
                      <a:pt x="133" y="346"/>
                      <a:pt x="133" y="346"/>
                      <a:pt x="133" y="346"/>
                    </a:cubicBezTo>
                    <a:cubicBezTo>
                      <a:pt x="133" y="383"/>
                      <a:pt x="164" y="404"/>
                      <a:pt x="208" y="404"/>
                    </a:cubicBezTo>
                    <a:cubicBezTo>
                      <a:pt x="272" y="404"/>
                      <a:pt x="316" y="369"/>
                      <a:pt x="316" y="3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75" name="Freeform 8">
                <a:extLst>
                  <a:ext uri="{FF2B5EF4-FFF2-40B4-BE49-F238E27FC236}">
                    <a16:creationId xmlns:a16="http://schemas.microsoft.com/office/drawing/2014/main" id="{AA3A9144-5E21-1340-D82E-781E8E03088B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6336529" y="564438"/>
                <a:ext cx="127665" cy="216321"/>
              </a:xfrm>
              <a:custGeom>
                <a:avLst/>
                <a:gdLst>
                  <a:gd name="T0" fmla="*/ 0 w 293"/>
                  <a:gd name="T1" fmla="*/ 13 h 498"/>
                  <a:gd name="T2" fmla="*/ 138 w 293"/>
                  <a:gd name="T3" fmla="*/ 13 h 498"/>
                  <a:gd name="T4" fmla="*/ 138 w 293"/>
                  <a:gd name="T5" fmla="*/ 111 h 498"/>
                  <a:gd name="T6" fmla="*/ 293 w 293"/>
                  <a:gd name="T7" fmla="*/ 4 h 498"/>
                  <a:gd name="T8" fmla="*/ 293 w 293"/>
                  <a:gd name="T9" fmla="*/ 148 h 498"/>
                  <a:gd name="T10" fmla="*/ 285 w 293"/>
                  <a:gd name="T11" fmla="*/ 148 h 498"/>
                  <a:gd name="T12" fmla="*/ 138 w 293"/>
                  <a:gd name="T13" fmla="*/ 319 h 498"/>
                  <a:gd name="T14" fmla="*/ 138 w 293"/>
                  <a:gd name="T15" fmla="*/ 498 h 498"/>
                  <a:gd name="T16" fmla="*/ 0 w 293"/>
                  <a:gd name="T17" fmla="*/ 498 h 498"/>
                  <a:gd name="T18" fmla="*/ 0 w 293"/>
                  <a:gd name="T19" fmla="*/ 13 h 4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93" h="498">
                    <a:moveTo>
                      <a:pt x="0" y="13"/>
                    </a:moveTo>
                    <a:cubicBezTo>
                      <a:pt x="138" y="13"/>
                      <a:pt x="138" y="13"/>
                      <a:pt x="138" y="13"/>
                    </a:cubicBezTo>
                    <a:cubicBezTo>
                      <a:pt x="138" y="111"/>
                      <a:pt x="138" y="111"/>
                      <a:pt x="138" y="111"/>
                    </a:cubicBezTo>
                    <a:cubicBezTo>
                      <a:pt x="166" y="44"/>
                      <a:pt x="211" y="0"/>
                      <a:pt x="293" y="4"/>
                    </a:cubicBezTo>
                    <a:cubicBezTo>
                      <a:pt x="293" y="148"/>
                      <a:pt x="293" y="148"/>
                      <a:pt x="293" y="148"/>
                    </a:cubicBezTo>
                    <a:cubicBezTo>
                      <a:pt x="285" y="148"/>
                      <a:pt x="285" y="148"/>
                      <a:pt x="285" y="148"/>
                    </a:cubicBezTo>
                    <a:cubicBezTo>
                      <a:pt x="194" y="148"/>
                      <a:pt x="138" y="203"/>
                      <a:pt x="138" y="319"/>
                    </a:cubicBezTo>
                    <a:cubicBezTo>
                      <a:pt x="138" y="498"/>
                      <a:pt x="138" y="498"/>
                      <a:pt x="138" y="498"/>
                    </a:cubicBezTo>
                    <a:cubicBezTo>
                      <a:pt x="0" y="498"/>
                      <a:pt x="0" y="498"/>
                      <a:pt x="0" y="498"/>
                    </a:cubicBezTo>
                    <a:lnTo>
                      <a:pt x="0" y="1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76" name="Freeform 9">
                <a:extLst>
                  <a:ext uri="{FF2B5EF4-FFF2-40B4-BE49-F238E27FC236}">
                    <a16:creationId xmlns:a16="http://schemas.microsoft.com/office/drawing/2014/main" id="{16E502AF-0487-43AF-00DB-14F962B92CFF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6475719" y="516121"/>
                <a:ext cx="134757" cy="268184"/>
              </a:xfrm>
              <a:custGeom>
                <a:avLst/>
                <a:gdLst>
                  <a:gd name="T0" fmla="*/ 58 w 310"/>
                  <a:gd name="T1" fmla="*/ 472 h 617"/>
                  <a:gd name="T2" fmla="*/ 58 w 310"/>
                  <a:gd name="T3" fmla="*/ 242 h 617"/>
                  <a:gd name="T4" fmla="*/ 0 w 310"/>
                  <a:gd name="T5" fmla="*/ 242 h 617"/>
                  <a:gd name="T6" fmla="*/ 0 w 310"/>
                  <a:gd name="T7" fmla="*/ 124 h 617"/>
                  <a:gd name="T8" fmla="*/ 58 w 310"/>
                  <a:gd name="T9" fmla="*/ 124 h 617"/>
                  <a:gd name="T10" fmla="*/ 58 w 310"/>
                  <a:gd name="T11" fmla="*/ 0 h 617"/>
                  <a:gd name="T12" fmla="*/ 196 w 310"/>
                  <a:gd name="T13" fmla="*/ 0 h 617"/>
                  <a:gd name="T14" fmla="*/ 196 w 310"/>
                  <a:gd name="T15" fmla="*/ 124 h 617"/>
                  <a:gd name="T16" fmla="*/ 310 w 310"/>
                  <a:gd name="T17" fmla="*/ 124 h 617"/>
                  <a:gd name="T18" fmla="*/ 310 w 310"/>
                  <a:gd name="T19" fmla="*/ 242 h 617"/>
                  <a:gd name="T20" fmla="*/ 196 w 310"/>
                  <a:gd name="T21" fmla="*/ 242 h 617"/>
                  <a:gd name="T22" fmla="*/ 196 w 310"/>
                  <a:gd name="T23" fmla="*/ 449 h 617"/>
                  <a:gd name="T24" fmla="*/ 240 w 310"/>
                  <a:gd name="T25" fmla="*/ 496 h 617"/>
                  <a:gd name="T26" fmla="*/ 308 w 310"/>
                  <a:gd name="T27" fmla="*/ 479 h 617"/>
                  <a:gd name="T28" fmla="*/ 308 w 310"/>
                  <a:gd name="T29" fmla="*/ 589 h 617"/>
                  <a:gd name="T30" fmla="*/ 199 w 310"/>
                  <a:gd name="T31" fmla="*/ 617 h 617"/>
                  <a:gd name="T32" fmla="*/ 58 w 310"/>
                  <a:gd name="T33" fmla="*/ 472 h 6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310" h="617">
                    <a:moveTo>
                      <a:pt x="58" y="472"/>
                    </a:moveTo>
                    <a:cubicBezTo>
                      <a:pt x="58" y="242"/>
                      <a:pt x="58" y="242"/>
                      <a:pt x="58" y="242"/>
                    </a:cubicBezTo>
                    <a:cubicBezTo>
                      <a:pt x="0" y="242"/>
                      <a:pt x="0" y="242"/>
                      <a:pt x="0" y="242"/>
                    </a:cubicBezTo>
                    <a:cubicBezTo>
                      <a:pt x="0" y="124"/>
                      <a:pt x="0" y="124"/>
                      <a:pt x="0" y="124"/>
                    </a:cubicBezTo>
                    <a:cubicBezTo>
                      <a:pt x="58" y="124"/>
                      <a:pt x="58" y="124"/>
                      <a:pt x="58" y="124"/>
                    </a:cubicBezTo>
                    <a:cubicBezTo>
                      <a:pt x="58" y="0"/>
                      <a:pt x="58" y="0"/>
                      <a:pt x="58" y="0"/>
                    </a:cubicBezTo>
                    <a:cubicBezTo>
                      <a:pt x="196" y="0"/>
                      <a:pt x="196" y="0"/>
                      <a:pt x="196" y="0"/>
                    </a:cubicBezTo>
                    <a:cubicBezTo>
                      <a:pt x="196" y="124"/>
                      <a:pt x="196" y="124"/>
                      <a:pt x="196" y="124"/>
                    </a:cubicBezTo>
                    <a:cubicBezTo>
                      <a:pt x="310" y="124"/>
                      <a:pt x="310" y="124"/>
                      <a:pt x="310" y="124"/>
                    </a:cubicBezTo>
                    <a:cubicBezTo>
                      <a:pt x="310" y="242"/>
                      <a:pt x="310" y="242"/>
                      <a:pt x="310" y="242"/>
                    </a:cubicBezTo>
                    <a:cubicBezTo>
                      <a:pt x="196" y="242"/>
                      <a:pt x="196" y="242"/>
                      <a:pt x="196" y="242"/>
                    </a:cubicBezTo>
                    <a:cubicBezTo>
                      <a:pt x="196" y="449"/>
                      <a:pt x="196" y="449"/>
                      <a:pt x="196" y="449"/>
                    </a:cubicBezTo>
                    <a:cubicBezTo>
                      <a:pt x="196" y="481"/>
                      <a:pt x="209" y="496"/>
                      <a:pt x="240" y="496"/>
                    </a:cubicBezTo>
                    <a:cubicBezTo>
                      <a:pt x="265" y="496"/>
                      <a:pt x="288" y="490"/>
                      <a:pt x="308" y="479"/>
                    </a:cubicBezTo>
                    <a:cubicBezTo>
                      <a:pt x="308" y="589"/>
                      <a:pt x="308" y="589"/>
                      <a:pt x="308" y="589"/>
                    </a:cubicBezTo>
                    <a:cubicBezTo>
                      <a:pt x="279" y="607"/>
                      <a:pt x="245" y="617"/>
                      <a:pt x="199" y="617"/>
                    </a:cubicBezTo>
                    <a:cubicBezTo>
                      <a:pt x="115" y="617"/>
                      <a:pt x="58" y="584"/>
                      <a:pt x="58" y="4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77" name="Freeform 10">
                <a:extLst>
                  <a:ext uri="{FF2B5EF4-FFF2-40B4-BE49-F238E27FC236}">
                    <a16:creationId xmlns:a16="http://schemas.microsoft.com/office/drawing/2014/main" id="{0DE8FD0D-C28A-B61F-DFEE-6F90FAD7BFAA}"/>
                  </a:ext>
                </a:extLst>
              </p:cNvPr>
              <p:cNvSpPr>
                <a:spLocks noEditPoints="1"/>
              </p:cNvSpPr>
              <p:nvPr userDrawn="1"/>
            </p:nvSpPr>
            <p:spPr bwMode="auto">
              <a:xfrm>
                <a:off x="6618455" y="566212"/>
                <a:ext cx="207012" cy="219424"/>
              </a:xfrm>
              <a:custGeom>
                <a:avLst/>
                <a:gdLst>
                  <a:gd name="T0" fmla="*/ 0 w 476"/>
                  <a:gd name="T1" fmla="*/ 254 h 505"/>
                  <a:gd name="T2" fmla="*/ 0 w 476"/>
                  <a:gd name="T3" fmla="*/ 253 h 505"/>
                  <a:gd name="T4" fmla="*/ 240 w 476"/>
                  <a:gd name="T5" fmla="*/ 0 h 505"/>
                  <a:gd name="T6" fmla="*/ 476 w 476"/>
                  <a:gd name="T7" fmla="*/ 263 h 505"/>
                  <a:gd name="T8" fmla="*/ 475 w 476"/>
                  <a:gd name="T9" fmla="*/ 300 h 505"/>
                  <a:gd name="T10" fmla="*/ 137 w 476"/>
                  <a:gd name="T11" fmla="*/ 300 h 505"/>
                  <a:gd name="T12" fmla="*/ 256 w 476"/>
                  <a:gd name="T13" fmla="*/ 395 h 505"/>
                  <a:gd name="T14" fmla="*/ 373 w 476"/>
                  <a:gd name="T15" fmla="*/ 345 h 505"/>
                  <a:gd name="T16" fmla="*/ 452 w 476"/>
                  <a:gd name="T17" fmla="*/ 415 h 505"/>
                  <a:gd name="T18" fmla="*/ 254 w 476"/>
                  <a:gd name="T19" fmla="*/ 505 h 505"/>
                  <a:gd name="T20" fmla="*/ 0 w 476"/>
                  <a:gd name="T21" fmla="*/ 254 h 505"/>
                  <a:gd name="T22" fmla="*/ 342 w 476"/>
                  <a:gd name="T23" fmla="*/ 214 h 505"/>
                  <a:gd name="T24" fmla="*/ 240 w 476"/>
                  <a:gd name="T25" fmla="*/ 111 h 505"/>
                  <a:gd name="T26" fmla="*/ 135 w 476"/>
                  <a:gd name="T27" fmla="*/ 214 h 505"/>
                  <a:gd name="T28" fmla="*/ 342 w 476"/>
                  <a:gd name="T29" fmla="*/ 214 h 5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76" h="505">
                    <a:moveTo>
                      <a:pt x="0" y="254"/>
                    </a:moveTo>
                    <a:cubicBezTo>
                      <a:pt x="0" y="253"/>
                      <a:pt x="0" y="253"/>
                      <a:pt x="0" y="253"/>
                    </a:cubicBezTo>
                    <a:cubicBezTo>
                      <a:pt x="0" y="114"/>
                      <a:pt x="99" y="0"/>
                      <a:pt x="240" y="0"/>
                    </a:cubicBezTo>
                    <a:cubicBezTo>
                      <a:pt x="402" y="0"/>
                      <a:pt x="476" y="126"/>
                      <a:pt x="476" y="263"/>
                    </a:cubicBezTo>
                    <a:cubicBezTo>
                      <a:pt x="476" y="274"/>
                      <a:pt x="476" y="287"/>
                      <a:pt x="475" y="300"/>
                    </a:cubicBezTo>
                    <a:cubicBezTo>
                      <a:pt x="137" y="300"/>
                      <a:pt x="137" y="300"/>
                      <a:pt x="137" y="300"/>
                    </a:cubicBezTo>
                    <a:cubicBezTo>
                      <a:pt x="151" y="362"/>
                      <a:pt x="194" y="395"/>
                      <a:pt x="256" y="395"/>
                    </a:cubicBezTo>
                    <a:cubicBezTo>
                      <a:pt x="302" y="395"/>
                      <a:pt x="335" y="380"/>
                      <a:pt x="373" y="345"/>
                    </a:cubicBezTo>
                    <a:cubicBezTo>
                      <a:pt x="452" y="415"/>
                      <a:pt x="452" y="415"/>
                      <a:pt x="452" y="415"/>
                    </a:cubicBezTo>
                    <a:cubicBezTo>
                      <a:pt x="407" y="471"/>
                      <a:pt x="342" y="505"/>
                      <a:pt x="254" y="505"/>
                    </a:cubicBezTo>
                    <a:cubicBezTo>
                      <a:pt x="108" y="505"/>
                      <a:pt x="0" y="403"/>
                      <a:pt x="0" y="254"/>
                    </a:cubicBezTo>
                    <a:close/>
                    <a:moveTo>
                      <a:pt x="342" y="214"/>
                    </a:moveTo>
                    <a:cubicBezTo>
                      <a:pt x="334" y="152"/>
                      <a:pt x="298" y="111"/>
                      <a:pt x="240" y="111"/>
                    </a:cubicBezTo>
                    <a:cubicBezTo>
                      <a:pt x="183" y="111"/>
                      <a:pt x="146" y="151"/>
                      <a:pt x="135" y="214"/>
                    </a:cubicBezTo>
                    <a:lnTo>
                      <a:pt x="342" y="214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78" name="Freeform 11">
                <a:extLst>
                  <a:ext uri="{FF2B5EF4-FFF2-40B4-BE49-F238E27FC236}">
                    <a16:creationId xmlns:a16="http://schemas.microsoft.com/office/drawing/2014/main" id="{F351CFF9-9DD1-E9B5-EE76-334AE5F03491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6837879" y="564438"/>
                <a:ext cx="127221" cy="216321"/>
              </a:xfrm>
              <a:custGeom>
                <a:avLst/>
                <a:gdLst>
                  <a:gd name="T0" fmla="*/ 0 w 293"/>
                  <a:gd name="T1" fmla="*/ 13 h 498"/>
                  <a:gd name="T2" fmla="*/ 138 w 293"/>
                  <a:gd name="T3" fmla="*/ 13 h 498"/>
                  <a:gd name="T4" fmla="*/ 138 w 293"/>
                  <a:gd name="T5" fmla="*/ 111 h 498"/>
                  <a:gd name="T6" fmla="*/ 293 w 293"/>
                  <a:gd name="T7" fmla="*/ 4 h 498"/>
                  <a:gd name="T8" fmla="*/ 293 w 293"/>
                  <a:gd name="T9" fmla="*/ 148 h 498"/>
                  <a:gd name="T10" fmla="*/ 285 w 293"/>
                  <a:gd name="T11" fmla="*/ 148 h 498"/>
                  <a:gd name="T12" fmla="*/ 138 w 293"/>
                  <a:gd name="T13" fmla="*/ 319 h 498"/>
                  <a:gd name="T14" fmla="*/ 138 w 293"/>
                  <a:gd name="T15" fmla="*/ 498 h 498"/>
                  <a:gd name="T16" fmla="*/ 0 w 293"/>
                  <a:gd name="T17" fmla="*/ 498 h 498"/>
                  <a:gd name="T18" fmla="*/ 0 w 293"/>
                  <a:gd name="T19" fmla="*/ 13 h 4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93" h="498">
                    <a:moveTo>
                      <a:pt x="0" y="13"/>
                    </a:moveTo>
                    <a:cubicBezTo>
                      <a:pt x="138" y="13"/>
                      <a:pt x="138" y="13"/>
                      <a:pt x="138" y="13"/>
                    </a:cubicBezTo>
                    <a:cubicBezTo>
                      <a:pt x="138" y="111"/>
                      <a:pt x="138" y="111"/>
                      <a:pt x="138" y="111"/>
                    </a:cubicBezTo>
                    <a:cubicBezTo>
                      <a:pt x="166" y="44"/>
                      <a:pt x="211" y="0"/>
                      <a:pt x="293" y="4"/>
                    </a:cubicBezTo>
                    <a:cubicBezTo>
                      <a:pt x="293" y="148"/>
                      <a:pt x="293" y="148"/>
                      <a:pt x="293" y="148"/>
                    </a:cubicBezTo>
                    <a:cubicBezTo>
                      <a:pt x="285" y="148"/>
                      <a:pt x="285" y="148"/>
                      <a:pt x="285" y="148"/>
                    </a:cubicBezTo>
                    <a:cubicBezTo>
                      <a:pt x="194" y="148"/>
                      <a:pt x="138" y="203"/>
                      <a:pt x="138" y="319"/>
                    </a:cubicBezTo>
                    <a:cubicBezTo>
                      <a:pt x="138" y="498"/>
                      <a:pt x="138" y="498"/>
                      <a:pt x="138" y="498"/>
                    </a:cubicBezTo>
                    <a:cubicBezTo>
                      <a:pt x="0" y="498"/>
                      <a:pt x="0" y="498"/>
                      <a:pt x="0" y="498"/>
                    </a:cubicBezTo>
                    <a:lnTo>
                      <a:pt x="0" y="1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79" name="Freeform 12">
                <a:extLst>
                  <a:ext uri="{FF2B5EF4-FFF2-40B4-BE49-F238E27FC236}">
                    <a16:creationId xmlns:a16="http://schemas.microsoft.com/office/drawing/2014/main" id="{5CBDFCA1-F27C-774F-EB38-070587A34AB2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4988072" y="888476"/>
                <a:ext cx="134757" cy="268628"/>
              </a:xfrm>
              <a:custGeom>
                <a:avLst/>
                <a:gdLst>
                  <a:gd name="T0" fmla="*/ 58 w 310"/>
                  <a:gd name="T1" fmla="*/ 472 h 618"/>
                  <a:gd name="T2" fmla="*/ 58 w 310"/>
                  <a:gd name="T3" fmla="*/ 242 h 618"/>
                  <a:gd name="T4" fmla="*/ 0 w 310"/>
                  <a:gd name="T5" fmla="*/ 242 h 618"/>
                  <a:gd name="T6" fmla="*/ 0 w 310"/>
                  <a:gd name="T7" fmla="*/ 124 h 618"/>
                  <a:gd name="T8" fmla="*/ 58 w 310"/>
                  <a:gd name="T9" fmla="*/ 124 h 618"/>
                  <a:gd name="T10" fmla="*/ 58 w 310"/>
                  <a:gd name="T11" fmla="*/ 0 h 618"/>
                  <a:gd name="T12" fmla="*/ 195 w 310"/>
                  <a:gd name="T13" fmla="*/ 0 h 618"/>
                  <a:gd name="T14" fmla="*/ 195 w 310"/>
                  <a:gd name="T15" fmla="*/ 124 h 618"/>
                  <a:gd name="T16" fmla="*/ 310 w 310"/>
                  <a:gd name="T17" fmla="*/ 124 h 618"/>
                  <a:gd name="T18" fmla="*/ 310 w 310"/>
                  <a:gd name="T19" fmla="*/ 242 h 618"/>
                  <a:gd name="T20" fmla="*/ 195 w 310"/>
                  <a:gd name="T21" fmla="*/ 242 h 618"/>
                  <a:gd name="T22" fmla="*/ 195 w 310"/>
                  <a:gd name="T23" fmla="*/ 449 h 618"/>
                  <a:gd name="T24" fmla="*/ 240 w 310"/>
                  <a:gd name="T25" fmla="*/ 496 h 618"/>
                  <a:gd name="T26" fmla="*/ 308 w 310"/>
                  <a:gd name="T27" fmla="*/ 479 h 618"/>
                  <a:gd name="T28" fmla="*/ 308 w 310"/>
                  <a:gd name="T29" fmla="*/ 590 h 618"/>
                  <a:gd name="T30" fmla="*/ 199 w 310"/>
                  <a:gd name="T31" fmla="*/ 618 h 618"/>
                  <a:gd name="T32" fmla="*/ 58 w 310"/>
                  <a:gd name="T33" fmla="*/ 472 h 6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310" h="618">
                    <a:moveTo>
                      <a:pt x="58" y="472"/>
                    </a:moveTo>
                    <a:cubicBezTo>
                      <a:pt x="58" y="242"/>
                      <a:pt x="58" y="242"/>
                      <a:pt x="58" y="242"/>
                    </a:cubicBezTo>
                    <a:cubicBezTo>
                      <a:pt x="0" y="242"/>
                      <a:pt x="0" y="242"/>
                      <a:pt x="0" y="242"/>
                    </a:cubicBezTo>
                    <a:cubicBezTo>
                      <a:pt x="0" y="124"/>
                      <a:pt x="0" y="124"/>
                      <a:pt x="0" y="124"/>
                    </a:cubicBezTo>
                    <a:cubicBezTo>
                      <a:pt x="58" y="124"/>
                      <a:pt x="58" y="124"/>
                      <a:pt x="58" y="124"/>
                    </a:cubicBezTo>
                    <a:cubicBezTo>
                      <a:pt x="58" y="0"/>
                      <a:pt x="58" y="0"/>
                      <a:pt x="58" y="0"/>
                    </a:cubicBezTo>
                    <a:cubicBezTo>
                      <a:pt x="195" y="0"/>
                      <a:pt x="195" y="0"/>
                      <a:pt x="195" y="0"/>
                    </a:cubicBezTo>
                    <a:cubicBezTo>
                      <a:pt x="195" y="124"/>
                      <a:pt x="195" y="124"/>
                      <a:pt x="195" y="124"/>
                    </a:cubicBezTo>
                    <a:cubicBezTo>
                      <a:pt x="310" y="124"/>
                      <a:pt x="310" y="124"/>
                      <a:pt x="310" y="124"/>
                    </a:cubicBezTo>
                    <a:cubicBezTo>
                      <a:pt x="310" y="242"/>
                      <a:pt x="310" y="242"/>
                      <a:pt x="310" y="242"/>
                    </a:cubicBezTo>
                    <a:cubicBezTo>
                      <a:pt x="195" y="242"/>
                      <a:pt x="195" y="242"/>
                      <a:pt x="195" y="242"/>
                    </a:cubicBezTo>
                    <a:cubicBezTo>
                      <a:pt x="195" y="449"/>
                      <a:pt x="195" y="449"/>
                      <a:pt x="195" y="449"/>
                    </a:cubicBezTo>
                    <a:cubicBezTo>
                      <a:pt x="195" y="481"/>
                      <a:pt x="209" y="496"/>
                      <a:pt x="240" y="496"/>
                    </a:cubicBezTo>
                    <a:cubicBezTo>
                      <a:pt x="265" y="496"/>
                      <a:pt x="288" y="490"/>
                      <a:pt x="308" y="479"/>
                    </a:cubicBezTo>
                    <a:cubicBezTo>
                      <a:pt x="308" y="590"/>
                      <a:pt x="308" y="590"/>
                      <a:pt x="308" y="590"/>
                    </a:cubicBezTo>
                    <a:cubicBezTo>
                      <a:pt x="279" y="607"/>
                      <a:pt x="245" y="618"/>
                      <a:pt x="199" y="618"/>
                    </a:cubicBezTo>
                    <a:cubicBezTo>
                      <a:pt x="115" y="618"/>
                      <a:pt x="58" y="584"/>
                      <a:pt x="58" y="4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80" name="Freeform 13">
                <a:extLst>
                  <a:ext uri="{FF2B5EF4-FFF2-40B4-BE49-F238E27FC236}">
                    <a16:creationId xmlns:a16="http://schemas.microsoft.com/office/drawing/2014/main" id="{32C7C41D-9C2F-F9CB-F801-1289ECF5E586}"/>
                  </a:ext>
                </a:extLst>
              </p:cNvPr>
              <p:cNvSpPr>
                <a:spLocks noEditPoints="1"/>
              </p:cNvSpPr>
              <p:nvPr userDrawn="1"/>
            </p:nvSpPr>
            <p:spPr bwMode="auto">
              <a:xfrm>
                <a:off x="5131251" y="938123"/>
                <a:ext cx="207455" cy="219867"/>
              </a:xfrm>
              <a:custGeom>
                <a:avLst/>
                <a:gdLst>
                  <a:gd name="T0" fmla="*/ 0 w 477"/>
                  <a:gd name="T1" fmla="*/ 254 h 505"/>
                  <a:gd name="T2" fmla="*/ 0 w 477"/>
                  <a:gd name="T3" fmla="*/ 253 h 505"/>
                  <a:gd name="T4" fmla="*/ 240 w 477"/>
                  <a:gd name="T5" fmla="*/ 0 h 505"/>
                  <a:gd name="T6" fmla="*/ 477 w 477"/>
                  <a:gd name="T7" fmla="*/ 263 h 505"/>
                  <a:gd name="T8" fmla="*/ 475 w 477"/>
                  <a:gd name="T9" fmla="*/ 300 h 505"/>
                  <a:gd name="T10" fmla="*/ 137 w 477"/>
                  <a:gd name="T11" fmla="*/ 300 h 505"/>
                  <a:gd name="T12" fmla="*/ 256 w 477"/>
                  <a:gd name="T13" fmla="*/ 395 h 505"/>
                  <a:gd name="T14" fmla="*/ 373 w 477"/>
                  <a:gd name="T15" fmla="*/ 345 h 505"/>
                  <a:gd name="T16" fmla="*/ 452 w 477"/>
                  <a:gd name="T17" fmla="*/ 415 h 505"/>
                  <a:gd name="T18" fmla="*/ 254 w 477"/>
                  <a:gd name="T19" fmla="*/ 505 h 505"/>
                  <a:gd name="T20" fmla="*/ 0 w 477"/>
                  <a:gd name="T21" fmla="*/ 254 h 505"/>
                  <a:gd name="T22" fmla="*/ 343 w 477"/>
                  <a:gd name="T23" fmla="*/ 214 h 505"/>
                  <a:gd name="T24" fmla="*/ 240 w 477"/>
                  <a:gd name="T25" fmla="*/ 111 h 505"/>
                  <a:gd name="T26" fmla="*/ 135 w 477"/>
                  <a:gd name="T27" fmla="*/ 214 h 505"/>
                  <a:gd name="T28" fmla="*/ 343 w 477"/>
                  <a:gd name="T29" fmla="*/ 214 h 5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77" h="505">
                    <a:moveTo>
                      <a:pt x="0" y="254"/>
                    </a:moveTo>
                    <a:cubicBezTo>
                      <a:pt x="0" y="253"/>
                      <a:pt x="0" y="253"/>
                      <a:pt x="0" y="253"/>
                    </a:cubicBezTo>
                    <a:cubicBezTo>
                      <a:pt x="0" y="114"/>
                      <a:pt x="99" y="0"/>
                      <a:pt x="240" y="0"/>
                    </a:cubicBezTo>
                    <a:cubicBezTo>
                      <a:pt x="402" y="0"/>
                      <a:pt x="477" y="126"/>
                      <a:pt x="477" y="263"/>
                    </a:cubicBezTo>
                    <a:cubicBezTo>
                      <a:pt x="477" y="274"/>
                      <a:pt x="476" y="287"/>
                      <a:pt x="475" y="300"/>
                    </a:cubicBezTo>
                    <a:cubicBezTo>
                      <a:pt x="137" y="300"/>
                      <a:pt x="137" y="300"/>
                      <a:pt x="137" y="300"/>
                    </a:cubicBezTo>
                    <a:cubicBezTo>
                      <a:pt x="151" y="362"/>
                      <a:pt x="194" y="395"/>
                      <a:pt x="256" y="395"/>
                    </a:cubicBezTo>
                    <a:cubicBezTo>
                      <a:pt x="302" y="395"/>
                      <a:pt x="335" y="380"/>
                      <a:pt x="373" y="345"/>
                    </a:cubicBezTo>
                    <a:cubicBezTo>
                      <a:pt x="452" y="415"/>
                      <a:pt x="452" y="415"/>
                      <a:pt x="452" y="415"/>
                    </a:cubicBezTo>
                    <a:cubicBezTo>
                      <a:pt x="407" y="471"/>
                      <a:pt x="342" y="505"/>
                      <a:pt x="254" y="505"/>
                    </a:cubicBezTo>
                    <a:cubicBezTo>
                      <a:pt x="108" y="505"/>
                      <a:pt x="0" y="403"/>
                      <a:pt x="0" y="254"/>
                    </a:cubicBezTo>
                    <a:close/>
                    <a:moveTo>
                      <a:pt x="343" y="214"/>
                    </a:moveTo>
                    <a:cubicBezTo>
                      <a:pt x="334" y="152"/>
                      <a:pt x="298" y="111"/>
                      <a:pt x="240" y="111"/>
                    </a:cubicBezTo>
                    <a:cubicBezTo>
                      <a:pt x="183" y="111"/>
                      <a:pt x="146" y="151"/>
                      <a:pt x="135" y="214"/>
                    </a:cubicBezTo>
                    <a:lnTo>
                      <a:pt x="343" y="214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81" name="Freeform 14">
                <a:extLst>
                  <a:ext uri="{FF2B5EF4-FFF2-40B4-BE49-F238E27FC236}">
                    <a16:creationId xmlns:a16="http://schemas.microsoft.com/office/drawing/2014/main" id="{D3D8F53A-7C54-73FF-7202-68AF9530CEF8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5348015" y="938123"/>
                <a:ext cx="195486" cy="219867"/>
              </a:xfrm>
              <a:custGeom>
                <a:avLst/>
                <a:gdLst>
                  <a:gd name="T0" fmla="*/ 0 w 450"/>
                  <a:gd name="T1" fmla="*/ 254 h 505"/>
                  <a:gd name="T2" fmla="*/ 0 w 450"/>
                  <a:gd name="T3" fmla="*/ 253 h 505"/>
                  <a:gd name="T4" fmla="*/ 254 w 450"/>
                  <a:gd name="T5" fmla="*/ 0 h 505"/>
                  <a:gd name="T6" fmla="*/ 448 w 450"/>
                  <a:gd name="T7" fmla="*/ 82 h 505"/>
                  <a:gd name="T8" fmla="*/ 363 w 450"/>
                  <a:gd name="T9" fmla="*/ 172 h 505"/>
                  <a:gd name="T10" fmla="*/ 253 w 450"/>
                  <a:gd name="T11" fmla="*/ 119 h 505"/>
                  <a:gd name="T12" fmla="*/ 135 w 450"/>
                  <a:gd name="T13" fmla="*/ 251 h 505"/>
                  <a:gd name="T14" fmla="*/ 135 w 450"/>
                  <a:gd name="T15" fmla="*/ 253 h 505"/>
                  <a:gd name="T16" fmla="*/ 258 w 450"/>
                  <a:gd name="T17" fmla="*/ 387 h 505"/>
                  <a:gd name="T18" fmla="*/ 370 w 450"/>
                  <a:gd name="T19" fmla="*/ 335 h 505"/>
                  <a:gd name="T20" fmla="*/ 450 w 450"/>
                  <a:gd name="T21" fmla="*/ 416 h 505"/>
                  <a:gd name="T22" fmla="*/ 252 w 450"/>
                  <a:gd name="T23" fmla="*/ 505 h 505"/>
                  <a:gd name="T24" fmla="*/ 0 w 450"/>
                  <a:gd name="T25" fmla="*/ 254 h 5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50" h="505">
                    <a:moveTo>
                      <a:pt x="0" y="254"/>
                    </a:moveTo>
                    <a:cubicBezTo>
                      <a:pt x="0" y="253"/>
                      <a:pt x="0" y="253"/>
                      <a:pt x="0" y="253"/>
                    </a:cubicBezTo>
                    <a:cubicBezTo>
                      <a:pt x="0" y="114"/>
                      <a:pt x="106" y="0"/>
                      <a:pt x="254" y="0"/>
                    </a:cubicBezTo>
                    <a:cubicBezTo>
                      <a:pt x="345" y="0"/>
                      <a:pt x="402" y="31"/>
                      <a:pt x="448" y="82"/>
                    </a:cubicBezTo>
                    <a:cubicBezTo>
                      <a:pt x="363" y="172"/>
                      <a:pt x="363" y="172"/>
                      <a:pt x="363" y="172"/>
                    </a:cubicBezTo>
                    <a:cubicBezTo>
                      <a:pt x="333" y="139"/>
                      <a:pt x="302" y="119"/>
                      <a:pt x="253" y="119"/>
                    </a:cubicBezTo>
                    <a:cubicBezTo>
                      <a:pt x="184" y="119"/>
                      <a:pt x="135" y="179"/>
                      <a:pt x="135" y="251"/>
                    </a:cubicBezTo>
                    <a:cubicBezTo>
                      <a:pt x="135" y="253"/>
                      <a:pt x="135" y="253"/>
                      <a:pt x="135" y="253"/>
                    </a:cubicBezTo>
                    <a:cubicBezTo>
                      <a:pt x="135" y="327"/>
                      <a:pt x="183" y="387"/>
                      <a:pt x="258" y="387"/>
                    </a:cubicBezTo>
                    <a:cubicBezTo>
                      <a:pt x="305" y="387"/>
                      <a:pt x="336" y="367"/>
                      <a:pt x="370" y="335"/>
                    </a:cubicBezTo>
                    <a:cubicBezTo>
                      <a:pt x="450" y="416"/>
                      <a:pt x="450" y="416"/>
                      <a:pt x="450" y="416"/>
                    </a:cubicBezTo>
                    <a:cubicBezTo>
                      <a:pt x="403" y="468"/>
                      <a:pt x="349" y="505"/>
                      <a:pt x="252" y="505"/>
                    </a:cubicBezTo>
                    <a:cubicBezTo>
                      <a:pt x="106" y="505"/>
                      <a:pt x="0" y="393"/>
                      <a:pt x="0" y="25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82" name="Freeform 15">
                <a:extLst>
                  <a:ext uri="{FF2B5EF4-FFF2-40B4-BE49-F238E27FC236}">
                    <a16:creationId xmlns:a16="http://schemas.microsoft.com/office/drawing/2014/main" id="{BD2B90D5-630B-CFC6-CE5B-4A3E77847404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5553254" y="866312"/>
                <a:ext cx="193270" cy="286802"/>
              </a:xfrm>
              <a:custGeom>
                <a:avLst/>
                <a:gdLst>
                  <a:gd name="T0" fmla="*/ 0 w 445"/>
                  <a:gd name="T1" fmla="*/ 0 h 660"/>
                  <a:gd name="T2" fmla="*/ 138 w 445"/>
                  <a:gd name="T3" fmla="*/ 0 h 660"/>
                  <a:gd name="T4" fmla="*/ 138 w 445"/>
                  <a:gd name="T5" fmla="*/ 244 h 660"/>
                  <a:gd name="T6" fmla="*/ 280 w 445"/>
                  <a:gd name="T7" fmla="*/ 166 h 660"/>
                  <a:gd name="T8" fmla="*/ 445 w 445"/>
                  <a:gd name="T9" fmla="*/ 346 h 660"/>
                  <a:gd name="T10" fmla="*/ 445 w 445"/>
                  <a:gd name="T11" fmla="*/ 660 h 660"/>
                  <a:gd name="T12" fmla="*/ 307 w 445"/>
                  <a:gd name="T13" fmla="*/ 660 h 660"/>
                  <a:gd name="T14" fmla="*/ 307 w 445"/>
                  <a:gd name="T15" fmla="*/ 390 h 660"/>
                  <a:gd name="T16" fmla="*/ 224 w 445"/>
                  <a:gd name="T17" fmla="*/ 291 h 660"/>
                  <a:gd name="T18" fmla="*/ 138 w 445"/>
                  <a:gd name="T19" fmla="*/ 390 h 660"/>
                  <a:gd name="T20" fmla="*/ 138 w 445"/>
                  <a:gd name="T21" fmla="*/ 660 h 660"/>
                  <a:gd name="T22" fmla="*/ 0 w 445"/>
                  <a:gd name="T23" fmla="*/ 660 h 660"/>
                  <a:gd name="T24" fmla="*/ 0 w 445"/>
                  <a:gd name="T25" fmla="*/ 0 h 6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45" h="660">
                    <a:moveTo>
                      <a:pt x="0" y="0"/>
                    </a:moveTo>
                    <a:cubicBezTo>
                      <a:pt x="138" y="0"/>
                      <a:pt x="138" y="0"/>
                      <a:pt x="138" y="0"/>
                    </a:cubicBezTo>
                    <a:cubicBezTo>
                      <a:pt x="138" y="244"/>
                      <a:pt x="138" y="244"/>
                      <a:pt x="138" y="244"/>
                    </a:cubicBezTo>
                    <a:cubicBezTo>
                      <a:pt x="169" y="203"/>
                      <a:pt x="210" y="166"/>
                      <a:pt x="280" y="166"/>
                    </a:cubicBezTo>
                    <a:cubicBezTo>
                      <a:pt x="384" y="166"/>
                      <a:pt x="445" y="235"/>
                      <a:pt x="445" y="346"/>
                    </a:cubicBezTo>
                    <a:cubicBezTo>
                      <a:pt x="445" y="660"/>
                      <a:pt x="445" y="660"/>
                      <a:pt x="445" y="660"/>
                    </a:cubicBezTo>
                    <a:cubicBezTo>
                      <a:pt x="307" y="660"/>
                      <a:pt x="307" y="660"/>
                      <a:pt x="307" y="660"/>
                    </a:cubicBezTo>
                    <a:cubicBezTo>
                      <a:pt x="307" y="390"/>
                      <a:pt x="307" y="390"/>
                      <a:pt x="307" y="390"/>
                    </a:cubicBezTo>
                    <a:cubicBezTo>
                      <a:pt x="307" y="324"/>
                      <a:pt x="276" y="291"/>
                      <a:pt x="224" y="291"/>
                    </a:cubicBezTo>
                    <a:cubicBezTo>
                      <a:pt x="171" y="291"/>
                      <a:pt x="138" y="324"/>
                      <a:pt x="138" y="390"/>
                    </a:cubicBezTo>
                    <a:cubicBezTo>
                      <a:pt x="138" y="660"/>
                      <a:pt x="138" y="660"/>
                      <a:pt x="138" y="660"/>
                    </a:cubicBezTo>
                    <a:cubicBezTo>
                      <a:pt x="0" y="660"/>
                      <a:pt x="0" y="660"/>
                      <a:pt x="0" y="660"/>
                    </a:cubicBez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83" name="Freeform 16">
                <a:extLst>
                  <a:ext uri="{FF2B5EF4-FFF2-40B4-BE49-F238E27FC236}">
                    <a16:creationId xmlns:a16="http://schemas.microsoft.com/office/drawing/2014/main" id="{44BDC175-2104-E7E3-2519-DA2F92A4A931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5762039" y="938123"/>
                <a:ext cx="192827" cy="214991"/>
              </a:xfrm>
              <a:custGeom>
                <a:avLst/>
                <a:gdLst>
                  <a:gd name="T0" fmla="*/ 0 w 444"/>
                  <a:gd name="T1" fmla="*/ 9 h 494"/>
                  <a:gd name="T2" fmla="*/ 137 w 444"/>
                  <a:gd name="T3" fmla="*/ 9 h 494"/>
                  <a:gd name="T4" fmla="*/ 137 w 444"/>
                  <a:gd name="T5" fmla="*/ 78 h 494"/>
                  <a:gd name="T6" fmla="*/ 279 w 444"/>
                  <a:gd name="T7" fmla="*/ 0 h 494"/>
                  <a:gd name="T8" fmla="*/ 444 w 444"/>
                  <a:gd name="T9" fmla="*/ 180 h 494"/>
                  <a:gd name="T10" fmla="*/ 444 w 444"/>
                  <a:gd name="T11" fmla="*/ 494 h 494"/>
                  <a:gd name="T12" fmla="*/ 306 w 444"/>
                  <a:gd name="T13" fmla="*/ 494 h 494"/>
                  <a:gd name="T14" fmla="*/ 306 w 444"/>
                  <a:gd name="T15" fmla="*/ 224 h 494"/>
                  <a:gd name="T16" fmla="*/ 223 w 444"/>
                  <a:gd name="T17" fmla="*/ 125 h 494"/>
                  <a:gd name="T18" fmla="*/ 137 w 444"/>
                  <a:gd name="T19" fmla="*/ 224 h 494"/>
                  <a:gd name="T20" fmla="*/ 137 w 444"/>
                  <a:gd name="T21" fmla="*/ 494 h 494"/>
                  <a:gd name="T22" fmla="*/ 0 w 444"/>
                  <a:gd name="T23" fmla="*/ 494 h 494"/>
                  <a:gd name="T24" fmla="*/ 0 w 444"/>
                  <a:gd name="T25" fmla="*/ 9 h 4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44" h="494">
                    <a:moveTo>
                      <a:pt x="0" y="9"/>
                    </a:moveTo>
                    <a:cubicBezTo>
                      <a:pt x="137" y="9"/>
                      <a:pt x="137" y="9"/>
                      <a:pt x="137" y="9"/>
                    </a:cubicBezTo>
                    <a:cubicBezTo>
                      <a:pt x="137" y="78"/>
                      <a:pt x="137" y="78"/>
                      <a:pt x="137" y="78"/>
                    </a:cubicBezTo>
                    <a:cubicBezTo>
                      <a:pt x="169" y="37"/>
                      <a:pt x="210" y="0"/>
                      <a:pt x="279" y="0"/>
                    </a:cubicBezTo>
                    <a:cubicBezTo>
                      <a:pt x="383" y="0"/>
                      <a:pt x="444" y="69"/>
                      <a:pt x="444" y="180"/>
                    </a:cubicBezTo>
                    <a:cubicBezTo>
                      <a:pt x="444" y="494"/>
                      <a:pt x="444" y="494"/>
                      <a:pt x="444" y="494"/>
                    </a:cubicBezTo>
                    <a:cubicBezTo>
                      <a:pt x="306" y="494"/>
                      <a:pt x="306" y="494"/>
                      <a:pt x="306" y="494"/>
                    </a:cubicBezTo>
                    <a:cubicBezTo>
                      <a:pt x="306" y="224"/>
                      <a:pt x="306" y="224"/>
                      <a:pt x="306" y="224"/>
                    </a:cubicBezTo>
                    <a:cubicBezTo>
                      <a:pt x="306" y="158"/>
                      <a:pt x="276" y="125"/>
                      <a:pt x="223" y="125"/>
                    </a:cubicBezTo>
                    <a:cubicBezTo>
                      <a:pt x="171" y="125"/>
                      <a:pt x="137" y="158"/>
                      <a:pt x="137" y="224"/>
                    </a:cubicBezTo>
                    <a:cubicBezTo>
                      <a:pt x="137" y="494"/>
                      <a:pt x="137" y="494"/>
                      <a:pt x="137" y="494"/>
                    </a:cubicBezTo>
                    <a:cubicBezTo>
                      <a:pt x="0" y="494"/>
                      <a:pt x="0" y="494"/>
                      <a:pt x="0" y="494"/>
                    </a:cubicBezTo>
                    <a:lnTo>
                      <a:pt x="0" y="9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84" name="Freeform 17">
                <a:extLst>
                  <a:ext uri="{FF2B5EF4-FFF2-40B4-BE49-F238E27FC236}">
                    <a16:creationId xmlns:a16="http://schemas.microsoft.com/office/drawing/2014/main" id="{E76CB955-2FC2-83C2-AC09-AD01BCCF18B2}"/>
                  </a:ext>
                </a:extLst>
              </p:cNvPr>
              <p:cNvSpPr>
                <a:spLocks noEditPoints="1"/>
              </p:cNvSpPr>
              <p:nvPr userDrawn="1"/>
            </p:nvSpPr>
            <p:spPr bwMode="auto">
              <a:xfrm>
                <a:off x="5967277" y="938123"/>
                <a:ext cx="228289" cy="219867"/>
              </a:xfrm>
              <a:custGeom>
                <a:avLst/>
                <a:gdLst>
                  <a:gd name="T0" fmla="*/ 0 w 525"/>
                  <a:gd name="T1" fmla="*/ 254 h 505"/>
                  <a:gd name="T2" fmla="*/ 0 w 525"/>
                  <a:gd name="T3" fmla="*/ 253 h 505"/>
                  <a:gd name="T4" fmla="*/ 263 w 525"/>
                  <a:gd name="T5" fmla="*/ 0 h 505"/>
                  <a:gd name="T6" fmla="*/ 525 w 525"/>
                  <a:gd name="T7" fmla="*/ 251 h 505"/>
                  <a:gd name="T8" fmla="*/ 525 w 525"/>
                  <a:gd name="T9" fmla="*/ 253 h 505"/>
                  <a:gd name="T10" fmla="*/ 262 w 525"/>
                  <a:gd name="T11" fmla="*/ 505 h 505"/>
                  <a:gd name="T12" fmla="*/ 0 w 525"/>
                  <a:gd name="T13" fmla="*/ 254 h 505"/>
                  <a:gd name="T14" fmla="*/ 389 w 525"/>
                  <a:gd name="T15" fmla="*/ 254 h 505"/>
                  <a:gd name="T16" fmla="*/ 389 w 525"/>
                  <a:gd name="T17" fmla="*/ 253 h 505"/>
                  <a:gd name="T18" fmla="*/ 262 w 525"/>
                  <a:gd name="T19" fmla="*/ 119 h 505"/>
                  <a:gd name="T20" fmla="*/ 136 w 525"/>
                  <a:gd name="T21" fmla="*/ 251 h 505"/>
                  <a:gd name="T22" fmla="*/ 136 w 525"/>
                  <a:gd name="T23" fmla="*/ 253 h 505"/>
                  <a:gd name="T24" fmla="*/ 263 w 525"/>
                  <a:gd name="T25" fmla="*/ 387 h 505"/>
                  <a:gd name="T26" fmla="*/ 389 w 525"/>
                  <a:gd name="T27" fmla="*/ 254 h 5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25" h="505">
                    <a:moveTo>
                      <a:pt x="0" y="254"/>
                    </a:moveTo>
                    <a:cubicBezTo>
                      <a:pt x="0" y="253"/>
                      <a:pt x="0" y="253"/>
                      <a:pt x="0" y="253"/>
                    </a:cubicBezTo>
                    <a:cubicBezTo>
                      <a:pt x="0" y="113"/>
                      <a:pt x="112" y="0"/>
                      <a:pt x="263" y="0"/>
                    </a:cubicBezTo>
                    <a:cubicBezTo>
                      <a:pt x="414" y="0"/>
                      <a:pt x="525" y="111"/>
                      <a:pt x="525" y="251"/>
                    </a:cubicBezTo>
                    <a:cubicBezTo>
                      <a:pt x="525" y="253"/>
                      <a:pt x="525" y="253"/>
                      <a:pt x="525" y="253"/>
                    </a:cubicBezTo>
                    <a:cubicBezTo>
                      <a:pt x="525" y="392"/>
                      <a:pt x="413" y="505"/>
                      <a:pt x="262" y="505"/>
                    </a:cubicBezTo>
                    <a:cubicBezTo>
                      <a:pt x="111" y="505"/>
                      <a:pt x="0" y="394"/>
                      <a:pt x="0" y="254"/>
                    </a:cubicBezTo>
                    <a:close/>
                    <a:moveTo>
                      <a:pt x="389" y="254"/>
                    </a:moveTo>
                    <a:cubicBezTo>
                      <a:pt x="389" y="253"/>
                      <a:pt x="389" y="253"/>
                      <a:pt x="389" y="253"/>
                    </a:cubicBezTo>
                    <a:cubicBezTo>
                      <a:pt x="389" y="181"/>
                      <a:pt x="338" y="119"/>
                      <a:pt x="262" y="119"/>
                    </a:cubicBezTo>
                    <a:cubicBezTo>
                      <a:pt x="183" y="119"/>
                      <a:pt x="136" y="179"/>
                      <a:pt x="136" y="251"/>
                    </a:cubicBezTo>
                    <a:cubicBezTo>
                      <a:pt x="136" y="253"/>
                      <a:pt x="136" y="253"/>
                      <a:pt x="136" y="253"/>
                    </a:cubicBezTo>
                    <a:cubicBezTo>
                      <a:pt x="136" y="324"/>
                      <a:pt x="187" y="387"/>
                      <a:pt x="263" y="387"/>
                    </a:cubicBezTo>
                    <a:cubicBezTo>
                      <a:pt x="342" y="387"/>
                      <a:pt x="389" y="326"/>
                      <a:pt x="389" y="25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85" name="Rectangle 18">
                <a:extLst>
                  <a:ext uri="{FF2B5EF4-FFF2-40B4-BE49-F238E27FC236}">
                    <a16:creationId xmlns:a16="http://schemas.microsoft.com/office/drawing/2014/main" id="{BB15E459-A560-CBA7-38D2-49EC0DF1798C}"/>
                  </a:ext>
                </a:extLst>
              </p:cNvPr>
              <p:cNvSpPr>
                <a:spLocks noChangeArrowheads="1"/>
              </p:cNvSpPr>
              <p:nvPr userDrawn="1"/>
            </p:nvSpPr>
            <p:spPr bwMode="auto">
              <a:xfrm>
                <a:off x="6207091" y="866312"/>
                <a:ext cx="59843" cy="286802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86" name="Freeform 19">
                <a:extLst>
                  <a:ext uri="{FF2B5EF4-FFF2-40B4-BE49-F238E27FC236}">
                    <a16:creationId xmlns:a16="http://schemas.microsoft.com/office/drawing/2014/main" id="{A894E637-6612-023A-5D26-292EB224BB2E}"/>
                  </a:ext>
                </a:extLst>
              </p:cNvPr>
              <p:cNvSpPr>
                <a:spLocks noEditPoints="1"/>
              </p:cNvSpPr>
              <p:nvPr userDrawn="1"/>
            </p:nvSpPr>
            <p:spPr bwMode="auto">
              <a:xfrm>
                <a:off x="6278460" y="938123"/>
                <a:ext cx="228732" cy="219867"/>
              </a:xfrm>
              <a:custGeom>
                <a:avLst/>
                <a:gdLst>
                  <a:gd name="T0" fmla="*/ 0 w 526"/>
                  <a:gd name="T1" fmla="*/ 254 h 505"/>
                  <a:gd name="T2" fmla="*/ 0 w 526"/>
                  <a:gd name="T3" fmla="*/ 253 h 505"/>
                  <a:gd name="T4" fmla="*/ 264 w 526"/>
                  <a:gd name="T5" fmla="*/ 0 h 505"/>
                  <a:gd name="T6" fmla="*/ 526 w 526"/>
                  <a:gd name="T7" fmla="*/ 251 h 505"/>
                  <a:gd name="T8" fmla="*/ 526 w 526"/>
                  <a:gd name="T9" fmla="*/ 253 h 505"/>
                  <a:gd name="T10" fmla="*/ 262 w 526"/>
                  <a:gd name="T11" fmla="*/ 505 h 505"/>
                  <a:gd name="T12" fmla="*/ 0 w 526"/>
                  <a:gd name="T13" fmla="*/ 254 h 505"/>
                  <a:gd name="T14" fmla="*/ 390 w 526"/>
                  <a:gd name="T15" fmla="*/ 254 h 505"/>
                  <a:gd name="T16" fmla="*/ 390 w 526"/>
                  <a:gd name="T17" fmla="*/ 253 h 505"/>
                  <a:gd name="T18" fmla="*/ 262 w 526"/>
                  <a:gd name="T19" fmla="*/ 119 h 505"/>
                  <a:gd name="T20" fmla="*/ 136 w 526"/>
                  <a:gd name="T21" fmla="*/ 251 h 505"/>
                  <a:gd name="T22" fmla="*/ 136 w 526"/>
                  <a:gd name="T23" fmla="*/ 253 h 505"/>
                  <a:gd name="T24" fmla="*/ 264 w 526"/>
                  <a:gd name="T25" fmla="*/ 387 h 505"/>
                  <a:gd name="T26" fmla="*/ 390 w 526"/>
                  <a:gd name="T27" fmla="*/ 254 h 5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26" h="505">
                    <a:moveTo>
                      <a:pt x="0" y="254"/>
                    </a:moveTo>
                    <a:cubicBezTo>
                      <a:pt x="0" y="253"/>
                      <a:pt x="0" y="253"/>
                      <a:pt x="0" y="253"/>
                    </a:cubicBezTo>
                    <a:cubicBezTo>
                      <a:pt x="0" y="113"/>
                      <a:pt x="113" y="0"/>
                      <a:pt x="264" y="0"/>
                    </a:cubicBezTo>
                    <a:cubicBezTo>
                      <a:pt x="414" y="0"/>
                      <a:pt x="526" y="111"/>
                      <a:pt x="526" y="251"/>
                    </a:cubicBezTo>
                    <a:cubicBezTo>
                      <a:pt x="526" y="253"/>
                      <a:pt x="526" y="253"/>
                      <a:pt x="526" y="253"/>
                    </a:cubicBezTo>
                    <a:cubicBezTo>
                      <a:pt x="526" y="392"/>
                      <a:pt x="413" y="505"/>
                      <a:pt x="262" y="505"/>
                    </a:cubicBezTo>
                    <a:cubicBezTo>
                      <a:pt x="112" y="505"/>
                      <a:pt x="0" y="394"/>
                      <a:pt x="0" y="254"/>
                    </a:cubicBezTo>
                    <a:close/>
                    <a:moveTo>
                      <a:pt x="390" y="254"/>
                    </a:moveTo>
                    <a:cubicBezTo>
                      <a:pt x="390" y="253"/>
                      <a:pt x="390" y="253"/>
                      <a:pt x="390" y="253"/>
                    </a:cubicBezTo>
                    <a:cubicBezTo>
                      <a:pt x="390" y="181"/>
                      <a:pt x="338" y="119"/>
                      <a:pt x="262" y="119"/>
                    </a:cubicBezTo>
                    <a:cubicBezTo>
                      <a:pt x="183" y="119"/>
                      <a:pt x="136" y="179"/>
                      <a:pt x="136" y="251"/>
                    </a:cubicBezTo>
                    <a:cubicBezTo>
                      <a:pt x="136" y="253"/>
                      <a:pt x="136" y="253"/>
                      <a:pt x="136" y="253"/>
                    </a:cubicBezTo>
                    <a:cubicBezTo>
                      <a:pt x="136" y="324"/>
                      <a:pt x="188" y="387"/>
                      <a:pt x="264" y="387"/>
                    </a:cubicBezTo>
                    <a:cubicBezTo>
                      <a:pt x="343" y="387"/>
                      <a:pt x="390" y="326"/>
                      <a:pt x="390" y="25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87" name="Freeform 20">
                <a:extLst>
                  <a:ext uri="{FF2B5EF4-FFF2-40B4-BE49-F238E27FC236}">
                    <a16:creationId xmlns:a16="http://schemas.microsoft.com/office/drawing/2014/main" id="{C612BEEF-FFCF-00C7-83E8-3D6CD89DD8B2}"/>
                  </a:ext>
                </a:extLst>
              </p:cNvPr>
              <p:cNvSpPr>
                <a:spLocks noEditPoints="1"/>
              </p:cNvSpPr>
              <p:nvPr userDrawn="1"/>
            </p:nvSpPr>
            <p:spPr bwMode="auto">
              <a:xfrm>
                <a:off x="6516057" y="938123"/>
                <a:ext cx="221197" cy="278823"/>
              </a:xfrm>
              <a:custGeom>
                <a:avLst/>
                <a:gdLst>
                  <a:gd name="T0" fmla="*/ 24 w 509"/>
                  <a:gd name="T1" fmla="*/ 590 h 641"/>
                  <a:gd name="T2" fmla="*/ 71 w 509"/>
                  <a:gd name="T3" fmla="*/ 487 h 641"/>
                  <a:gd name="T4" fmla="*/ 235 w 509"/>
                  <a:gd name="T5" fmla="*/ 531 h 641"/>
                  <a:gd name="T6" fmla="*/ 373 w 509"/>
                  <a:gd name="T7" fmla="*/ 399 h 641"/>
                  <a:gd name="T8" fmla="*/ 373 w 509"/>
                  <a:gd name="T9" fmla="*/ 376 h 641"/>
                  <a:gd name="T10" fmla="*/ 215 w 509"/>
                  <a:gd name="T11" fmla="*/ 454 h 641"/>
                  <a:gd name="T12" fmla="*/ 0 w 509"/>
                  <a:gd name="T13" fmla="*/ 228 h 641"/>
                  <a:gd name="T14" fmla="*/ 0 w 509"/>
                  <a:gd name="T15" fmla="*/ 226 h 641"/>
                  <a:gd name="T16" fmla="*/ 215 w 509"/>
                  <a:gd name="T17" fmla="*/ 0 h 641"/>
                  <a:gd name="T18" fmla="*/ 372 w 509"/>
                  <a:gd name="T19" fmla="*/ 72 h 641"/>
                  <a:gd name="T20" fmla="*/ 372 w 509"/>
                  <a:gd name="T21" fmla="*/ 9 h 641"/>
                  <a:gd name="T22" fmla="*/ 509 w 509"/>
                  <a:gd name="T23" fmla="*/ 9 h 641"/>
                  <a:gd name="T24" fmla="*/ 509 w 509"/>
                  <a:gd name="T25" fmla="*/ 385 h 641"/>
                  <a:gd name="T26" fmla="*/ 448 w 509"/>
                  <a:gd name="T27" fmla="*/ 576 h 641"/>
                  <a:gd name="T28" fmla="*/ 239 w 509"/>
                  <a:gd name="T29" fmla="*/ 641 h 641"/>
                  <a:gd name="T30" fmla="*/ 24 w 509"/>
                  <a:gd name="T31" fmla="*/ 590 h 641"/>
                  <a:gd name="T32" fmla="*/ 373 w 509"/>
                  <a:gd name="T33" fmla="*/ 228 h 641"/>
                  <a:gd name="T34" fmla="*/ 373 w 509"/>
                  <a:gd name="T35" fmla="*/ 226 h 641"/>
                  <a:gd name="T36" fmla="*/ 255 w 509"/>
                  <a:gd name="T37" fmla="*/ 114 h 641"/>
                  <a:gd name="T38" fmla="*/ 137 w 509"/>
                  <a:gd name="T39" fmla="*/ 226 h 641"/>
                  <a:gd name="T40" fmla="*/ 137 w 509"/>
                  <a:gd name="T41" fmla="*/ 228 h 641"/>
                  <a:gd name="T42" fmla="*/ 255 w 509"/>
                  <a:gd name="T43" fmla="*/ 340 h 641"/>
                  <a:gd name="T44" fmla="*/ 373 w 509"/>
                  <a:gd name="T45" fmla="*/ 228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509" h="641">
                    <a:moveTo>
                      <a:pt x="24" y="590"/>
                    </a:moveTo>
                    <a:cubicBezTo>
                      <a:pt x="71" y="487"/>
                      <a:pt x="71" y="487"/>
                      <a:pt x="71" y="487"/>
                    </a:cubicBezTo>
                    <a:cubicBezTo>
                      <a:pt x="121" y="515"/>
                      <a:pt x="171" y="531"/>
                      <a:pt x="235" y="531"/>
                    </a:cubicBezTo>
                    <a:cubicBezTo>
                      <a:pt x="329" y="531"/>
                      <a:pt x="373" y="486"/>
                      <a:pt x="373" y="399"/>
                    </a:cubicBezTo>
                    <a:cubicBezTo>
                      <a:pt x="373" y="376"/>
                      <a:pt x="373" y="376"/>
                      <a:pt x="373" y="376"/>
                    </a:cubicBezTo>
                    <a:cubicBezTo>
                      <a:pt x="333" y="425"/>
                      <a:pt x="288" y="454"/>
                      <a:pt x="215" y="454"/>
                    </a:cubicBezTo>
                    <a:cubicBezTo>
                      <a:pt x="102" y="454"/>
                      <a:pt x="0" y="372"/>
                      <a:pt x="0" y="228"/>
                    </a:cubicBezTo>
                    <a:cubicBezTo>
                      <a:pt x="0" y="226"/>
                      <a:pt x="0" y="226"/>
                      <a:pt x="0" y="226"/>
                    </a:cubicBezTo>
                    <a:cubicBezTo>
                      <a:pt x="0" y="82"/>
                      <a:pt x="104" y="0"/>
                      <a:pt x="215" y="0"/>
                    </a:cubicBezTo>
                    <a:cubicBezTo>
                      <a:pt x="290" y="0"/>
                      <a:pt x="334" y="32"/>
                      <a:pt x="372" y="72"/>
                    </a:cubicBezTo>
                    <a:cubicBezTo>
                      <a:pt x="372" y="9"/>
                      <a:pt x="372" y="9"/>
                      <a:pt x="372" y="9"/>
                    </a:cubicBezTo>
                    <a:cubicBezTo>
                      <a:pt x="509" y="9"/>
                      <a:pt x="509" y="9"/>
                      <a:pt x="509" y="9"/>
                    </a:cubicBezTo>
                    <a:cubicBezTo>
                      <a:pt x="509" y="385"/>
                      <a:pt x="509" y="385"/>
                      <a:pt x="509" y="385"/>
                    </a:cubicBezTo>
                    <a:cubicBezTo>
                      <a:pt x="509" y="472"/>
                      <a:pt x="488" y="535"/>
                      <a:pt x="448" y="576"/>
                    </a:cubicBezTo>
                    <a:cubicBezTo>
                      <a:pt x="402" y="621"/>
                      <a:pt x="333" y="641"/>
                      <a:pt x="239" y="641"/>
                    </a:cubicBezTo>
                    <a:cubicBezTo>
                      <a:pt x="160" y="641"/>
                      <a:pt x="86" y="623"/>
                      <a:pt x="24" y="590"/>
                    </a:cubicBezTo>
                    <a:close/>
                    <a:moveTo>
                      <a:pt x="373" y="228"/>
                    </a:moveTo>
                    <a:cubicBezTo>
                      <a:pt x="373" y="226"/>
                      <a:pt x="373" y="226"/>
                      <a:pt x="373" y="226"/>
                    </a:cubicBezTo>
                    <a:cubicBezTo>
                      <a:pt x="373" y="160"/>
                      <a:pt x="322" y="114"/>
                      <a:pt x="255" y="114"/>
                    </a:cubicBezTo>
                    <a:cubicBezTo>
                      <a:pt x="188" y="114"/>
                      <a:pt x="137" y="160"/>
                      <a:pt x="137" y="226"/>
                    </a:cubicBezTo>
                    <a:cubicBezTo>
                      <a:pt x="137" y="228"/>
                      <a:pt x="137" y="228"/>
                      <a:pt x="137" y="228"/>
                    </a:cubicBezTo>
                    <a:cubicBezTo>
                      <a:pt x="137" y="295"/>
                      <a:pt x="188" y="340"/>
                      <a:pt x="255" y="340"/>
                    </a:cubicBezTo>
                    <a:cubicBezTo>
                      <a:pt x="322" y="340"/>
                      <a:pt x="373" y="294"/>
                      <a:pt x="373" y="22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88" name="Freeform 21">
                <a:extLst>
                  <a:ext uri="{FF2B5EF4-FFF2-40B4-BE49-F238E27FC236}">
                    <a16:creationId xmlns:a16="http://schemas.microsoft.com/office/drawing/2014/main" id="{535443A8-F420-58B0-6940-C7217CB7D304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6747450" y="942113"/>
                <a:ext cx="219424" cy="275277"/>
              </a:xfrm>
              <a:custGeom>
                <a:avLst/>
                <a:gdLst>
                  <a:gd name="T0" fmla="*/ 362 w 505"/>
                  <a:gd name="T1" fmla="*/ 0 h 633"/>
                  <a:gd name="T2" fmla="*/ 505 w 505"/>
                  <a:gd name="T3" fmla="*/ 0 h 633"/>
                  <a:gd name="T4" fmla="*/ 319 w 505"/>
                  <a:gd name="T5" fmla="*/ 497 h 633"/>
                  <a:gd name="T6" fmla="*/ 159 w 505"/>
                  <a:gd name="T7" fmla="*/ 633 h 633"/>
                  <a:gd name="T8" fmla="*/ 37 w 505"/>
                  <a:gd name="T9" fmla="*/ 599 h 633"/>
                  <a:gd name="T10" fmla="*/ 83 w 505"/>
                  <a:gd name="T11" fmla="*/ 500 h 633"/>
                  <a:gd name="T12" fmla="*/ 142 w 505"/>
                  <a:gd name="T13" fmla="*/ 519 h 633"/>
                  <a:gd name="T14" fmla="*/ 190 w 505"/>
                  <a:gd name="T15" fmla="*/ 487 h 633"/>
                  <a:gd name="T16" fmla="*/ 0 w 505"/>
                  <a:gd name="T17" fmla="*/ 0 h 633"/>
                  <a:gd name="T18" fmla="*/ 146 w 505"/>
                  <a:gd name="T19" fmla="*/ 0 h 633"/>
                  <a:gd name="T20" fmla="*/ 256 w 505"/>
                  <a:gd name="T21" fmla="*/ 331 h 633"/>
                  <a:gd name="T22" fmla="*/ 362 w 505"/>
                  <a:gd name="T23" fmla="*/ 0 h 6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505" h="633">
                    <a:moveTo>
                      <a:pt x="362" y="0"/>
                    </a:moveTo>
                    <a:cubicBezTo>
                      <a:pt x="505" y="0"/>
                      <a:pt x="505" y="0"/>
                      <a:pt x="505" y="0"/>
                    </a:cubicBezTo>
                    <a:cubicBezTo>
                      <a:pt x="319" y="497"/>
                      <a:pt x="319" y="497"/>
                      <a:pt x="319" y="497"/>
                    </a:cubicBezTo>
                    <a:cubicBezTo>
                      <a:pt x="282" y="596"/>
                      <a:pt x="242" y="633"/>
                      <a:pt x="159" y="633"/>
                    </a:cubicBezTo>
                    <a:cubicBezTo>
                      <a:pt x="110" y="633"/>
                      <a:pt x="73" y="620"/>
                      <a:pt x="37" y="599"/>
                    </a:cubicBezTo>
                    <a:cubicBezTo>
                      <a:pt x="83" y="500"/>
                      <a:pt x="83" y="500"/>
                      <a:pt x="83" y="500"/>
                    </a:cubicBezTo>
                    <a:cubicBezTo>
                      <a:pt x="101" y="511"/>
                      <a:pt x="124" y="519"/>
                      <a:pt x="142" y="519"/>
                    </a:cubicBezTo>
                    <a:cubicBezTo>
                      <a:pt x="166" y="519"/>
                      <a:pt x="178" y="512"/>
                      <a:pt x="190" y="487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46" y="0"/>
                      <a:pt x="146" y="0"/>
                      <a:pt x="146" y="0"/>
                    </a:cubicBezTo>
                    <a:cubicBezTo>
                      <a:pt x="256" y="331"/>
                      <a:pt x="256" y="331"/>
                      <a:pt x="256" y="331"/>
                    </a:cubicBezTo>
                    <a:lnTo>
                      <a:pt x="362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89" name="Freeform 22">
                <a:extLst>
                  <a:ext uri="{FF2B5EF4-FFF2-40B4-BE49-F238E27FC236}">
                    <a16:creationId xmlns:a16="http://schemas.microsoft.com/office/drawing/2014/main" id="{D577C4C5-162A-509E-0F90-2D9CF5560B46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6005842" y="1258171"/>
                <a:ext cx="132541" cy="290348"/>
              </a:xfrm>
              <a:custGeom>
                <a:avLst/>
                <a:gdLst>
                  <a:gd name="T0" fmla="*/ 57 w 305"/>
                  <a:gd name="T1" fmla="*/ 299 h 667"/>
                  <a:gd name="T2" fmla="*/ 0 w 305"/>
                  <a:gd name="T3" fmla="*/ 299 h 667"/>
                  <a:gd name="T4" fmla="*/ 0 w 305"/>
                  <a:gd name="T5" fmla="*/ 186 h 667"/>
                  <a:gd name="T6" fmla="*/ 57 w 305"/>
                  <a:gd name="T7" fmla="*/ 186 h 667"/>
                  <a:gd name="T8" fmla="*/ 57 w 305"/>
                  <a:gd name="T9" fmla="*/ 155 h 667"/>
                  <a:gd name="T10" fmla="*/ 96 w 305"/>
                  <a:gd name="T11" fmla="*/ 38 h 667"/>
                  <a:gd name="T12" fmla="*/ 208 w 305"/>
                  <a:gd name="T13" fmla="*/ 0 h 667"/>
                  <a:gd name="T14" fmla="*/ 305 w 305"/>
                  <a:gd name="T15" fmla="*/ 13 h 667"/>
                  <a:gd name="T16" fmla="*/ 305 w 305"/>
                  <a:gd name="T17" fmla="*/ 127 h 667"/>
                  <a:gd name="T18" fmla="*/ 243 w 305"/>
                  <a:gd name="T19" fmla="*/ 115 h 667"/>
                  <a:gd name="T20" fmla="*/ 193 w 305"/>
                  <a:gd name="T21" fmla="*/ 168 h 667"/>
                  <a:gd name="T22" fmla="*/ 193 w 305"/>
                  <a:gd name="T23" fmla="*/ 187 h 667"/>
                  <a:gd name="T24" fmla="*/ 305 w 305"/>
                  <a:gd name="T25" fmla="*/ 187 h 667"/>
                  <a:gd name="T26" fmla="*/ 305 w 305"/>
                  <a:gd name="T27" fmla="*/ 299 h 667"/>
                  <a:gd name="T28" fmla="*/ 195 w 305"/>
                  <a:gd name="T29" fmla="*/ 299 h 667"/>
                  <a:gd name="T30" fmla="*/ 195 w 305"/>
                  <a:gd name="T31" fmla="*/ 667 h 667"/>
                  <a:gd name="T32" fmla="*/ 57 w 305"/>
                  <a:gd name="T33" fmla="*/ 667 h 667"/>
                  <a:gd name="T34" fmla="*/ 57 w 305"/>
                  <a:gd name="T35" fmla="*/ 299 h 6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305" h="667">
                    <a:moveTo>
                      <a:pt x="57" y="299"/>
                    </a:moveTo>
                    <a:cubicBezTo>
                      <a:pt x="0" y="299"/>
                      <a:pt x="0" y="299"/>
                      <a:pt x="0" y="299"/>
                    </a:cubicBezTo>
                    <a:cubicBezTo>
                      <a:pt x="0" y="186"/>
                      <a:pt x="0" y="186"/>
                      <a:pt x="0" y="186"/>
                    </a:cubicBezTo>
                    <a:cubicBezTo>
                      <a:pt x="57" y="186"/>
                      <a:pt x="57" y="186"/>
                      <a:pt x="57" y="186"/>
                    </a:cubicBezTo>
                    <a:cubicBezTo>
                      <a:pt x="57" y="155"/>
                      <a:pt x="57" y="155"/>
                      <a:pt x="57" y="155"/>
                    </a:cubicBezTo>
                    <a:cubicBezTo>
                      <a:pt x="57" y="102"/>
                      <a:pt x="71" y="63"/>
                      <a:pt x="96" y="38"/>
                    </a:cubicBezTo>
                    <a:cubicBezTo>
                      <a:pt x="122" y="12"/>
                      <a:pt x="159" y="0"/>
                      <a:pt x="208" y="0"/>
                    </a:cubicBezTo>
                    <a:cubicBezTo>
                      <a:pt x="251" y="0"/>
                      <a:pt x="280" y="5"/>
                      <a:pt x="305" y="13"/>
                    </a:cubicBezTo>
                    <a:cubicBezTo>
                      <a:pt x="305" y="127"/>
                      <a:pt x="305" y="127"/>
                      <a:pt x="305" y="127"/>
                    </a:cubicBezTo>
                    <a:cubicBezTo>
                      <a:pt x="286" y="120"/>
                      <a:pt x="267" y="115"/>
                      <a:pt x="243" y="115"/>
                    </a:cubicBezTo>
                    <a:cubicBezTo>
                      <a:pt x="211" y="115"/>
                      <a:pt x="193" y="132"/>
                      <a:pt x="193" y="168"/>
                    </a:cubicBezTo>
                    <a:cubicBezTo>
                      <a:pt x="193" y="187"/>
                      <a:pt x="193" y="187"/>
                      <a:pt x="193" y="187"/>
                    </a:cubicBezTo>
                    <a:cubicBezTo>
                      <a:pt x="305" y="187"/>
                      <a:pt x="305" y="187"/>
                      <a:pt x="305" y="187"/>
                    </a:cubicBezTo>
                    <a:cubicBezTo>
                      <a:pt x="305" y="299"/>
                      <a:pt x="305" y="299"/>
                      <a:pt x="305" y="299"/>
                    </a:cubicBezTo>
                    <a:cubicBezTo>
                      <a:pt x="195" y="299"/>
                      <a:pt x="195" y="299"/>
                      <a:pt x="195" y="299"/>
                    </a:cubicBezTo>
                    <a:cubicBezTo>
                      <a:pt x="195" y="667"/>
                      <a:pt x="195" y="667"/>
                      <a:pt x="195" y="667"/>
                    </a:cubicBezTo>
                    <a:cubicBezTo>
                      <a:pt x="57" y="667"/>
                      <a:pt x="57" y="667"/>
                      <a:pt x="57" y="667"/>
                    </a:cubicBezTo>
                    <a:lnTo>
                      <a:pt x="57" y="299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90" name="Freeform 23">
                <a:extLst>
                  <a:ext uri="{FF2B5EF4-FFF2-40B4-BE49-F238E27FC236}">
                    <a16:creationId xmlns:a16="http://schemas.microsoft.com/office/drawing/2014/main" id="{9CB671CE-477D-F1B3-6894-F85448189A99}"/>
                  </a:ext>
                </a:extLst>
              </p:cNvPr>
              <p:cNvSpPr>
                <a:spLocks noEditPoints="1"/>
              </p:cNvSpPr>
              <p:nvPr userDrawn="1"/>
            </p:nvSpPr>
            <p:spPr bwMode="auto">
              <a:xfrm>
                <a:off x="6137497" y="1333086"/>
                <a:ext cx="228289" cy="219867"/>
              </a:xfrm>
              <a:custGeom>
                <a:avLst/>
                <a:gdLst>
                  <a:gd name="T0" fmla="*/ 0 w 525"/>
                  <a:gd name="T1" fmla="*/ 255 h 506"/>
                  <a:gd name="T2" fmla="*/ 0 w 525"/>
                  <a:gd name="T3" fmla="*/ 253 h 506"/>
                  <a:gd name="T4" fmla="*/ 263 w 525"/>
                  <a:gd name="T5" fmla="*/ 0 h 506"/>
                  <a:gd name="T6" fmla="*/ 525 w 525"/>
                  <a:gd name="T7" fmla="*/ 251 h 506"/>
                  <a:gd name="T8" fmla="*/ 525 w 525"/>
                  <a:gd name="T9" fmla="*/ 253 h 506"/>
                  <a:gd name="T10" fmla="*/ 261 w 525"/>
                  <a:gd name="T11" fmla="*/ 506 h 506"/>
                  <a:gd name="T12" fmla="*/ 0 w 525"/>
                  <a:gd name="T13" fmla="*/ 255 h 506"/>
                  <a:gd name="T14" fmla="*/ 389 w 525"/>
                  <a:gd name="T15" fmla="*/ 255 h 506"/>
                  <a:gd name="T16" fmla="*/ 389 w 525"/>
                  <a:gd name="T17" fmla="*/ 253 h 506"/>
                  <a:gd name="T18" fmla="*/ 261 w 525"/>
                  <a:gd name="T19" fmla="*/ 119 h 506"/>
                  <a:gd name="T20" fmla="*/ 135 w 525"/>
                  <a:gd name="T21" fmla="*/ 251 h 506"/>
                  <a:gd name="T22" fmla="*/ 135 w 525"/>
                  <a:gd name="T23" fmla="*/ 253 h 506"/>
                  <a:gd name="T24" fmla="*/ 263 w 525"/>
                  <a:gd name="T25" fmla="*/ 387 h 506"/>
                  <a:gd name="T26" fmla="*/ 389 w 525"/>
                  <a:gd name="T27" fmla="*/ 255 h 5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25" h="506">
                    <a:moveTo>
                      <a:pt x="0" y="255"/>
                    </a:moveTo>
                    <a:cubicBezTo>
                      <a:pt x="0" y="253"/>
                      <a:pt x="0" y="253"/>
                      <a:pt x="0" y="253"/>
                    </a:cubicBezTo>
                    <a:cubicBezTo>
                      <a:pt x="0" y="114"/>
                      <a:pt x="112" y="0"/>
                      <a:pt x="263" y="0"/>
                    </a:cubicBezTo>
                    <a:cubicBezTo>
                      <a:pt x="413" y="0"/>
                      <a:pt x="525" y="112"/>
                      <a:pt x="525" y="251"/>
                    </a:cubicBezTo>
                    <a:cubicBezTo>
                      <a:pt x="525" y="253"/>
                      <a:pt x="525" y="253"/>
                      <a:pt x="525" y="253"/>
                    </a:cubicBezTo>
                    <a:cubicBezTo>
                      <a:pt x="525" y="392"/>
                      <a:pt x="412" y="506"/>
                      <a:pt x="261" y="506"/>
                    </a:cubicBezTo>
                    <a:cubicBezTo>
                      <a:pt x="111" y="506"/>
                      <a:pt x="0" y="394"/>
                      <a:pt x="0" y="255"/>
                    </a:cubicBezTo>
                    <a:close/>
                    <a:moveTo>
                      <a:pt x="389" y="255"/>
                    </a:moveTo>
                    <a:cubicBezTo>
                      <a:pt x="389" y="253"/>
                      <a:pt x="389" y="253"/>
                      <a:pt x="389" y="253"/>
                    </a:cubicBezTo>
                    <a:cubicBezTo>
                      <a:pt x="389" y="182"/>
                      <a:pt x="337" y="119"/>
                      <a:pt x="261" y="119"/>
                    </a:cubicBezTo>
                    <a:cubicBezTo>
                      <a:pt x="183" y="119"/>
                      <a:pt x="135" y="180"/>
                      <a:pt x="135" y="251"/>
                    </a:cubicBezTo>
                    <a:cubicBezTo>
                      <a:pt x="135" y="253"/>
                      <a:pt x="135" y="253"/>
                      <a:pt x="135" y="253"/>
                    </a:cubicBezTo>
                    <a:cubicBezTo>
                      <a:pt x="135" y="325"/>
                      <a:pt x="187" y="387"/>
                      <a:pt x="263" y="387"/>
                    </a:cubicBezTo>
                    <a:cubicBezTo>
                      <a:pt x="342" y="387"/>
                      <a:pt x="389" y="326"/>
                      <a:pt x="389" y="2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91" name="Freeform 24">
                <a:extLst>
                  <a:ext uri="{FF2B5EF4-FFF2-40B4-BE49-F238E27FC236}">
                    <a16:creationId xmlns:a16="http://schemas.microsoft.com/office/drawing/2014/main" id="{2D545142-881D-002A-830D-2B1960B7F79A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6379084" y="1331756"/>
                <a:ext cx="127665" cy="216764"/>
              </a:xfrm>
              <a:custGeom>
                <a:avLst/>
                <a:gdLst>
                  <a:gd name="T0" fmla="*/ 0 w 293"/>
                  <a:gd name="T1" fmla="*/ 13 h 498"/>
                  <a:gd name="T2" fmla="*/ 138 w 293"/>
                  <a:gd name="T3" fmla="*/ 13 h 498"/>
                  <a:gd name="T4" fmla="*/ 138 w 293"/>
                  <a:gd name="T5" fmla="*/ 110 h 498"/>
                  <a:gd name="T6" fmla="*/ 293 w 293"/>
                  <a:gd name="T7" fmla="*/ 3 h 498"/>
                  <a:gd name="T8" fmla="*/ 293 w 293"/>
                  <a:gd name="T9" fmla="*/ 147 h 498"/>
                  <a:gd name="T10" fmla="*/ 286 w 293"/>
                  <a:gd name="T11" fmla="*/ 147 h 498"/>
                  <a:gd name="T12" fmla="*/ 138 w 293"/>
                  <a:gd name="T13" fmla="*/ 318 h 498"/>
                  <a:gd name="T14" fmla="*/ 138 w 293"/>
                  <a:gd name="T15" fmla="*/ 498 h 498"/>
                  <a:gd name="T16" fmla="*/ 0 w 293"/>
                  <a:gd name="T17" fmla="*/ 498 h 498"/>
                  <a:gd name="T18" fmla="*/ 0 w 293"/>
                  <a:gd name="T19" fmla="*/ 13 h 4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93" h="498">
                    <a:moveTo>
                      <a:pt x="0" y="13"/>
                    </a:moveTo>
                    <a:cubicBezTo>
                      <a:pt x="138" y="13"/>
                      <a:pt x="138" y="13"/>
                      <a:pt x="138" y="13"/>
                    </a:cubicBezTo>
                    <a:cubicBezTo>
                      <a:pt x="138" y="110"/>
                      <a:pt x="138" y="110"/>
                      <a:pt x="138" y="110"/>
                    </a:cubicBezTo>
                    <a:cubicBezTo>
                      <a:pt x="166" y="43"/>
                      <a:pt x="211" y="0"/>
                      <a:pt x="293" y="3"/>
                    </a:cubicBezTo>
                    <a:cubicBezTo>
                      <a:pt x="293" y="147"/>
                      <a:pt x="293" y="147"/>
                      <a:pt x="293" y="147"/>
                    </a:cubicBezTo>
                    <a:cubicBezTo>
                      <a:pt x="286" y="147"/>
                      <a:pt x="286" y="147"/>
                      <a:pt x="286" y="147"/>
                    </a:cubicBezTo>
                    <a:cubicBezTo>
                      <a:pt x="194" y="147"/>
                      <a:pt x="138" y="203"/>
                      <a:pt x="138" y="318"/>
                    </a:cubicBezTo>
                    <a:cubicBezTo>
                      <a:pt x="138" y="498"/>
                      <a:pt x="138" y="498"/>
                      <a:pt x="138" y="498"/>
                    </a:cubicBezTo>
                    <a:cubicBezTo>
                      <a:pt x="0" y="498"/>
                      <a:pt x="0" y="498"/>
                      <a:pt x="0" y="498"/>
                    </a:cubicBezTo>
                    <a:lnTo>
                      <a:pt x="0" y="1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92" name="Freeform 25">
                <a:extLst>
                  <a:ext uri="{FF2B5EF4-FFF2-40B4-BE49-F238E27FC236}">
                    <a16:creationId xmlns:a16="http://schemas.microsoft.com/office/drawing/2014/main" id="{5C959273-267C-8CBA-996C-EC8514CCD7D2}"/>
                  </a:ext>
                </a:extLst>
              </p:cNvPr>
              <p:cNvSpPr>
                <a:spLocks noEditPoints="1"/>
              </p:cNvSpPr>
              <p:nvPr userDrawn="1"/>
            </p:nvSpPr>
            <p:spPr bwMode="auto">
              <a:xfrm>
                <a:off x="6582993" y="1334859"/>
                <a:ext cx="194157" cy="217207"/>
              </a:xfrm>
              <a:custGeom>
                <a:avLst/>
                <a:gdLst>
                  <a:gd name="T0" fmla="*/ 0 w 446"/>
                  <a:gd name="T1" fmla="*/ 351 h 500"/>
                  <a:gd name="T2" fmla="*/ 0 w 446"/>
                  <a:gd name="T3" fmla="*/ 349 h 500"/>
                  <a:gd name="T4" fmla="*/ 195 w 446"/>
                  <a:gd name="T5" fmla="*/ 195 h 500"/>
                  <a:gd name="T6" fmla="*/ 314 w 446"/>
                  <a:gd name="T7" fmla="*/ 215 h 500"/>
                  <a:gd name="T8" fmla="*/ 314 w 446"/>
                  <a:gd name="T9" fmla="*/ 206 h 500"/>
                  <a:gd name="T10" fmla="*/ 210 w 446"/>
                  <a:gd name="T11" fmla="*/ 118 h 500"/>
                  <a:gd name="T12" fmla="*/ 76 w 446"/>
                  <a:gd name="T13" fmla="*/ 144 h 500"/>
                  <a:gd name="T14" fmla="*/ 42 w 446"/>
                  <a:gd name="T15" fmla="*/ 39 h 500"/>
                  <a:gd name="T16" fmla="*/ 230 w 446"/>
                  <a:gd name="T17" fmla="*/ 0 h 500"/>
                  <a:gd name="T18" fmla="*/ 394 w 446"/>
                  <a:gd name="T19" fmla="*/ 54 h 500"/>
                  <a:gd name="T20" fmla="*/ 446 w 446"/>
                  <a:gd name="T21" fmla="*/ 209 h 500"/>
                  <a:gd name="T22" fmla="*/ 446 w 446"/>
                  <a:gd name="T23" fmla="*/ 491 h 500"/>
                  <a:gd name="T24" fmla="*/ 313 w 446"/>
                  <a:gd name="T25" fmla="*/ 491 h 500"/>
                  <a:gd name="T26" fmla="*/ 313 w 446"/>
                  <a:gd name="T27" fmla="*/ 438 h 500"/>
                  <a:gd name="T28" fmla="*/ 167 w 446"/>
                  <a:gd name="T29" fmla="*/ 500 h 500"/>
                  <a:gd name="T30" fmla="*/ 0 w 446"/>
                  <a:gd name="T31" fmla="*/ 351 h 500"/>
                  <a:gd name="T32" fmla="*/ 316 w 446"/>
                  <a:gd name="T33" fmla="*/ 320 h 500"/>
                  <a:gd name="T34" fmla="*/ 316 w 446"/>
                  <a:gd name="T35" fmla="*/ 295 h 500"/>
                  <a:gd name="T36" fmla="*/ 228 w 446"/>
                  <a:gd name="T37" fmla="*/ 277 h 500"/>
                  <a:gd name="T38" fmla="*/ 133 w 446"/>
                  <a:gd name="T39" fmla="*/ 344 h 500"/>
                  <a:gd name="T40" fmla="*/ 133 w 446"/>
                  <a:gd name="T41" fmla="*/ 346 h 500"/>
                  <a:gd name="T42" fmla="*/ 208 w 446"/>
                  <a:gd name="T43" fmla="*/ 405 h 500"/>
                  <a:gd name="T44" fmla="*/ 316 w 446"/>
                  <a:gd name="T45" fmla="*/ 320 h 5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446" h="500">
                    <a:moveTo>
                      <a:pt x="0" y="351"/>
                    </a:moveTo>
                    <a:cubicBezTo>
                      <a:pt x="0" y="349"/>
                      <a:pt x="0" y="349"/>
                      <a:pt x="0" y="349"/>
                    </a:cubicBezTo>
                    <a:cubicBezTo>
                      <a:pt x="0" y="244"/>
                      <a:pt x="81" y="195"/>
                      <a:pt x="195" y="195"/>
                    </a:cubicBezTo>
                    <a:cubicBezTo>
                      <a:pt x="244" y="195"/>
                      <a:pt x="280" y="203"/>
                      <a:pt x="314" y="215"/>
                    </a:cubicBezTo>
                    <a:cubicBezTo>
                      <a:pt x="314" y="206"/>
                      <a:pt x="314" y="206"/>
                      <a:pt x="314" y="206"/>
                    </a:cubicBezTo>
                    <a:cubicBezTo>
                      <a:pt x="314" y="149"/>
                      <a:pt x="279" y="118"/>
                      <a:pt x="210" y="118"/>
                    </a:cubicBezTo>
                    <a:cubicBezTo>
                      <a:pt x="157" y="118"/>
                      <a:pt x="120" y="128"/>
                      <a:pt x="76" y="144"/>
                    </a:cubicBezTo>
                    <a:cubicBezTo>
                      <a:pt x="42" y="39"/>
                      <a:pt x="42" y="39"/>
                      <a:pt x="42" y="39"/>
                    </a:cubicBezTo>
                    <a:cubicBezTo>
                      <a:pt x="95" y="15"/>
                      <a:pt x="148" y="0"/>
                      <a:pt x="230" y="0"/>
                    </a:cubicBezTo>
                    <a:cubicBezTo>
                      <a:pt x="305" y="0"/>
                      <a:pt x="359" y="20"/>
                      <a:pt x="394" y="54"/>
                    </a:cubicBezTo>
                    <a:cubicBezTo>
                      <a:pt x="430" y="91"/>
                      <a:pt x="446" y="144"/>
                      <a:pt x="446" y="209"/>
                    </a:cubicBezTo>
                    <a:cubicBezTo>
                      <a:pt x="446" y="491"/>
                      <a:pt x="446" y="491"/>
                      <a:pt x="446" y="491"/>
                    </a:cubicBezTo>
                    <a:cubicBezTo>
                      <a:pt x="313" y="491"/>
                      <a:pt x="313" y="491"/>
                      <a:pt x="313" y="491"/>
                    </a:cubicBezTo>
                    <a:cubicBezTo>
                      <a:pt x="313" y="438"/>
                      <a:pt x="313" y="438"/>
                      <a:pt x="313" y="438"/>
                    </a:cubicBezTo>
                    <a:cubicBezTo>
                      <a:pt x="280" y="475"/>
                      <a:pt x="234" y="500"/>
                      <a:pt x="167" y="500"/>
                    </a:cubicBezTo>
                    <a:cubicBezTo>
                      <a:pt x="75" y="500"/>
                      <a:pt x="0" y="447"/>
                      <a:pt x="0" y="351"/>
                    </a:cubicBezTo>
                    <a:close/>
                    <a:moveTo>
                      <a:pt x="316" y="320"/>
                    </a:moveTo>
                    <a:cubicBezTo>
                      <a:pt x="316" y="295"/>
                      <a:pt x="316" y="295"/>
                      <a:pt x="316" y="295"/>
                    </a:cubicBezTo>
                    <a:cubicBezTo>
                      <a:pt x="292" y="284"/>
                      <a:pt x="262" y="277"/>
                      <a:pt x="228" y="277"/>
                    </a:cubicBezTo>
                    <a:cubicBezTo>
                      <a:pt x="169" y="277"/>
                      <a:pt x="133" y="301"/>
                      <a:pt x="133" y="344"/>
                    </a:cubicBezTo>
                    <a:cubicBezTo>
                      <a:pt x="133" y="346"/>
                      <a:pt x="133" y="346"/>
                      <a:pt x="133" y="346"/>
                    </a:cubicBezTo>
                    <a:cubicBezTo>
                      <a:pt x="133" y="383"/>
                      <a:pt x="164" y="405"/>
                      <a:pt x="208" y="405"/>
                    </a:cubicBezTo>
                    <a:cubicBezTo>
                      <a:pt x="272" y="405"/>
                      <a:pt x="316" y="369"/>
                      <a:pt x="316" y="32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93" name="Rectangle 26">
                <a:extLst>
                  <a:ext uri="{FF2B5EF4-FFF2-40B4-BE49-F238E27FC236}">
                    <a16:creationId xmlns:a16="http://schemas.microsoft.com/office/drawing/2014/main" id="{2F1B0169-414B-8F53-D204-E4FC9132C39A}"/>
                  </a:ext>
                </a:extLst>
              </p:cNvPr>
              <p:cNvSpPr>
                <a:spLocks noChangeArrowheads="1"/>
              </p:cNvSpPr>
              <p:nvPr userDrawn="1"/>
            </p:nvSpPr>
            <p:spPr bwMode="auto">
              <a:xfrm>
                <a:off x="6801973" y="1260831"/>
                <a:ext cx="59843" cy="287689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94" name="Rectangle 27">
                <a:extLst>
                  <a:ext uri="{FF2B5EF4-FFF2-40B4-BE49-F238E27FC236}">
                    <a16:creationId xmlns:a16="http://schemas.microsoft.com/office/drawing/2014/main" id="{FD3CEF0B-9316-CAAF-B811-7977EA0FDC71}"/>
                  </a:ext>
                </a:extLst>
              </p:cNvPr>
              <p:cNvSpPr>
                <a:spLocks noChangeArrowheads="1"/>
              </p:cNvSpPr>
              <p:nvPr userDrawn="1"/>
            </p:nvSpPr>
            <p:spPr bwMode="auto">
              <a:xfrm>
                <a:off x="6886639" y="1260831"/>
                <a:ext cx="59399" cy="287689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</p:grpSp>
        <p:sp>
          <p:nvSpPr>
            <p:cNvPr id="64" name="Rectangle 28">
              <a:extLst>
                <a:ext uri="{FF2B5EF4-FFF2-40B4-BE49-F238E27FC236}">
                  <a16:creationId xmlns:a16="http://schemas.microsoft.com/office/drawing/2014/main" id="{C44969F7-1BF0-A4FA-F4EB-8003272D98C6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1556230" y="767096"/>
              <a:ext cx="634181" cy="18986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5AB97A83-AA92-5D2A-D89F-2B85130F597F}"/>
                </a:ext>
              </a:extLst>
            </p:cNvPr>
            <p:cNvGrpSpPr/>
            <p:nvPr userDrawn="1"/>
          </p:nvGrpSpPr>
          <p:grpSpPr>
            <a:xfrm>
              <a:off x="11701122" y="936748"/>
              <a:ext cx="321494" cy="1552800"/>
              <a:chOff x="7313961" y="501936"/>
              <a:chExt cx="323594" cy="1566108"/>
            </a:xfrm>
          </p:grpSpPr>
          <p:sp>
            <p:nvSpPr>
              <p:cNvPr id="66" name="Freeform 29">
                <a:extLst>
                  <a:ext uri="{FF2B5EF4-FFF2-40B4-BE49-F238E27FC236}">
                    <a16:creationId xmlns:a16="http://schemas.microsoft.com/office/drawing/2014/main" id="{93913DCE-D7C5-993F-1CBD-D671F4E01A37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7383556" y="1311808"/>
                <a:ext cx="249567" cy="247350"/>
              </a:xfrm>
              <a:custGeom>
                <a:avLst/>
                <a:gdLst>
                  <a:gd name="T0" fmla="*/ 0 w 574"/>
                  <a:gd name="T1" fmla="*/ 229 h 569"/>
                  <a:gd name="T2" fmla="*/ 90 w 574"/>
                  <a:gd name="T3" fmla="*/ 413 h 569"/>
                  <a:gd name="T4" fmla="*/ 90 w 574"/>
                  <a:gd name="T5" fmla="*/ 413 h 569"/>
                  <a:gd name="T6" fmla="*/ 90 w 574"/>
                  <a:gd name="T7" fmla="*/ 413 h 569"/>
                  <a:gd name="T8" fmla="*/ 9 w 574"/>
                  <a:gd name="T9" fmla="*/ 413 h 569"/>
                  <a:gd name="T10" fmla="*/ 9 w 574"/>
                  <a:gd name="T11" fmla="*/ 569 h 569"/>
                  <a:gd name="T12" fmla="*/ 574 w 574"/>
                  <a:gd name="T13" fmla="*/ 569 h 569"/>
                  <a:gd name="T14" fmla="*/ 574 w 574"/>
                  <a:gd name="T15" fmla="*/ 413 h 569"/>
                  <a:gd name="T16" fmla="*/ 253 w 574"/>
                  <a:gd name="T17" fmla="*/ 413 h 569"/>
                  <a:gd name="T18" fmla="*/ 133 w 574"/>
                  <a:gd name="T19" fmla="*/ 286 h 569"/>
                  <a:gd name="T20" fmla="*/ 253 w 574"/>
                  <a:gd name="T21" fmla="*/ 155 h 569"/>
                  <a:gd name="T22" fmla="*/ 574 w 574"/>
                  <a:gd name="T23" fmla="*/ 155 h 569"/>
                  <a:gd name="T24" fmla="*/ 574 w 574"/>
                  <a:gd name="T25" fmla="*/ 0 h 569"/>
                  <a:gd name="T26" fmla="*/ 224 w 574"/>
                  <a:gd name="T27" fmla="*/ 0 h 569"/>
                  <a:gd name="T28" fmla="*/ 0 w 574"/>
                  <a:gd name="T29" fmla="*/ 229 h 5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74" h="569">
                    <a:moveTo>
                      <a:pt x="0" y="229"/>
                    </a:moveTo>
                    <a:cubicBezTo>
                      <a:pt x="0" y="294"/>
                      <a:pt x="30" y="368"/>
                      <a:pt x="90" y="413"/>
                    </a:cubicBezTo>
                    <a:cubicBezTo>
                      <a:pt x="90" y="413"/>
                      <a:pt x="90" y="413"/>
                      <a:pt x="90" y="413"/>
                    </a:cubicBezTo>
                    <a:cubicBezTo>
                      <a:pt x="90" y="413"/>
                      <a:pt x="90" y="413"/>
                      <a:pt x="90" y="413"/>
                    </a:cubicBezTo>
                    <a:cubicBezTo>
                      <a:pt x="9" y="413"/>
                      <a:pt x="9" y="413"/>
                      <a:pt x="9" y="413"/>
                    </a:cubicBezTo>
                    <a:cubicBezTo>
                      <a:pt x="9" y="569"/>
                      <a:pt x="9" y="569"/>
                      <a:pt x="9" y="569"/>
                    </a:cubicBezTo>
                    <a:cubicBezTo>
                      <a:pt x="574" y="569"/>
                      <a:pt x="574" y="569"/>
                      <a:pt x="574" y="569"/>
                    </a:cubicBezTo>
                    <a:cubicBezTo>
                      <a:pt x="574" y="413"/>
                      <a:pt x="574" y="413"/>
                      <a:pt x="574" y="413"/>
                    </a:cubicBezTo>
                    <a:cubicBezTo>
                      <a:pt x="253" y="413"/>
                      <a:pt x="253" y="413"/>
                      <a:pt x="253" y="413"/>
                    </a:cubicBezTo>
                    <a:cubicBezTo>
                      <a:pt x="195" y="413"/>
                      <a:pt x="133" y="369"/>
                      <a:pt x="133" y="286"/>
                    </a:cubicBezTo>
                    <a:cubicBezTo>
                      <a:pt x="133" y="221"/>
                      <a:pt x="178" y="155"/>
                      <a:pt x="253" y="155"/>
                    </a:cubicBezTo>
                    <a:cubicBezTo>
                      <a:pt x="574" y="155"/>
                      <a:pt x="574" y="155"/>
                      <a:pt x="574" y="155"/>
                    </a:cubicBezTo>
                    <a:cubicBezTo>
                      <a:pt x="574" y="0"/>
                      <a:pt x="574" y="0"/>
                      <a:pt x="574" y="0"/>
                    </a:cubicBezTo>
                    <a:cubicBezTo>
                      <a:pt x="224" y="0"/>
                      <a:pt x="224" y="0"/>
                      <a:pt x="224" y="0"/>
                    </a:cubicBezTo>
                    <a:cubicBezTo>
                      <a:pt x="94" y="0"/>
                      <a:pt x="0" y="93"/>
                      <a:pt x="0" y="229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67" name="Freeform 30">
                <a:extLst>
                  <a:ext uri="{FF2B5EF4-FFF2-40B4-BE49-F238E27FC236}">
                    <a16:creationId xmlns:a16="http://schemas.microsoft.com/office/drawing/2014/main" id="{6D0A5711-84F8-6852-FC23-C9222B8AB056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7387546" y="755049"/>
                <a:ext cx="245577" cy="276163"/>
              </a:xfrm>
              <a:custGeom>
                <a:avLst/>
                <a:gdLst>
                  <a:gd name="T0" fmla="*/ 0 w 554"/>
                  <a:gd name="T1" fmla="*/ 174 h 623"/>
                  <a:gd name="T2" fmla="*/ 377 w 554"/>
                  <a:gd name="T3" fmla="*/ 311 h 623"/>
                  <a:gd name="T4" fmla="*/ 0 w 554"/>
                  <a:gd name="T5" fmla="*/ 450 h 623"/>
                  <a:gd name="T6" fmla="*/ 0 w 554"/>
                  <a:gd name="T7" fmla="*/ 623 h 623"/>
                  <a:gd name="T8" fmla="*/ 554 w 554"/>
                  <a:gd name="T9" fmla="*/ 395 h 623"/>
                  <a:gd name="T10" fmla="*/ 554 w 554"/>
                  <a:gd name="T11" fmla="*/ 228 h 623"/>
                  <a:gd name="T12" fmla="*/ 0 w 554"/>
                  <a:gd name="T13" fmla="*/ 0 h 623"/>
                  <a:gd name="T14" fmla="*/ 0 w 554"/>
                  <a:gd name="T15" fmla="*/ 174 h 6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54" h="623">
                    <a:moveTo>
                      <a:pt x="0" y="174"/>
                    </a:moveTo>
                    <a:lnTo>
                      <a:pt x="377" y="311"/>
                    </a:lnTo>
                    <a:lnTo>
                      <a:pt x="0" y="450"/>
                    </a:lnTo>
                    <a:lnTo>
                      <a:pt x="0" y="623"/>
                    </a:lnTo>
                    <a:lnTo>
                      <a:pt x="554" y="395"/>
                    </a:lnTo>
                    <a:lnTo>
                      <a:pt x="554" y="228"/>
                    </a:lnTo>
                    <a:lnTo>
                      <a:pt x="0" y="0"/>
                    </a:lnTo>
                    <a:lnTo>
                      <a:pt x="0" y="174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68" name="Freeform 31">
                <a:extLst>
                  <a:ext uri="{FF2B5EF4-FFF2-40B4-BE49-F238E27FC236}">
                    <a16:creationId xmlns:a16="http://schemas.microsoft.com/office/drawing/2014/main" id="{185085EF-D1B3-20ED-1267-AC7FAB1644FE}"/>
                  </a:ext>
                </a:extLst>
              </p:cNvPr>
              <p:cNvSpPr>
                <a:spLocks noEditPoints="1"/>
              </p:cNvSpPr>
              <p:nvPr userDrawn="1"/>
            </p:nvSpPr>
            <p:spPr bwMode="auto">
              <a:xfrm>
                <a:off x="7383556" y="1583096"/>
                <a:ext cx="253999" cy="256659"/>
              </a:xfrm>
              <a:custGeom>
                <a:avLst/>
                <a:gdLst>
                  <a:gd name="T0" fmla="*/ 401 w 584"/>
                  <a:gd name="T1" fmla="*/ 110 h 590"/>
                  <a:gd name="T2" fmla="*/ 460 w 584"/>
                  <a:gd name="T3" fmla="*/ 272 h 590"/>
                  <a:gd name="T4" fmla="*/ 415 w 584"/>
                  <a:gd name="T5" fmla="*/ 397 h 590"/>
                  <a:gd name="T6" fmla="*/ 250 w 584"/>
                  <a:gd name="T7" fmla="*/ 0 h 590"/>
                  <a:gd name="T8" fmla="*/ 92 w 584"/>
                  <a:gd name="T9" fmla="*/ 68 h 590"/>
                  <a:gd name="T10" fmla="*/ 0 w 584"/>
                  <a:gd name="T11" fmla="*/ 291 h 590"/>
                  <a:gd name="T12" fmla="*/ 292 w 584"/>
                  <a:gd name="T13" fmla="*/ 590 h 590"/>
                  <a:gd name="T14" fmla="*/ 584 w 584"/>
                  <a:gd name="T15" fmla="*/ 274 h 590"/>
                  <a:gd name="T16" fmla="*/ 476 w 584"/>
                  <a:gd name="T17" fmla="*/ 12 h 590"/>
                  <a:gd name="T18" fmla="*/ 401 w 584"/>
                  <a:gd name="T19" fmla="*/ 110 h 590"/>
                  <a:gd name="T20" fmla="*/ 179 w 584"/>
                  <a:gd name="T21" fmla="*/ 408 h 590"/>
                  <a:gd name="T22" fmla="*/ 123 w 584"/>
                  <a:gd name="T23" fmla="*/ 288 h 590"/>
                  <a:gd name="T24" fmla="*/ 202 w 584"/>
                  <a:gd name="T25" fmla="*/ 168 h 590"/>
                  <a:gd name="T26" fmla="*/ 315 w 584"/>
                  <a:gd name="T27" fmla="*/ 439 h 590"/>
                  <a:gd name="T28" fmla="*/ 179 w 584"/>
                  <a:gd name="T29" fmla="*/ 408 h 5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84" h="590">
                    <a:moveTo>
                      <a:pt x="401" y="110"/>
                    </a:moveTo>
                    <a:cubicBezTo>
                      <a:pt x="449" y="175"/>
                      <a:pt x="460" y="212"/>
                      <a:pt x="460" y="272"/>
                    </a:cubicBezTo>
                    <a:cubicBezTo>
                      <a:pt x="460" y="325"/>
                      <a:pt x="444" y="367"/>
                      <a:pt x="415" y="397"/>
                    </a:cubicBezTo>
                    <a:cubicBezTo>
                      <a:pt x="250" y="0"/>
                      <a:pt x="250" y="0"/>
                      <a:pt x="250" y="0"/>
                    </a:cubicBezTo>
                    <a:cubicBezTo>
                      <a:pt x="189" y="9"/>
                      <a:pt x="134" y="32"/>
                      <a:pt x="92" y="68"/>
                    </a:cubicBezTo>
                    <a:cubicBezTo>
                      <a:pt x="32" y="120"/>
                      <a:pt x="0" y="197"/>
                      <a:pt x="0" y="291"/>
                    </a:cubicBezTo>
                    <a:cubicBezTo>
                      <a:pt x="0" y="462"/>
                      <a:pt x="126" y="590"/>
                      <a:pt x="292" y="590"/>
                    </a:cubicBezTo>
                    <a:cubicBezTo>
                      <a:pt x="462" y="590"/>
                      <a:pt x="584" y="462"/>
                      <a:pt x="584" y="274"/>
                    </a:cubicBezTo>
                    <a:cubicBezTo>
                      <a:pt x="584" y="169"/>
                      <a:pt x="534" y="62"/>
                      <a:pt x="476" y="12"/>
                    </a:cubicBezTo>
                    <a:lnTo>
                      <a:pt x="401" y="110"/>
                    </a:lnTo>
                    <a:close/>
                    <a:moveTo>
                      <a:pt x="179" y="408"/>
                    </a:moveTo>
                    <a:cubicBezTo>
                      <a:pt x="144" y="381"/>
                      <a:pt x="123" y="339"/>
                      <a:pt x="123" y="288"/>
                    </a:cubicBezTo>
                    <a:cubicBezTo>
                      <a:pt x="123" y="232"/>
                      <a:pt x="155" y="190"/>
                      <a:pt x="202" y="168"/>
                    </a:cubicBezTo>
                    <a:cubicBezTo>
                      <a:pt x="315" y="439"/>
                      <a:pt x="315" y="439"/>
                      <a:pt x="315" y="439"/>
                    </a:cubicBezTo>
                    <a:cubicBezTo>
                      <a:pt x="257" y="447"/>
                      <a:pt x="212" y="432"/>
                      <a:pt x="179" y="408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69" name="Freeform 32">
                <a:extLst>
                  <a:ext uri="{FF2B5EF4-FFF2-40B4-BE49-F238E27FC236}">
                    <a16:creationId xmlns:a16="http://schemas.microsoft.com/office/drawing/2014/main" id="{8434C32D-C325-1F32-5E19-6C9FC933AC3B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7313961" y="1846404"/>
                <a:ext cx="319161" cy="221640"/>
              </a:xfrm>
              <a:custGeom>
                <a:avLst/>
                <a:gdLst>
                  <a:gd name="T0" fmla="*/ 580 w 720"/>
                  <a:gd name="T1" fmla="*/ 0 h 500"/>
                  <a:gd name="T2" fmla="*/ 580 w 720"/>
                  <a:gd name="T3" fmla="*/ 346 h 500"/>
                  <a:gd name="T4" fmla="*/ 0 w 720"/>
                  <a:gd name="T5" fmla="*/ 346 h 500"/>
                  <a:gd name="T6" fmla="*/ 0 w 720"/>
                  <a:gd name="T7" fmla="*/ 500 h 500"/>
                  <a:gd name="T8" fmla="*/ 720 w 720"/>
                  <a:gd name="T9" fmla="*/ 500 h 500"/>
                  <a:gd name="T10" fmla="*/ 720 w 720"/>
                  <a:gd name="T11" fmla="*/ 0 h 500"/>
                  <a:gd name="T12" fmla="*/ 580 w 720"/>
                  <a:gd name="T13" fmla="*/ 0 h 5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0" h="500">
                    <a:moveTo>
                      <a:pt x="580" y="0"/>
                    </a:moveTo>
                    <a:lnTo>
                      <a:pt x="580" y="346"/>
                    </a:lnTo>
                    <a:lnTo>
                      <a:pt x="0" y="346"/>
                    </a:lnTo>
                    <a:lnTo>
                      <a:pt x="0" y="500"/>
                    </a:lnTo>
                    <a:lnTo>
                      <a:pt x="720" y="500"/>
                    </a:lnTo>
                    <a:lnTo>
                      <a:pt x="720" y="0"/>
                    </a:lnTo>
                    <a:lnTo>
                      <a:pt x="58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70" name="Freeform 33">
                <a:extLst>
                  <a:ext uri="{FF2B5EF4-FFF2-40B4-BE49-F238E27FC236}">
                    <a16:creationId xmlns:a16="http://schemas.microsoft.com/office/drawing/2014/main" id="{A281B950-B57F-4814-65C4-87F843CA0E1C}"/>
                  </a:ext>
                </a:extLst>
              </p:cNvPr>
              <p:cNvSpPr>
                <a:spLocks noEditPoints="1"/>
              </p:cNvSpPr>
              <p:nvPr userDrawn="1"/>
            </p:nvSpPr>
            <p:spPr bwMode="auto">
              <a:xfrm>
                <a:off x="7383556" y="501936"/>
                <a:ext cx="253999" cy="263752"/>
              </a:xfrm>
              <a:custGeom>
                <a:avLst/>
                <a:gdLst>
                  <a:gd name="T0" fmla="*/ 584 w 584"/>
                  <a:gd name="T1" fmla="*/ 304 h 607"/>
                  <a:gd name="T2" fmla="*/ 292 w 584"/>
                  <a:gd name="T3" fmla="*/ 607 h 607"/>
                  <a:gd name="T4" fmla="*/ 0 w 584"/>
                  <a:gd name="T5" fmla="*/ 302 h 607"/>
                  <a:gd name="T6" fmla="*/ 292 w 584"/>
                  <a:gd name="T7" fmla="*/ 0 h 607"/>
                  <a:gd name="T8" fmla="*/ 584 w 584"/>
                  <a:gd name="T9" fmla="*/ 304 h 607"/>
                  <a:gd name="T10" fmla="*/ 133 w 584"/>
                  <a:gd name="T11" fmla="*/ 304 h 607"/>
                  <a:gd name="T12" fmla="*/ 292 w 584"/>
                  <a:gd name="T13" fmla="*/ 454 h 607"/>
                  <a:gd name="T14" fmla="*/ 451 w 584"/>
                  <a:gd name="T15" fmla="*/ 302 h 607"/>
                  <a:gd name="T16" fmla="*/ 292 w 584"/>
                  <a:gd name="T17" fmla="*/ 153 h 607"/>
                  <a:gd name="T18" fmla="*/ 133 w 584"/>
                  <a:gd name="T19" fmla="*/ 304 h 6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84" h="607">
                    <a:moveTo>
                      <a:pt x="584" y="304"/>
                    </a:moveTo>
                    <a:cubicBezTo>
                      <a:pt x="584" y="474"/>
                      <a:pt x="457" y="607"/>
                      <a:pt x="292" y="607"/>
                    </a:cubicBezTo>
                    <a:cubicBezTo>
                      <a:pt x="128" y="607"/>
                      <a:pt x="0" y="473"/>
                      <a:pt x="0" y="302"/>
                    </a:cubicBezTo>
                    <a:cubicBezTo>
                      <a:pt x="0" y="133"/>
                      <a:pt x="126" y="0"/>
                      <a:pt x="292" y="0"/>
                    </a:cubicBezTo>
                    <a:cubicBezTo>
                      <a:pt x="455" y="0"/>
                      <a:pt x="584" y="133"/>
                      <a:pt x="584" y="304"/>
                    </a:cubicBezTo>
                    <a:moveTo>
                      <a:pt x="133" y="304"/>
                    </a:moveTo>
                    <a:cubicBezTo>
                      <a:pt x="133" y="391"/>
                      <a:pt x="198" y="454"/>
                      <a:pt x="292" y="454"/>
                    </a:cubicBezTo>
                    <a:cubicBezTo>
                      <a:pt x="381" y="454"/>
                      <a:pt x="451" y="387"/>
                      <a:pt x="451" y="302"/>
                    </a:cubicBezTo>
                    <a:cubicBezTo>
                      <a:pt x="451" y="216"/>
                      <a:pt x="383" y="153"/>
                      <a:pt x="292" y="153"/>
                    </a:cubicBezTo>
                    <a:cubicBezTo>
                      <a:pt x="203" y="153"/>
                      <a:pt x="133" y="219"/>
                      <a:pt x="133" y="304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71" name="Freeform 34">
                <a:extLst>
                  <a:ext uri="{FF2B5EF4-FFF2-40B4-BE49-F238E27FC236}">
                    <a16:creationId xmlns:a16="http://schemas.microsoft.com/office/drawing/2014/main" id="{EE465ED6-53DE-A385-42CB-0B5A75477346}"/>
                  </a:ext>
                </a:extLst>
              </p:cNvPr>
              <p:cNvSpPr>
                <a:spLocks noEditPoints="1"/>
              </p:cNvSpPr>
              <p:nvPr userDrawn="1"/>
            </p:nvSpPr>
            <p:spPr bwMode="auto">
              <a:xfrm>
                <a:off x="7383556" y="1021017"/>
                <a:ext cx="253999" cy="263752"/>
              </a:xfrm>
              <a:custGeom>
                <a:avLst/>
                <a:gdLst>
                  <a:gd name="T0" fmla="*/ 584 w 584"/>
                  <a:gd name="T1" fmla="*/ 305 h 607"/>
                  <a:gd name="T2" fmla="*/ 292 w 584"/>
                  <a:gd name="T3" fmla="*/ 607 h 607"/>
                  <a:gd name="T4" fmla="*/ 0 w 584"/>
                  <a:gd name="T5" fmla="*/ 303 h 607"/>
                  <a:gd name="T6" fmla="*/ 292 w 584"/>
                  <a:gd name="T7" fmla="*/ 0 h 607"/>
                  <a:gd name="T8" fmla="*/ 584 w 584"/>
                  <a:gd name="T9" fmla="*/ 305 h 607"/>
                  <a:gd name="T10" fmla="*/ 133 w 584"/>
                  <a:gd name="T11" fmla="*/ 305 h 607"/>
                  <a:gd name="T12" fmla="*/ 292 w 584"/>
                  <a:gd name="T13" fmla="*/ 454 h 607"/>
                  <a:gd name="T14" fmla="*/ 451 w 584"/>
                  <a:gd name="T15" fmla="*/ 303 h 607"/>
                  <a:gd name="T16" fmla="*/ 292 w 584"/>
                  <a:gd name="T17" fmla="*/ 153 h 607"/>
                  <a:gd name="T18" fmla="*/ 133 w 584"/>
                  <a:gd name="T19" fmla="*/ 305 h 6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84" h="607">
                    <a:moveTo>
                      <a:pt x="584" y="305"/>
                    </a:moveTo>
                    <a:cubicBezTo>
                      <a:pt x="584" y="474"/>
                      <a:pt x="457" y="607"/>
                      <a:pt x="292" y="607"/>
                    </a:cubicBezTo>
                    <a:cubicBezTo>
                      <a:pt x="128" y="607"/>
                      <a:pt x="0" y="474"/>
                      <a:pt x="0" y="303"/>
                    </a:cubicBezTo>
                    <a:cubicBezTo>
                      <a:pt x="0" y="133"/>
                      <a:pt x="126" y="0"/>
                      <a:pt x="292" y="0"/>
                    </a:cubicBezTo>
                    <a:cubicBezTo>
                      <a:pt x="455" y="0"/>
                      <a:pt x="584" y="134"/>
                      <a:pt x="584" y="305"/>
                    </a:cubicBezTo>
                    <a:moveTo>
                      <a:pt x="133" y="305"/>
                    </a:moveTo>
                    <a:cubicBezTo>
                      <a:pt x="133" y="391"/>
                      <a:pt x="198" y="454"/>
                      <a:pt x="292" y="454"/>
                    </a:cubicBezTo>
                    <a:cubicBezTo>
                      <a:pt x="381" y="454"/>
                      <a:pt x="451" y="388"/>
                      <a:pt x="451" y="303"/>
                    </a:cubicBezTo>
                    <a:cubicBezTo>
                      <a:pt x="451" y="216"/>
                      <a:pt x="383" y="153"/>
                      <a:pt x="292" y="153"/>
                    </a:cubicBezTo>
                    <a:cubicBezTo>
                      <a:pt x="203" y="153"/>
                      <a:pt x="133" y="220"/>
                      <a:pt x="133" y="305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20E6808-E70B-FA4B-99F6-1C02BBC16598}"/>
              </a:ext>
            </a:extLst>
          </p:cNvPr>
          <p:cNvGrpSpPr/>
          <p:nvPr userDrawn="1"/>
        </p:nvGrpSpPr>
        <p:grpSpPr>
          <a:xfrm>
            <a:off x="1539348" y="3561908"/>
            <a:ext cx="7853422" cy="1769127"/>
            <a:chOff x="541049" y="2649538"/>
            <a:chExt cx="9285724" cy="2092325"/>
          </a:xfrm>
          <a:gradFill>
            <a:gsLst>
              <a:gs pos="0">
                <a:schemeClr val="accent1"/>
              </a:gs>
              <a:gs pos="100000">
                <a:srgbClr val="391262"/>
              </a:gs>
              <a:gs pos="64000">
                <a:srgbClr val="64131E"/>
              </a:gs>
              <a:gs pos="29000">
                <a:srgbClr val="831B22"/>
              </a:gs>
            </a:gsLst>
            <a:path path="circle">
              <a:fillToRect l="100000" t="100000"/>
            </a:path>
          </a:gradFill>
        </p:grpSpPr>
        <p:sp>
          <p:nvSpPr>
            <p:cNvPr id="43" name="Freeform 5">
              <a:extLst>
                <a:ext uri="{FF2B5EF4-FFF2-40B4-BE49-F238E27FC236}">
                  <a16:creationId xmlns:a16="http://schemas.microsoft.com/office/drawing/2014/main" id="{4C297CEF-136F-B1B7-09B1-55E4D7563FD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41049" y="2809876"/>
              <a:ext cx="963613" cy="1928813"/>
            </a:xfrm>
            <a:custGeom>
              <a:avLst/>
              <a:gdLst>
                <a:gd name="T0" fmla="*/ 57 w 301"/>
                <a:gd name="T1" fmla="*/ 458 h 600"/>
                <a:gd name="T2" fmla="*/ 57 w 301"/>
                <a:gd name="T3" fmla="*/ 235 h 600"/>
                <a:gd name="T4" fmla="*/ 0 w 301"/>
                <a:gd name="T5" fmla="*/ 235 h 600"/>
                <a:gd name="T6" fmla="*/ 0 w 301"/>
                <a:gd name="T7" fmla="*/ 121 h 600"/>
                <a:gd name="T8" fmla="*/ 57 w 301"/>
                <a:gd name="T9" fmla="*/ 121 h 600"/>
                <a:gd name="T10" fmla="*/ 57 w 301"/>
                <a:gd name="T11" fmla="*/ 0 h 600"/>
                <a:gd name="T12" fmla="*/ 190 w 301"/>
                <a:gd name="T13" fmla="*/ 0 h 600"/>
                <a:gd name="T14" fmla="*/ 190 w 301"/>
                <a:gd name="T15" fmla="*/ 121 h 600"/>
                <a:gd name="T16" fmla="*/ 301 w 301"/>
                <a:gd name="T17" fmla="*/ 121 h 600"/>
                <a:gd name="T18" fmla="*/ 301 w 301"/>
                <a:gd name="T19" fmla="*/ 235 h 600"/>
                <a:gd name="T20" fmla="*/ 190 w 301"/>
                <a:gd name="T21" fmla="*/ 235 h 600"/>
                <a:gd name="T22" fmla="*/ 190 w 301"/>
                <a:gd name="T23" fmla="*/ 436 h 600"/>
                <a:gd name="T24" fmla="*/ 233 w 301"/>
                <a:gd name="T25" fmla="*/ 482 h 600"/>
                <a:gd name="T26" fmla="*/ 299 w 301"/>
                <a:gd name="T27" fmla="*/ 465 h 600"/>
                <a:gd name="T28" fmla="*/ 299 w 301"/>
                <a:gd name="T29" fmla="*/ 573 h 600"/>
                <a:gd name="T30" fmla="*/ 194 w 301"/>
                <a:gd name="T31" fmla="*/ 600 h 600"/>
                <a:gd name="T32" fmla="*/ 57 w 301"/>
                <a:gd name="T33" fmla="*/ 458 h 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301" h="600">
                  <a:moveTo>
                    <a:pt x="57" y="458"/>
                  </a:moveTo>
                  <a:cubicBezTo>
                    <a:pt x="57" y="235"/>
                    <a:pt x="57" y="235"/>
                    <a:pt x="57" y="235"/>
                  </a:cubicBezTo>
                  <a:cubicBezTo>
                    <a:pt x="0" y="235"/>
                    <a:pt x="0" y="235"/>
                    <a:pt x="0" y="235"/>
                  </a:cubicBezTo>
                  <a:cubicBezTo>
                    <a:pt x="0" y="121"/>
                    <a:pt x="0" y="121"/>
                    <a:pt x="0" y="121"/>
                  </a:cubicBezTo>
                  <a:cubicBezTo>
                    <a:pt x="57" y="121"/>
                    <a:pt x="57" y="121"/>
                    <a:pt x="57" y="121"/>
                  </a:cubicBezTo>
                  <a:cubicBezTo>
                    <a:pt x="57" y="0"/>
                    <a:pt x="57" y="0"/>
                    <a:pt x="57" y="0"/>
                  </a:cubicBezTo>
                  <a:cubicBezTo>
                    <a:pt x="190" y="0"/>
                    <a:pt x="190" y="0"/>
                    <a:pt x="190" y="0"/>
                  </a:cubicBezTo>
                  <a:cubicBezTo>
                    <a:pt x="190" y="121"/>
                    <a:pt x="190" y="121"/>
                    <a:pt x="190" y="121"/>
                  </a:cubicBezTo>
                  <a:cubicBezTo>
                    <a:pt x="301" y="121"/>
                    <a:pt x="301" y="121"/>
                    <a:pt x="301" y="121"/>
                  </a:cubicBezTo>
                  <a:cubicBezTo>
                    <a:pt x="301" y="235"/>
                    <a:pt x="301" y="235"/>
                    <a:pt x="301" y="235"/>
                  </a:cubicBezTo>
                  <a:cubicBezTo>
                    <a:pt x="190" y="235"/>
                    <a:pt x="190" y="235"/>
                    <a:pt x="190" y="235"/>
                  </a:cubicBezTo>
                  <a:cubicBezTo>
                    <a:pt x="190" y="436"/>
                    <a:pt x="190" y="436"/>
                    <a:pt x="190" y="436"/>
                  </a:cubicBezTo>
                  <a:cubicBezTo>
                    <a:pt x="190" y="467"/>
                    <a:pt x="203" y="482"/>
                    <a:pt x="233" y="482"/>
                  </a:cubicBezTo>
                  <a:cubicBezTo>
                    <a:pt x="258" y="482"/>
                    <a:pt x="280" y="476"/>
                    <a:pt x="299" y="465"/>
                  </a:cubicBezTo>
                  <a:cubicBezTo>
                    <a:pt x="299" y="573"/>
                    <a:pt x="299" y="573"/>
                    <a:pt x="299" y="573"/>
                  </a:cubicBezTo>
                  <a:cubicBezTo>
                    <a:pt x="271" y="590"/>
                    <a:pt x="239" y="600"/>
                    <a:pt x="194" y="600"/>
                  </a:cubicBezTo>
                  <a:cubicBezTo>
                    <a:pt x="112" y="600"/>
                    <a:pt x="57" y="568"/>
                    <a:pt x="57" y="45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44" name="Freeform 6">
              <a:extLst>
                <a:ext uri="{FF2B5EF4-FFF2-40B4-BE49-F238E27FC236}">
                  <a16:creationId xmlns:a16="http://schemas.microsoft.com/office/drawing/2014/main" id="{622BAF6B-1742-15FD-B0EB-40B8C3DC116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708151" y="2649538"/>
              <a:ext cx="1382713" cy="2063750"/>
            </a:xfrm>
            <a:custGeom>
              <a:avLst/>
              <a:gdLst>
                <a:gd name="T0" fmla="*/ 0 w 432"/>
                <a:gd name="T1" fmla="*/ 0 h 642"/>
                <a:gd name="T2" fmla="*/ 134 w 432"/>
                <a:gd name="T3" fmla="*/ 0 h 642"/>
                <a:gd name="T4" fmla="*/ 134 w 432"/>
                <a:gd name="T5" fmla="*/ 237 h 642"/>
                <a:gd name="T6" fmla="*/ 272 w 432"/>
                <a:gd name="T7" fmla="*/ 162 h 642"/>
                <a:gd name="T8" fmla="*/ 432 w 432"/>
                <a:gd name="T9" fmla="*/ 337 h 642"/>
                <a:gd name="T10" fmla="*/ 432 w 432"/>
                <a:gd name="T11" fmla="*/ 642 h 642"/>
                <a:gd name="T12" fmla="*/ 298 w 432"/>
                <a:gd name="T13" fmla="*/ 642 h 642"/>
                <a:gd name="T14" fmla="*/ 298 w 432"/>
                <a:gd name="T15" fmla="*/ 379 h 642"/>
                <a:gd name="T16" fmla="*/ 218 w 432"/>
                <a:gd name="T17" fmla="*/ 283 h 642"/>
                <a:gd name="T18" fmla="*/ 134 w 432"/>
                <a:gd name="T19" fmla="*/ 379 h 642"/>
                <a:gd name="T20" fmla="*/ 134 w 432"/>
                <a:gd name="T21" fmla="*/ 642 h 642"/>
                <a:gd name="T22" fmla="*/ 0 w 432"/>
                <a:gd name="T23" fmla="*/ 642 h 642"/>
                <a:gd name="T24" fmla="*/ 0 w 432"/>
                <a:gd name="T25" fmla="*/ 0 h 6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32" h="642">
                  <a:moveTo>
                    <a:pt x="0" y="0"/>
                  </a:moveTo>
                  <a:cubicBezTo>
                    <a:pt x="134" y="0"/>
                    <a:pt x="134" y="0"/>
                    <a:pt x="134" y="0"/>
                  </a:cubicBezTo>
                  <a:cubicBezTo>
                    <a:pt x="134" y="237"/>
                    <a:pt x="134" y="237"/>
                    <a:pt x="134" y="237"/>
                  </a:cubicBezTo>
                  <a:cubicBezTo>
                    <a:pt x="165" y="198"/>
                    <a:pt x="204" y="162"/>
                    <a:pt x="272" y="162"/>
                  </a:cubicBezTo>
                  <a:cubicBezTo>
                    <a:pt x="373" y="162"/>
                    <a:pt x="432" y="229"/>
                    <a:pt x="432" y="337"/>
                  </a:cubicBezTo>
                  <a:cubicBezTo>
                    <a:pt x="432" y="642"/>
                    <a:pt x="432" y="642"/>
                    <a:pt x="432" y="642"/>
                  </a:cubicBezTo>
                  <a:cubicBezTo>
                    <a:pt x="298" y="642"/>
                    <a:pt x="298" y="642"/>
                    <a:pt x="298" y="642"/>
                  </a:cubicBezTo>
                  <a:cubicBezTo>
                    <a:pt x="298" y="379"/>
                    <a:pt x="298" y="379"/>
                    <a:pt x="298" y="379"/>
                  </a:cubicBezTo>
                  <a:cubicBezTo>
                    <a:pt x="298" y="316"/>
                    <a:pt x="269" y="283"/>
                    <a:pt x="218" y="283"/>
                  </a:cubicBezTo>
                  <a:cubicBezTo>
                    <a:pt x="166" y="283"/>
                    <a:pt x="134" y="316"/>
                    <a:pt x="134" y="379"/>
                  </a:cubicBezTo>
                  <a:cubicBezTo>
                    <a:pt x="134" y="642"/>
                    <a:pt x="134" y="642"/>
                    <a:pt x="134" y="642"/>
                  </a:cubicBezTo>
                  <a:cubicBezTo>
                    <a:pt x="0" y="642"/>
                    <a:pt x="0" y="642"/>
                    <a:pt x="0" y="642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45" name="Freeform 7">
              <a:extLst>
                <a:ext uri="{FF2B5EF4-FFF2-40B4-BE49-F238E27FC236}">
                  <a16:creationId xmlns:a16="http://schemas.microsoft.com/office/drawing/2014/main" id="{788B3367-A4C9-CCD9-A688-1D2826A4B010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261304" y="3179763"/>
              <a:ext cx="1390650" cy="1562100"/>
            </a:xfrm>
            <a:custGeom>
              <a:avLst/>
              <a:gdLst>
                <a:gd name="T0" fmla="*/ 0 w 434"/>
                <a:gd name="T1" fmla="*/ 342 h 486"/>
                <a:gd name="T2" fmla="*/ 0 w 434"/>
                <a:gd name="T3" fmla="*/ 340 h 486"/>
                <a:gd name="T4" fmla="*/ 190 w 434"/>
                <a:gd name="T5" fmla="*/ 189 h 486"/>
                <a:gd name="T6" fmla="*/ 305 w 434"/>
                <a:gd name="T7" fmla="*/ 209 h 486"/>
                <a:gd name="T8" fmla="*/ 305 w 434"/>
                <a:gd name="T9" fmla="*/ 201 h 486"/>
                <a:gd name="T10" fmla="*/ 204 w 434"/>
                <a:gd name="T11" fmla="*/ 115 h 486"/>
                <a:gd name="T12" fmla="*/ 74 w 434"/>
                <a:gd name="T13" fmla="*/ 140 h 486"/>
                <a:gd name="T14" fmla="*/ 40 w 434"/>
                <a:gd name="T15" fmla="*/ 38 h 486"/>
                <a:gd name="T16" fmla="*/ 223 w 434"/>
                <a:gd name="T17" fmla="*/ 0 h 486"/>
                <a:gd name="T18" fmla="*/ 383 w 434"/>
                <a:gd name="T19" fmla="*/ 53 h 486"/>
                <a:gd name="T20" fmla="*/ 434 w 434"/>
                <a:gd name="T21" fmla="*/ 204 h 486"/>
                <a:gd name="T22" fmla="*/ 434 w 434"/>
                <a:gd name="T23" fmla="*/ 477 h 486"/>
                <a:gd name="T24" fmla="*/ 304 w 434"/>
                <a:gd name="T25" fmla="*/ 477 h 486"/>
                <a:gd name="T26" fmla="*/ 304 w 434"/>
                <a:gd name="T27" fmla="*/ 426 h 486"/>
                <a:gd name="T28" fmla="*/ 162 w 434"/>
                <a:gd name="T29" fmla="*/ 486 h 486"/>
                <a:gd name="T30" fmla="*/ 0 w 434"/>
                <a:gd name="T31" fmla="*/ 342 h 486"/>
                <a:gd name="T32" fmla="*/ 307 w 434"/>
                <a:gd name="T33" fmla="*/ 311 h 486"/>
                <a:gd name="T34" fmla="*/ 307 w 434"/>
                <a:gd name="T35" fmla="*/ 287 h 486"/>
                <a:gd name="T36" fmla="*/ 222 w 434"/>
                <a:gd name="T37" fmla="*/ 270 h 486"/>
                <a:gd name="T38" fmla="*/ 129 w 434"/>
                <a:gd name="T39" fmla="*/ 335 h 486"/>
                <a:gd name="T40" fmla="*/ 129 w 434"/>
                <a:gd name="T41" fmla="*/ 336 h 486"/>
                <a:gd name="T42" fmla="*/ 202 w 434"/>
                <a:gd name="T43" fmla="*/ 394 h 486"/>
                <a:gd name="T44" fmla="*/ 307 w 434"/>
                <a:gd name="T45" fmla="*/ 31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434" h="486">
                  <a:moveTo>
                    <a:pt x="0" y="342"/>
                  </a:moveTo>
                  <a:cubicBezTo>
                    <a:pt x="0" y="340"/>
                    <a:pt x="0" y="340"/>
                    <a:pt x="0" y="340"/>
                  </a:cubicBezTo>
                  <a:cubicBezTo>
                    <a:pt x="0" y="237"/>
                    <a:pt x="78" y="189"/>
                    <a:pt x="190" y="189"/>
                  </a:cubicBezTo>
                  <a:cubicBezTo>
                    <a:pt x="237" y="189"/>
                    <a:pt x="272" y="197"/>
                    <a:pt x="305" y="209"/>
                  </a:cubicBezTo>
                  <a:cubicBezTo>
                    <a:pt x="305" y="201"/>
                    <a:pt x="305" y="201"/>
                    <a:pt x="305" y="201"/>
                  </a:cubicBezTo>
                  <a:cubicBezTo>
                    <a:pt x="305" y="145"/>
                    <a:pt x="271" y="115"/>
                    <a:pt x="204" y="115"/>
                  </a:cubicBezTo>
                  <a:cubicBezTo>
                    <a:pt x="153" y="115"/>
                    <a:pt x="117" y="124"/>
                    <a:pt x="74" y="140"/>
                  </a:cubicBezTo>
                  <a:cubicBezTo>
                    <a:pt x="40" y="38"/>
                    <a:pt x="40" y="38"/>
                    <a:pt x="40" y="38"/>
                  </a:cubicBezTo>
                  <a:cubicBezTo>
                    <a:pt x="92" y="15"/>
                    <a:pt x="143" y="0"/>
                    <a:pt x="223" y="0"/>
                  </a:cubicBezTo>
                  <a:cubicBezTo>
                    <a:pt x="296" y="0"/>
                    <a:pt x="349" y="20"/>
                    <a:pt x="383" y="53"/>
                  </a:cubicBezTo>
                  <a:cubicBezTo>
                    <a:pt x="418" y="88"/>
                    <a:pt x="434" y="140"/>
                    <a:pt x="434" y="204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304" y="477"/>
                    <a:pt x="304" y="477"/>
                    <a:pt x="304" y="477"/>
                  </a:cubicBezTo>
                  <a:cubicBezTo>
                    <a:pt x="304" y="426"/>
                    <a:pt x="304" y="426"/>
                    <a:pt x="304" y="426"/>
                  </a:cubicBezTo>
                  <a:cubicBezTo>
                    <a:pt x="272" y="462"/>
                    <a:pt x="227" y="486"/>
                    <a:pt x="162" y="486"/>
                  </a:cubicBezTo>
                  <a:cubicBezTo>
                    <a:pt x="73" y="486"/>
                    <a:pt x="0" y="435"/>
                    <a:pt x="0" y="342"/>
                  </a:cubicBezTo>
                  <a:close/>
                  <a:moveTo>
                    <a:pt x="307" y="311"/>
                  </a:moveTo>
                  <a:cubicBezTo>
                    <a:pt x="307" y="287"/>
                    <a:pt x="307" y="287"/>
                    <a:pt x="307" y="287"/>
                  </a:cubicBezTo>
                  <a:cubicBezTo>
                    <a:pt x="284" y="277"/>
                    <a:pt x="254" y="270"/>
                    <a:pt x="222" y="270"/>
                  </a:cubicBezTo>
                  <a:cubicBezTo>
                    <a:pt x="164" y="270"/>
                    <a:pt x="129" y="292"/>
                    <a:pt x="129" y="335"/>
                  </a:cubicBezTo>
                  <a:cubicBezTo>
                    <a:pt x="129" y="336"/>
                    <a:pt x="129" y="336"/>
                    <a:pt x="129" y="336"/>
                  </a:cubicBezTo>
                  <a:cubicBezTo>
                    <a:pt x="129" y="372"/>
                    <a:pt x="159" y="394"/>
                    <a:pt x="202" y="394"/>
                  </a:cubicBezTo>
                  <a:cubicBezTo>
                    <a:pt x="265" y="394"/>
                    <a:pt x="307" y="359"/>
                    <a:pt x="307" y="3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53" name="Freeform 8">
              <a:extLst>
                <a:ext uri="{FF2B5EF4-FFF2-40B4-BE49-F238E27FC236}">
                  <a16:creationId xmlns:a16="http://schemas.microsoft.com/office/drawing/2014/main" id="{E75C15B3-8177-7E6B-C4A7-1B9D3FB9D02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859916" y="3170238"/>
              <a:ext cx="1384300" cy="1543050"/>
            </a:xfrm>
            <a:custGeom>
              <a:avLst/>
              <a:gdLst>
                <a:gd name="T0" fmla="*/ 0 w 432"/>
                <a:gd name="T1" fmla="*/ 9 h 480"/>
                <a:gd name="T2" fmla="*/ 133 w 432"/>
                <a:gd name="T3" fmla="*/ 9 h 480"/>
                <a:gd name="T4" fmla="*/ 133 w 432"/>
                <a:gd name="T5" fmla="*/ 75 h 480"/>
                <a:gd name="T6" fmla="*/ 272 w 432"/>
                <a:gd name="T7" fmla="*/ 0 h 480"/>
                <a:gd name="T8" fmla="*/ 432 w 432"/>
                <a:gd name="T9" fmla="*/ 175 h 480"/>
                <a:gd name="T10" fmla="*/ 432 w 432"/>
                <a:gd name="T11" fmla="*/ 480 h 480"/>
                <a:gd name="T12" fmla="*/ 298 w 432"/>
                <a:gd name="T13" fmla="*/ 480 h 480"/>
                <a:gd name="T14" fmla="*/ 298 w 432"/>
                <a:gd name="T15" fmla="*/ 217 h 480"/>
                <a:gd name="T16" fmla="*/ 217 w 432"/>
                <a:gd name="T17" fmla="*/ 121 h 480"/>
                <a:gd name="T18" fmla="*/ 133 w 432"/>
                <a:gd name="T19" fmla="*/ 217 h 480"/>
                <a:gd name="T20" fmla="*/ 133 w 432"/>
                <a:gd name="T21" fmla="*/ 480 h 480"/>
                <a:gd name="T22" fmla="*/ 0 w 432"/>
                <a:gd name="T23" fmla="*/ 480 h 480"/>
                <a:gd name="T24" fmla="*/ 0 w 432"/>
                <a:gd name="T25" fmla="*/ 9 h 4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32" h="480">
                  <a:moveTo>
                    <a:pt x="0" y="9"/>
                  </a:moveTo>
                  <a:cubicBezTo>
                    <a:pt x="133" y="9"/>
                    <a:pt x="133" y="9"/>
                    <a:pt x="133" y="9"/>
                  </a:cubicBezTo>
                  <a:cubicBezTo>
                    <a:pt x="133" y="75"/>
                    <a:pt x="133" y="75"/>
                    <a:pt x="133" y="75"/>
                  </a:cubicBezTo>
                  <a:cubicBezTo>
                    <a:pt x="164" y="36"/>
                    <a:pt x="204" y="0"/>
                    <a:pt x="272" y="0"/>
                  </a:cubicBezTo>
                  <a:cubicBezTo>
                    <a:pt x="373" y="0"/>
                    <a:pt x="432" y="67"/>
                    <a:pt x="432" y="175"/>
                  </a:cubicBezTo>
                  <a:cubicBezTo>
                    <a:pt x="432" y="480"/>
                    <a:pt x="432" y="480"/>
                    <a:pt x="432" y="480"/>
                  </a:cubicBezTo>
                  <a:cubicBezTo>
                    <a:pt x="298" y="480"/>
                    <a:pt x="298" y="480"/>
                    <a:pt x="298" y="480"/>
                  </a:cubicBezTo>
                  <a:cubicBezTo>
                    <a:pt x="298" y="217"/>
                    <a:pt x="298" y="217"/>
                    <a:pt x="298" y="217"/>
                  </a:cubicBezTo>
                  <a:cubicBezTo>
                    <a:pt x="298" y="154"/>
                    <a:pt x="268" y="121"/>
                    <a:pt x="217" y="121"/>
                  </a:cubicBezTo>
                  <a:cubicBezTo>
                    <a:pt x="166" y="121"/>
                    <a:pt x="133" y="154"/>
                    <a:pt x="133" y="217"/>
                  </a:cubicBezTo>
                  <a:cubicBezTo>
                    <a:pt x="133" y="480"/>
                    <a:pt x="133" y="480"/>
                    <a:pt x="133" y="480"/>
                  </a:cubicBezTo>
                  <a:cubicBezTo>
                    <a:pt x="0" y="480"/>
                    <a:pt x="0" y="480"/>
                    <a:pt x="0" y="480"/>
                  </a:cubicBezTo>
                  <a:lnTo>
                    <a:pt x="0" y="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54" name="Freeform 9">
              <a:extLst>
                <a:ext uri="{FF2B5EF4-FFF2-40B4-BE49-F238E27FC236}">
                  <a16:creationId xmlns:a16="http://schemas.microsoft.com/office/drawing/2014/main" id="{AA27F0F6-EBAD-77B3-0964-617F5FC5A0B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436593" y="2649538"/>
              <a:ext cx="1460500" cy="2063750"/>
            </a:xfrm>
            <a:custGeom>
              <a:avLst/>
              <a:gdLst>
                <a:gd name="T0" fmla="*/ 0 w 920"/>
                <a:gd name="T1" fmla="*/ 0 h 1300"/>
                <a:gd name="T2" fmla="*/ 270 w 920"/>
                <a:gd name="T3" fmla="*/ 0 h 1300"/>
                <a:gd name="T4" fmla="*/ 270 w 920"/>
                <a:gd name="T5" fmla="*/ 692 h 1300"/>
                <a:gd name="T6" fmla="*/ 585 w 920"/>
                <a:gd name="T7" fmla="*/ 346 h 1300"/>
                <a:gd name="T8" fmla="*/ 908 w 920"/>
                <a:gd name="T9" fmla="*/ 346 h 1300"/>
                <a:gd name="T10" fmla="*/ 547 w 920"/>
                <a:gd name="T11" fmla="*/ 721 h 1300"/>
                <a:gd name="T12" fmla="*/ 920 w 920"/>
                <a:gd name="T13" fmla="*/ 1300 h 1300"/>
                <a:gd name="T14" fmla="*/ 609 w 920"/>
                <a:gd name="T15" fmla="*/ 1300 h 1300"/>
                <a:gd name="T16" fmla="*/ 365 w 920"/>
                <a:gd name="T17" fmla="*/ 909 h 1300"/>
                <a:gd name="T18" fmla="*/ 270 w 920"/>
                <a:gd name="T19" fmla="*/ 1010 h 1300"/>
                <a:gd name="T20" fmla="*/ 270 w 920"/>
                <a:gd name="T21" fmla="*/ 1300 h 1300"/>
                <a:gd name="T22" fmla="*/ 0 w 920"/>
                <a:gd name="T23" fmla="*/ 1300 h 1300"/>
                <a:gd name="T24" fmla="*/ 0 w 920"/>
                <a:gd name="T25" fmla="*/ 0 h 13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20" h="1300">
                  <a:moveTo>
                    <a:pt x="0" y="0"/>
                  </a:moveTo>
                  <a:lnTo>
                    <a:pt x="270" y="0"/>
                  </a:lnTo>
                  <a:lnTo>
                    <a:pt x="270" y="692"/>
                  </a:lnTo>
                  <a:lnTo>
                    <a:pt x="585" y="346"/>
                  </a:lnTo>
                  <a:lnTo>
                    <a:pt x="908" y="346"/>
                  </a:lnTo>
                  <a:lnTo>
                    <a:pt x="547" y="721"/>
                  </a:lnTo>
                  <a:lnTo>
                    <a:pt x="920" y="1300"/>
                  </a:lnTo>
                  <a:lnTo>
                    <a:pt x="609" y="1300"/>
                  </a:lnTo>
                  <a:lnTo>
                    <a:pt x="365" y="909"/>
                  </a:lnTo>
                  <a:lnTo>
                    <a:pt x="270" y="1010"/>
                  </a:lnTo>
                  <a:lnTo>
                    <a:pt x="270" y="1300"/>
                  </a:lnTo>
                  <a:lnTo>
                    <a:pt x="0" y="130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55" name="Freeform 10">
              <a:extLst>
                <a:ext uri="{FF2B5EF4-FFF2-40B4-BE49-F238E27FC236}">
                  <a16:creationId xmlns:a16="http://schemas.microsoft.com/office/drawing/2014/main" id="{0D449E32-BCCB-5FA7-37E4-30FF7569B63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7919896" y="3173413"/>
              <a:ext cx="1227138" cy="1568450"/>
            </a:xfrm>
            <a:custGeom>
              <a:avLst/>
              <a:gdLst>
                <a:gd name="T0" fmla="*/ 0 w 383"/>
                <a:gd name="T1" fmla="*/ 417 h 488"/>
                <a:gd name="T2" fmla="*/ 57 w 383"/>
                <a:gd name="T3" fmla="*/ 329 h 488"/>
                <a:gd name="T4" fmla="*/ 206 w 383"/>
                <a:gd name="T5" fmla="*/ 385 h 488"/>
                <a:gd name="T6" fmla="*/ 262 w 383"/>
                <a:gd name="T7" fmla="*/ 350 h 488"/>
                <a:gd name="T8" fmla="*/ 262 w 383"/>
                <a:gd name="T9" fmla="*/ 348 h 488"/>
                <a:gd name="T10" fmla="*/ 165 w 383"/>
                <a:gd name="T11" fmla="*/ 294 h 488"/>
                <a:gd name="T12" fmla="*/ 24 w 383"/>
                <a:gd name="T13" fmla="*/ 152 h 488"/>
                <a:gd name="T14" fmla="*/ 24 w 383"/>
                <a:gd name="T15" fmla="*/ 150 h 488"/>
                <a:gd name="T16" fmla="*/ 196 w 383"/>
                <a:gd name="T17" fmla="*/ 0 h 488"/>
                <a:gd name="T18" fmla="*/ 372 w 383"/>
                <a:gd name="T19" fmla="*/ 55 h 488"/>
                <a:gd name="T20" fmla="*/ 321 w 383"/>
                <a:gd name="T21" fmla="*/ 147 h 488"/>
                <a:gd name="T22" fmla="*/ 194 w 383"/>
                <a:gd name="T23" fmla="*/ 103 h 488"/>
                <a:gd name="T24" fmla="*/ 144 w 383"/>
                <a:gd name="T25" fmla="*/ 136 h 488"/>
                <a:gd name="T26" fmla="*/ 144 w 383"/>
                <a:gd name="T27" fmla="*/ 138 h 488"/>
                <a:gd name="T28" fmla="*/ 240 w 383"/>
                <a:gd name="T29" fmla="*/ 194 h 488"/>
                <a:gd name="T30" fmla="*/ 383 w 383"/>
                <a:gd name="T31" fmla="*/ 334 h 488"/>
                <a:gd name="T32" fmla="*/ 383 w 383"/>
                <a:gd name="T33" fmla="*/ 336 h 488"/>
                <a:gd name="T34" fmla="*/ 203 w 383"/>
                <a:gd name="T35" fmla="*/ 488 h 488"/>
                <a:gd name="T36" fmla="*/ 0 w 383"/>
                <a:gd name="T37" fmla="*/ 417 h 4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83" h="488">
                  <a:moveTo>
                    <a:pt x="0" y="417"/>
                  </a:moveTo>
                  <a:cubicBezTo>
                    <a:pt x="57" y="329"/>
                    <a:pt x="57" y="329"/>
                    <a:pt x="57" y="329"/>
                  </a:cubicBezTo>
                  <a:cubicBezTo>
                    <a:pt x="108" y="366"/>
                    <a:pt x="162" y="385"/>
                    <a:pt x="206" y="385"/>
                  </a:cubicBezTo>
                  <a:cubicBezTo>
                    <a:pt x="245" y="385"/>
                    <a:pt x="262" y="371"/>
                    <a:pt x="262" y="350"/>
                  </a:cubicBezTo>
                  <a:cubicBezTo>
                    <a:pt x="262" y="348"/>
                    <a:pt x="262" y="348"/>
                    <a:pt x="262" y="348"/>
                  </a:cubicBezTo>
                  <a:cubicBezTo>
                    <a:pt x="262" y="319"/>
                    <a:pt x="217" y="309"/>
                    <a:pt x="165" y="294"/>
                  </a:cubicBezTo>
                  <a:cubicBezTo>
                    <a:pt x="99" y="274"/>
                    <a:pt x="24" y="243"/>
                    <a:pt x="24" y="152"/>
                  </a:cubicBezTo>
                  <a:cubicBezTo>
                    <a:pt x="24" y="150"/>
                    <a:pt x="24" y="150"/>
                    <a:pt x="24" y="150"/>
                  </a:cubicBezTo>
                  <a:cubicBezTo>
                    <a:pt x="24" y="54"/>
                    <a:pt x="101" y="0"/>
                    <a:pt x="196" y="0"/>
                  </a:cubicBezTo>
                  <a:cubicBezTo>
                    <a:pt x="256" y="0"/>
                    <a:pt x="321" y="21"/>
                    <a:pt x="372" y="55"/>
                  </a:cubicBezTo>
                  <a:cubicBezTo>
                    <a:pt x="321" y="147"/>
                    <a:pt x="321" y="147"/>
                    <a:pt x="321" y="147"/>
                  </a:cubicBezTo>
                  <a:cubicBezTo>
                    <a:pt x="275" y="120"/>
                    <a:pt x="228" y="103"/>
                    <a:pt x="194" y="103"/>
                  </a:cubicBezTo>
                  <a:cubicBezTo>
                    <a:pt x="161" y="103"/>
                    <a:pt x="144" y="118"/>
                    <a:pt x="144" y="136"/>
                  </a:cubicBezTo>
                  <a:cubicBezTo>
                    <a:pt x="144" y="138"/>
                    <a:pt x="144" y="138"/>
                    <a:pt x="144" y="138"/>
                  </a:cubicBezTo>
                  <a:cubicBezTo>
                    <a:pt x="144" y="164"/>
                    <a:pt x="189" y="176"/>
                    <a:pt x="240" y="194"/>
                  </a:cubicBezTo>
                  <a:cubicBezTo>
                    <a:pt x="306" y="216"/>
                    <a:pt x="383" y="248"/>
                    <a:pt x="383" y="334"/>
                  </a:cubicBezTo>
                  <a:cubicBezTo>
                    <a:pt x="383" y="336"/>
                    <a:pt x="383" y="336"/>
                    <a:pt x="383" y="336"/>
                  </a:cubicBezTo>
                  <a:cubicBezTo>
                    <a:pt x="383" y="440"/>
                    <a:pt x="305" y="488"/>
                    <a:pt x="203" y="488"/>
                  </a:cubicBezTo>
                  <a:cubicBezTo>
                    <a:pt x="137" y="488"/>
                    <a:pt x="63" y="466"/>
                    <a:pt x="0" y="4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56" name="Oval 11">
              <a:extLst>
                <a:ext uri="{FF2B5EF4-FFF2-40B4-BE49-F238E27FC236}">
                  <a16:creationId xmlns:a16="http://schemas.microsoft.com/office/drawing/2014/main" id="{DF4FD3AA-2A1C-04CA-7759-A7926327B4AA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282260" y="4167188"/>
              <a:ext cx="544513" cy="546100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</p:grpSp>
    </p:spTree>
    <p:extLst>
      <p:ext uri="{BB962C8B-B14F-4D97-AF65-F5344CB8AC3E}">
        <p14:creationId xmlns:p14="http://schemas.microsoft.com/office/powerpoint/2010/main" val="1690840440"/>
      </p:ext>
    </p:extLst>
  </p:cSld>
  <p:clrMapOvr>
    <a:masterClrMapping/>
  </p:clrMapOvr>
  <p:transition spd="med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_Black">
    <p:bg>
      <p:bgPr>
        <a:gradFill>
          <a:gsLst>
            <a:gs pos="100000">
              <a:srgbClr val="391262"/>
            </a:gs>
            <a:gs pos="38000">
              <a:srgbClr val="64131E"/>
            </a:gs>
            <a:gs pos="0">
              <a:srgbClr val="831B22"/>
            </a:gs>
            <a:gs pos="71000">
              <a:srgbClr val="4D144A"/>
            </a:gs>
          </a:gsLst>
          <a:path path="circle">
            <a:fillToRect l="100000" t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6" name="Group 165">
            <a:extLst>
              <a:ext uri="{FF2B5EF4-FFF2-40B4-BE49-F238E27FC236}">
                <a16:creationId xmlns:a16="http://schemas.microsoft.com/office/drawing/2014/main" id="{45DF6D6F-9C39-7C31-64D4-4BCE9C9CA5D6}"/>
              </a:ext>
            </a:extLst>
          </p:cNvPr>
          <p:cNvGrpSpPr/>
          <p:nvPr userDrawn="1"/>
        </p:nvGrpSpPr>
        <p:grpSpPr>
          <a:xfrm>
            <a:off x="1539348" y="3561908"/>
            <a:ext cx="7853422" cy="1769127"/>
            <a:chOff x="541049" y="2649538"/>
            <a:chExt cx="9285724" cy="2092325"/>
          </a:xfrm>
          <a:solidFill>
            <a:schemeClr val="bg1"/>
          </a:solidFill>
        </p:grpSpPr>
        <p:sp>
          <p:nvSpPr>
            <p:cNvPr id="167" name="Freeform 5">
              <a:extLst>
                <a:ext uri="{FF2B5EF4-FFF2-40B4-BE49-F238E27FC236}">
                  <a16:creationId xmlns:a16="http://schemas.microsoft.com/office/drawing/2014/main" id="{E109AFA1-C190-E6CF-D819-5DDBF44B5ED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41049" y="2809876"/>
              <a:ext cx="963613" cy="1928813"/>
            </a:xfrm>
            <a:custGeom>
              <a:avLst/>
              <a:gdLst>
                <a:gd name="T0" fmla="*/ 57 w 301"/>
                <a:gd name="T1" fmla="*/ 458 h 600"/>
                <a:gd name="T2" fmla="*/ 57 w 301"/>
                <a:gd name="T3" fmla="*/ 235 h 600"/>
                <a:gd name="T4" fmla="*/ 0 w 301"/>
                <a:gd name="T5" fmla="*/ 235 h 600"/>
                <a:gd name="T6" fmla="*/ 0 w 301"/>
                <a:gd name="T7" fmla="*/ 121 h 600"/>
                <a:gd name="T8" fmla="*/ 57 w 301"/>
                <a:gd name="T9" fmla="*/ 121 h 600"/>
                <a:gd name="T10" fmla="*/ 57 w 301"/>
                <a:gd name="T11" fmla="*/ 0 h 600"/>
                <a:gd name="T12" fmla="*/ 190 w 301"/>
                <a:gd name="T13" fmla="*/ 0 h 600"/>
                <a:gd name="T14" fmla="*/ 190 w 301"/>
                <a:gd name="T15" fmla="*/ 121 h 600"/>
                <a:gd name="T16" fmla="*/ 301 w 301"/>
                <a:gd name="T17" fmla="*/ 121 h 600"/>
                <a:gd name="T18" fmla="*/ 301 w 301"/>
                <a:gd name="T19" fmla="*/ 235 h 600"/>
                <a:gd name="T20" fmla="*/ 190 w 301"/>
                <a:gd name="T21" fmla="*/ 235 h 600"/>
                <a:gd name="T22" fmla="*/ 190 w 301"/>
                <a:gd name="T23" fmla="*/ 436 h 600"/>
                <a:gd name="T24" fmla="*/ 233 w 301"/>
                <a:gd name="T25" fmla="*/ 482 h 600"/>
                <a:gd name="T26" fmla="*/ 299 w 301"/>
                <a:gd name="T27" fmla="*/ 465 h 600"/>
                <a:gd name="T28" fmla="*/ 299 w 301"/>
                <a:gd name="T29" fmla="*/ 573 h 600"/>
                <a:gd name="T30" fmla="*/ 194 w 301"/>
                <a:gd name="T31" fmla="*/ 600 h 600"/>
                <a:gd name="T32" fmla="*/ 57 w 301"/>
                <a:gd name="T33" fmla="*/ 458 h 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301" h="600">
                  <a:moveTo>
                    <a:pt x="57" y="458"/>
                  </a:moveTo>
                  <a:cubicBezTo>
                    <a:pt x="57" y="235"/>
                    <a:pt x="57" y="235"/>
                    <a:pt x="57" y="235"/>
                  </a:cubicBezTo>
                  <a:cubicBezTo>
                    <a:pt x="0" y="235"/>
                    <a:pt x="0" y="235"/>
                    <a:pt x="0" y="235"/>
                  </a:cubicBezTo>
                  <a:cubicBezTo>
                    <a:pt x="0" y="121"/>
                    <a:pt x="0" y="121"/>
                    <a:pt x="0" y="121"/>
                  </a:cubicBezTo>
                  <a:cubicBezTo>
                    <a:pt x="57" y="121"/>
                    <a:pt x="57" y="121"/>
                    <a:pt x="57" y="121"/>
                  </a:cubicBezTo>
                  <a:cubicBezTo>
                    <a:pt x="57" y="0"/>
                    <a:pt x="57" y="0"/>
                    <a:pt x="57" y="0"/>
                  </a:cubicBezTo>
                  <a:cubicBezTo>
                    <a:pt x="190" y="0"/>
                    <a:pt x="190" y="0"/>
                    <a:pt x="190" y="0"/>
                  </a:cubicBezTo>
                  <a:cubicBezTo>
                    <a:pt x="190" y="121"/>
                    <a:pt x="190" y="121"/>
                    <a:pt x="190" y="121"/>
                  </a:cubicBezTo>
                  <a:cubicBezTo>
                    <a:pt x="301" y="121"/>
                    <a:pt x="301" y="121"/>
                    <a:pt x="301" y="121"/>
                  </a:cubicBezTo>
                  <a:cubicBezTo>
                    <a:pt x="301" y="235"/>
                    <a:pt x="301" y="235"/>
                    <a:pt x="301" y="235"/>
                  </a:cubicBezTo>
                  <a:cubicBezTo>
                    <a:pt x="190" y="235"/>
                    <a:pt x="190" y="235"/>
                    <a:pt x="190" y="235"/>
                  </a:cubicBezTo>
                  <a:cubicBezTo>
                    <a:pt x="190" y="436"/>
                    <a:pt x="190" y="436"/>
                    <a:pt x="190" y="436"/>
                  </a:cubicBezTo>
                  <a:cubicBezTo>
                    <a:pt x="190" y="467"/>
                    <a:pt x="203" y="482"/>
                    <a:pt x="233" y="482"/>
                  </a:cubicBezTo>
                  <a:cubicBezTo>
                    <a:pt x="258" y="482"/>
                    <a:pt x="280" y="476"/>
                    <a:pt x="299" y="465"/>
                  </a:cubicBezTo>
                  <a:cubicBezTo>
                    <a:pt x="299" y="573"/>
                    <a:pt x="299" y="573"/>
                    <a:pt x="299" y="573"/>
                  </a:cubicBezTo>
                  <a:cubicBezTo>
                    <a:pt x="271" y="590"/>
                    <a:pt x="239" y="600"/>
                    <a:pt x="194" y="600"/>
                  </a:cubicBezTo>
                  <a:cubicBezTo>
                    <a:pt x="112" y="600"/>
                    <a:pt x="57" y="568"/>
                    <a:pt x="57" y="45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168" name="Freeform 6">
              <a:extLst>
                <a:ext uri="{FF2B5EF4-FFF2-40B4-BE49-F238E27FC236}">
                  <a16:creationId xmlns:a16="http://schemas.microsoft.com/office/drawing/2014/main" id="{1969BD4D-0C40-739F-FF6B-4214C2BEBC9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708151" y="2649538"/>
              <a:ext cx="1382713" cy="2063750"/>
            </a:xfrm>
            <a:custGeom>
              <a:avLst/>
              <a:gdLst>
                <a:gd name="T0" fmla="*/ 0 w 432"/>
                <a:gd name="T1" fmla="*/ 0 h 642"/>
                <a:gd name="T2" fmla="*/ 134 w 432"/>
                <a:gd name="T3" fmla="*/ 0 h 642"/>
                <a:gd name="T4" fmla="*/ 134 w 432"/>
                <a:gd name="T5" fmla="*/ 237 h 642"/>
                <a:gd name="T6" fmla="*/ 272 w 432"/>
                <a:gd name="T7" fmla="*/ 162 h 642"/>
                <a:gd name="T8" fmla="*/ 432 w 432"/>
                <a:gd name="T9" fmla="*/ 337 h 642"/>
                <a:gd name="T10" fmla="*/ 432 w 432"/>
                <a:gd name="T11" fmla="*/ 642 h 642"/>
                <a:gd name="T12" fmla="*/ 298 w 432"/>
                <a:gd name="T13" fmla="*/ 642 h 642"/>
                <a:gd name="T14" fmla="*/ 298 w 432"/>
                <a:gd name="T15" fmla="*/ 379 h 642"/>
                <a:gd name="T16" fmla="*/ 218 w 432"/>
                <a:gd name="T17" fmla="*/ 283 h 642"/>
                <a:gd name="T18" fmla="*/ 134 w 432"/>
                <a:gd name="T19" fmla="*/ 379 h 642"/>
                <a:gd name="T20" fmla="*/ 134 w 432"/>
                <a:gd name="T21" fmla="*/ 642 h 642"/>
                <a:gd name="T22" fmla="*/ 0 w 432"/>
                <a:gd name="T23" fmla="*/ 642 h 642"/>
                <a:gd name="T24" fmla="*/ 0 w 432"/>
                <a:gd name="T25" fmla="*/ 0 h 6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32" h="642">
                  <a:moveTo>
                    <a:pt x="0" y="0"/>
                  </a:moveTo>
                  <a:cubicBezTo>
                    <a:pt x="134" y="0"/>
                    <a:pt x="134" y="0"/>
                    <a:pt x="134" y="0"/>
                  </a:cubicBezTo>
                  <a:cubicBezTo>
                    <a:pt x="134" y="237"/>
                    <a:pt x="134" y="237"/>
                    <a:pt x="134" y="237"/>
                  </a:cubicBezTo>
                  <a:cubicBezTo>
                    <a:pt x="165" y="198"/>
                    <a:pt x="204" y="162"/>
                    <a:pt x="272" y="162"/>
                  </a:cubicBezTo>
                  <a:cubicBezTo>
                    <a:pt x="373" y="162"/>
                    <a:pt x="432" y="229"/>
                    <a:pt x="432" y="337"/>
                  </a:cubicBezTo>
                  <a:cubicBezTo>
                    <a:pt x="432" y="642"/>
                    <a:pt x="432" y="642"/>
                    <a:pt x="432" y="642"/>
                  </a:cubicBezTo>
                  <a:cubicBezTo>
                    <a:pt x="298" y="642"/>
                    <a:pt x="298" y="642"/>
                    <a:pt x="298" y="642"/>
                  </a:cubicBezTo>
                  <a:cubicBezTo>
                    <a:pt x="298" y="379"/>
                    <a:pt x="298" y="379"/>
                    <a:pt x="298" y="379"/>
                  </a:cubicBezTo>
                  <a:cubicBezTo>
                    <a:pt x="298" y="316"/>
                    <a:pt x="269" y="283"/>
                    <a:pt x="218" y="283"/>
                  </a:cubicBezTo>
                  <a:cubicBezTo>
                    <a:pt x="166" y="283"/>
                    <a:pt x="134" y="316"/>
                    <a:pt x="134" y="379"/>
                  </a:cubicBezTo>
                  <a:cubicBezTo>
                    <a:pt x="134" y="642"/>
                    <a:pt x="134" y="642"/>
                    <a:pt x="134" y="642"/>
                  </a:cubicBezTo>
                  <a:cubicBezTo>
                    <a:pt x="0" y="642"/>
                    <a:pt x="0" y="642"/>
                    <a:pt x="0" y="642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169" name="Freeform 7">
              <a:extLst>
                <a:ext uri="{FF2B5EF4-FFF2-40B4-BE49-F238E27FC236}">
                  <a16:creationId xmlns:a16="http://schemas.microsoft.com/office/drawing/2014/main" id="{6DB7C37A-1FE6-9BFA-5E83-3EC0F79497F5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261304" y="3179763"/>
              <a:ext cx="1390650" cy="1562100"/>
            </a:xfrm>
            <a:custGeom>
              <a:avLst/>
              <a:gdLst>
                <a:gd name="T0" fmla="*/ 0 w 434"/>
                <a:gd name="T1" fmla="*/ 342 h 486"/>
                <a:gd name="T2" fmla="*/ 0 w 434"/>
                <a:gd name="T3" fmla="*/ 340 h 486"/>
                <a:gd name="T4" fmla="*/ 190 w 434"/>
                <a:gd name="T5" fmla="*/ 189 h 486"/>
                <a:gd name="T6" fmla="*/ 305 w 434"/>
                <a:gd name="T7" fmla="*/ 209 h 486"/>
                <a:gd name="T8" fmla="*/ 305 w 434"/>
                <a:gd name="T9" fmla="*/ 201 h 486"/>
                <a:gd name="T10" fmla="*/ 204 w 434"/>
                <a:gd name="T11" fmla="*/ 115 h 486"/>
                <a:gd name="T12" fmla="*/ 74 w 434"/>
                <a:gd name="T13" fmla="*/ 140 h 486"/>
                <a:gd name="T14" fmla="*/ 40 w 434"/>
                <a:gd name="T15" fmla="*/ 38 h 486"/>
                <a:gd name="T16" fmla="*/ 223 w 434"/>
                <a:gd name="T17" fmla="*/ 0 h 486"/>
                <a:gd name="T18" fmla="*/ 383 w 434"/>
                <a:gd name="T19" fmla="*/ 53 h 486"/>
                <a:gd name="T20" fmla="*/ 434 w 434"/>
                <a:gd name="T21" fmla="*/ 204 h 486"/>
                <a:gd name="T22" fmla="*/ 434 w 434"/>
                <a:gd name="T23" fmla="*/ 477 h 486"/>
                <a:gd name="T24" fmla="*/ 304 w 434"/>
                <a:gd name="T25" fmla="*/ 477 h 486"/>
                <a:gd name="T26" fmla="*/ 304 w 434"/>
                <a:gd name="T27" fmla="*/ 426 h 486"/>
                <a:gd name="T28" fmla="*/ 162 w 434"/>
                <a:gd name="T29" fmla="*/ 486 h 486"/>
                <a:gd name="T30" fmla="*/ 0 w 434"/>
                <a:gd name="T31" fmla="*/ 342 h 486"/>
                <a:gd name="T32" fmla="*/ 307 w 434"/>
                <a:gd name="T33" fmla="*/ 311 h 486"/>
                <a:gd name="T34" fmla="*/ 307 w 434"/>
                <a:gd name="T35" fmla="*/ 287 h 486"/>
                <a:gd name="T36" fmla="*/ 222 w 434"/>
                <a:gd name="T37" fmla="*/ 270 h 486"/>
                <a:gd name="T38" fmla="*/ 129 w 434"/>
                <a:gd name="T39" fmla="*/ 335 h 486"/>
                <a:gd name="T40" fmla="*/ 129 w 434"/>
                <a:gd name="T41" fmla="*/ 336 h 486"/>
                <a:gd name="T42" fmla="*/ 202 w 434"/>
                <a:gd name="T43" fmla="*/ 394 h 486"/>
                <a:gd name="T44" fmla="*/ 307 w 434"/>
                <a:gd name="T45" fmla="*/ 31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434" h="486">
                  <a:moveTo>
                    <a:pt x="0" y="342"/>
                  </a:moveTo>
                  <a:cubicBezTo>
                    <a:pt x="0" y="340"/>
                    <a:pt x="0" y="340"/>
                    <a:pt x="0" y="340"/>
                  </a:cubicBezTo>
                  <a:cubicBezTo>
                    <a:pt x="0" y="237"/>
                    <a:pt x="78" y="189"/>
                    <a:pt x="190" y="189"/>
                  </a:cubicBezTo>
                  <a:cubicBezTo>
                    <a:pt x="237" y="189"/>
                    <a:pt x="272" y="197"/>
                    <a:pt x="305" y="209"/>
                  </a:cubicBezTo>
                  <a:cubicBezTo>
                    <a:pt x="305" y="201"/>
                    <a:pt x="305" y="201"/>
                    <a:pt x="305" y="201"/>
                  </a:cubicBezTo>
                  <a:cubicBezTo>
                    <a:pt x="305" y="145"/>
                    <a:pt x="271" y="115"/>
                    <a:pt x="204" y="115"/>
                  </a:cubicBezTo>
                  <a:cubicBezTo>
                    <a:pt x="153" y="115"/>
                    <a:pt x="117" y="124"/>
                    <a:pt x="74" y="140"/>
                  </a:cubicBezTo>
                  <a:cubicBezTo>
                    <a:pt x="40" y="38"/>
                    <a:pt x="40" y="38"/>
                    <a:pt x="40" y="38"/>
                  </a:cubicBezTo>
                  <a:cubicBezTo>
                    <a:pt x="92" y="15"/>
                    <a:pt x="143" y="0"/>
                    <a:pt x="223" y="0"/>
                  </a:cubicBezTo>
                  <a:cubicBezTo>
                    <a:pt x="296" y="0"/>
                    <a:pt x="349" y="20"/>
                    <a:pt x="383" y="53"/>
                  </a:cubicBezTo>
                  <a:cubicBezTo>
                    <a:pt x="418" y="88"/>
                    <a:pt x="434" y="140"/>
                    <a:pt x="434" y="204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304" y="477"/>
                    <a:pt x="304" y="477"/>
                    <a:pt x="304" y="477"/>
                  </a:cubicBezTo>
                  <a:cubicBezTo>
                    <a:pt x="304" y="426"/>
                    <a:pt x="304" y="426"/>
                    <a:pt x="304" y="426"/>
                  </a:cubicBezTo>
                  <a:cubicBezTo>
                    <a:pt x="272" y="462"/>
                    <a:pt x="227" y="486"/>
                    <a:pt x="162" y="486"/>
                  </a:cubicBezTo>
                  <a:cubicBezTo>
                    <a:pt x="73" y="486"/>
                    <a:pt x="0" y="435"/>
                    <a:pt x="0" y="342"/>
                  </a:cubicBezTo>
                  <a:close/>
                  <a:moveTo>
                    <a:pt x="307" y="311"/>
                  </a:moveTo>
                  <a:cubicBezTo>
                    <a:pt x="307" y="287"/>
                    <a:pt x="307" y="287"/>
                    <a:pt x="307" y="287"/>
                  </a:cubicBezTo>
                  <a:cubicBezTo>
                    <a:pt x="284" y="277"/>
                    <a:pt x="254" y="270"/>
                    <a:pt x="222" y="270"/>
                  </a:cubicBezTo>
                  <a:cubicBezTo>
                    <a:pt x="164" y="270"/>
                    <a:pt x="129" y="292"/>
                    <a:pt x="129" y="335"/>
                  </a:cubicBezTo>
                  <a:cubicBezTo>
                    <a:pt x="129" y="336"/>
                    <a:pt x="129" y="336"/>
                    <a:pt x="129" y="336"/>
                  </a:cubicBezTo>
                  <a:cubicBezTo>
                    <a:pt x="129" y="372"/>
                    <a:pt x="159" y="394"/>
                    <a:pt x="202" y="394"/>
                  </a:cubicBezTo>
                  <a:cubicBezTo>
                    <a:pt x="265" y="394"/>
                    <a:pt x="307" y="359"/>
                    <a:pt x="307" y="3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170" name="Freeform 8">
              <a:extLst>
                <a:ext uri="{FF2B5EF4-FFF2-40B4-BE49-F238E27FC236}">
                  <a16:creationId xmlns:a16="http://schemas.microsoft.com/office/drawing/2014/main" id="{3AEA624F-19C6-31CA-5CD9-7E42ED68DA5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859916" y="3170238"/>
              <a:ext cx="1384300" cy="1543050"/>
            </a:xfrm>
            <a:custGeom>
              <a:avLst/>
              <a:gdLst>
                <a:gd name="T0" fmla="*/ 0 w 432"/>
                <a:gd name="T1" fmla="*/ 9 h 480"/>
                <a:gd name="T2" fmla="*/ 133 w 432"/>
                <a:gd name="T3" fmla="*/ 9 h 480"/>
                <a:gd name="T4" fmla="*/ 133 w 432"/>
                <a:gd name="T5" fmla="*/ 75 h 480"/>
                <a:gd name="T6" fmla="*/ 272 w 432"/>
                <a:gd name="T7" fmla="*/ 0 h 480"/>
                <a:gd name="T8" fmla="*/ 432 w 432"/>
                <a:gd name="T9" fmla="*/ 175 h 480"/>
                <a:gd name="T10" fmla="*/ 432 w 432"/>
                <a:gd name="T11" fmla="*/ 480 h 480"/>
                <a:gd name="T12" fmla="*/ 298 w 432"/>
                <a:gd name="T13" fmla="*/ 480 h 480"/>
                <a:gd name="T14" fmla="*/ 298 w 432"/>
                <a:gd name="T15" fmla="*/ 217 h 480"/>
                <a:gd name="T16" fmla="*/ 217 w 432"/>
                <a:gd name="T17" fmla="*/ 121 h 480"/>
                <a:gd name="T18" fmla="*/ 133 w 432"/>
                <a:gd name="T19" fmla="*/ 217 h 480"/>
                <a:gd name="T20" fmla="*/ 133 w 432"/>
                <a:gd name="T21" fmla="*/ 480 h 480"/>
                <a:gd name="T22" fmla="*/ 0 w 432"/>
                <a:gd name="T23" fmla="*/ 480 h 480"/>
                <a:gd name="T24" fmla="*/ 0 w 432"/>
                <a:gd name="T25" fmla="*/ 9 h 4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32" h="480">
                  <a:moveTo>
                    <a:pt x="0" y="9"/>
                  </a:moveTo>
                  <a:cubicBezTo>
                    <a:pt x="133" y="9"/>
                    <a:pt x="133" y="9"/>
                    <a:pt x="133" y="9"/>
                  </a:cubicBezTo>
                  <a:cubicBezTo>
                    <a:pt x="133" y="75"/>
                    <a:pt x="133" y="75"/>
                    <a:pt x="133" y="75"/>
                  </a:cubicBezTo>
                  <a:cubicBezTo>
                    <a:pt x="164" y="36"/>
                    <a:pt x="204" y="0"/>
                    <a:pt x="272" y="0"/>
                  </a:cubicBezTo>
                  <a:cubicBezTo>
                    <a:pt x="373" y="0"/>
                    <a:pt x="432" y="67"/>
                    <a:pt x="432" y="175"/>
                  </a:cubicBezTo>
                  <a:cubicBezTo>
                    <a:pt x="432" y="480"/>
                    <a:pt x="432" y="480"/>
                    <a:pt x="432" y="480"/>
                  </a:cubicBezTo>
                  <a:cubicBezTo>
                    <a:pt x="298" y="480"/>
                    <a:pt x="298" y="480"/>
                    <a:pt x="298" y="480"/>
                  </a:cubicBezTo>
                  <a:cubicBezTo>
                    <a:pt x="298" y="217"/>
                    <a:pt x="298" y="217"/>
                    <a:pt x="298" y="217"/>
                  </a:cubicBezTo>
                  <a:cubicBezTo>
                    <a:pt x="298" y="154"/>
                    <a:pt x="268" y="121"/>
                    <a:pt x="217" y="121"/>
                  </a:cubicBezTo>
                  <a:cubicBezTo>
                    <a:pt x="166" y="121"/>
                    <a:pt x="133" y="154"/>
                    <a:pt x="133" y="217"/>
                  </a:cubicBezTo>
                  <a:cubicBezTo>
                    <a:pt x="133" y="480"/>
                    <a:pt x="133" y="480"/>
                    <a:pt x="133" y="480"/>
                  </a:cubicBezTo>
                  <a:cubicBezTo>
                    <a:pt x="0" y="480"/>
                    <a:pt x="0" y="480"/>
                    <a:pt x="0" y="480"/>
                  </a:cubicBezTo>
                  <a:lnTo>
                    <a:pt x="0" y="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171" name="Freeform 9">
              <a:extLst>
                <a:ext uri="{FF2B5EF4-FFF2-40B4-BE49-F238E27FC236}">
                  <a16:creationId xmlns:a16="http://schemas.microsoft.com/office/drawing/2014/main" id="{ED142D15-3F97-1719-8D74-37D26D1CAA3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436593" y="2649538"/>
              <a:ext cx="1460500" cy="2063750"/>
            </a:xfrm>
            <a:custGeom>
              <a:avLst/>
              <a:gdLst>
                <a:gd name="T0" fmla="*/ 0 w 920"/>
                <a:gd name="T1" fmla="*/ 0 h 1300"/>
                <a:gd name="T2" fmla="*/ 270 w 920"/>
                <a:gd name="T3" fmla="*/ 0 h 1300"/>
                <a:gd name="T4" fmla="*/ 270 w 920"/>
                <a:gd name="T5" fmla="*/ 692 h 1300"/>
                <a:gd name="T6" fmla="*/ 585 w 920"/>
                <a:gd name="T7" fmla="*/ 346 h 1300"/>
                <a:gd name="T8" fmla="*/ 908 w 920"/>
                <a:gd name="T9" fmla="*/ 346 h 1300"/>
                <a:gd name="T10" fmla="*/ 547 w 920"/>
                <a:gd name="T11" fmla="*/ 721 h 1300"/>
                <a:gd name="T12" fmla="*/ 920 w 920"/>
                <a:gd name="T13" fmla="*/ 1300 h 1300"/>
                <a:gd name="T14" fmla="*/ 609 w 920"/>
                <a:gd name="T15" fmla="*/ 1300 h 1300"/>
                <a:gd name="T16" fmla="*/ 365 w 920"/>
                <a:gd name="T17" fmla="*/ 909 h 1300"/>
                <a:gd name="T18" fmla="*/ 270 w 920"/>
                <a:gd name="T19" fmla="*/ 1010 h 1300"/>
                <a:gd name="T20" fmla="*/ 270 w 920"/>
                <a:gd name="T21" fmla="*/ 1300 h 1300"/>
                <a:gd name="T22" fmla="*/ 0 w 920"/>
                <a:gd name="T23" fmla="*/ 1300 h 1300"/>
                <a:gd name="T24" fmla="*/ 0 w 920"/>
                <a:gd name="T25" fmla="*/ 0 h 13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20" h="1300">
                  <a:moveTo>
                    <a:pt x="0" y="0"/>
                  </a:moveTo>
                  <a:lnTo>
                    <a:pt x="270" y="0"/>
                  </a:lnTo>
                  <a:lnTo>
                    <a:pt x="270" y="692"/>
                  </a:lnTo>
                  <a:lnTo>
                    <a:pt x="585" y="346"/>
                  </a:lnTo>
                  <a:lnTo>
                    <a:pt x="908" y="346"/>
                  </a:lnTo>
                  <a:lnTo>
                    <a:pt x="547" y="721"/>
                  </a:lnTo>
                  <a:lnTo>
                    <a:pt x="920" y="1300"/>
                  </a:lnTo>
                  <a:lnTo>
                    <a:pt x="609" y="1300"/>
                  </a:lnTo>
                  <a:lnTo>
                    <a:pt x="365" y="909"/>
                  </a:lnTo>
                  <a:lnTo>
                    <a:pt x="270" y="1010"/>
                  </a:lnTo>
                  <a:lnTo>
                    <a:pt x="270" y="1300"/>
                  </a:lnTo>
                  <a:lnTo>
                    <a:pt x="0" y="130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172" name="Freeform 10">
              <a:extLst>
                <a:ext uri="{FF2B5EF4-FFF2-40B4-BE49-F238E27FC236}">
                  <a16:creationId xmlns:a16="http://schemas.microsoft.com/office/drawing/2014/main" id="{6FEBB0B2-4586-05AB-B4FE-055E54F117A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7919896" y="3173413"/>
              <a:ext cx="1227138" cy="1568450"/>
            </a:xfrm>
            <a:custGeom>
              <a:avLst/>
              <a:gdLst>
                <a:gd name="T0" fmla="*/ 0 w 383"/>
                <a:gd name="T1" fmla="*/ 417 h 488"/>
                <a:gd name="T2" fmla="*/ 57 w 383"/>
                <a:gd name="T3" fmla="*/ 329 h 488"/>
                <a:gd name="T4" fmla="*/ 206 w 383"/>
                <a:gd name="T5" fmla="*/ 385 h 488"/>
                <a:gd name="T6" fmla="*/ 262 w 383"/>
                <a:gd name="T7" fmla="*/ 350 h 488"/>
                <a:gd name="T8" fmla="*/ 262 w 383"/>
                <a:gd name="T9" fmla="*/ 348 h 488"/>
                <a:gd name="T10" fmla="*/ 165 w 383"/>
                <a:gd name="T11" fmla="*/ 294 h 488"/>
                <a:gd name="T12" fmla="*/ 24 w 383"/>
                <a:gd name="T13" fmla="*/ 152 h 488"/>
                <a:gd name="T14" fmla="*/ 24 w 383"/>
                <a:gd name="T15" fmla="*/ 150 h 488"/>
                <a:gd name="T16" fmla="*/ 196 w 383"/>
                <a:gd name="T17" fmla="*/ 0 h 488"/>
                <a:gd name="T18" fmla="*/ 372 w 383"/>
                <a:gd name="T19" fmla="*/ 55 h 488"/>
                <a:gd name="T20" fmla="*/ 321 w 383"/>
                <a:gd name="T21" fmla="*/ 147 h 488"/>
                <a:gd name="T22" fmla="*/ 194 w 383"/>
                <a:gd name="T23" fmla="*/ 103 h 488"/>
                <a:gd name="T24" fmla="*/ 144 w 383"/>
                <a:gd name="T25" fmla="*/ 136 h 488"/>
                <a:gd name="T26" fmla="*/ 144 w 383"/>
                <a:gd name="T27" fmla="*/ 138 h 488"/>
                <a:gd name="T28" fmla="*/ 240 w 383"/>
                <a:gd name="T29" fmla="*/ 194 h 488"/>
                <a:gd name="T30" fmla="*/ 383 w 383"/>
                <a:gd name="T31" fmla="*/ 334 h 488"/>
                <a:gd name="T32" fmla="*/ 383 w 383"/>
                <a:gd name="T33" fmla="*/ 336 h 488"/>
                <a:gd name="T34" fmla="*/ 203 w 383"/>
                <a:gd name="T35" fmla="*/ 488 h 488"/>
                <a:gd name="T36" fmla="*/ 0 w 383"/>
                <a:gd name="T37" fmla="*/ 417 h 4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83" h="488">
                  <a:moveTo>
                    <a:pt x="0" y="417"/>
                  </a:moveTo>
                  <a:cubicBezTo>
                    <a:pt x="57" y="329"/>
                    <a:pt x="57" y="329"/>
                    <a:pt x="57" y="329"/>
                  </a:cubicBezTo>
                  <a:cubicBezTo>
                    <a:pt x="108" y="366"/>
                    <a:pt x="162" y="385"/>
                    <a:pt x="206" y="385"/>
                  </a:cubicBezTo>
                  <a:cubicBezTo>
                    <a:pt x="245" y="385"/>
                    <a:pt x="262" y="371"/>
                    <a:pt x="262" y="350"/>
                  </a:cubicBezTo>
                  <a:cubicBezTo>
                    <a:pt x="262" y="348"/>
                    <a:pt x="262" y="348"/>
                    <a:pt x="262" y="348"/>
                  </a:cubicBezTo>
                  <a:cubicBezTo>
                    <a:pt x="262" y="319"/>
                    <a:pt x="217" y="309"/>
                    <a:pt x="165" y="294"/>
                  </a:cubicBezTo>
                  <a:cubicBezTo>
                    <a:pt x="99" y="274"/>
                    <a:pt x="24" y="243"/>
                    <a:pt x="24" y="152"/>
                  </a:cubicBezTo>
                  <a:cubicBezTo>
                    <a:pt x="24" y="150"/>
                    <a:pt x="24" y="150"/>
                    <a:pt x="24" y="150"/>
                  </a:cubicBezTo>
                  <a:cubicBezTo>
                    <a:pt x="24" y="54"/>
                    <a:pt x="101" y="0"/>
                    <a:pt x="196" y="0"/>
                  </a:cubicBezTo>
                  <a:cubicBezTo>
                    <a:pt x="256" y="0"/>
                    <a:pt x="321" y="21"/>
                    <a:pt x="372" y="55"/>
                  </a:cubicBezTo>
                  <a:cubicBezTo>
                    <a:pt x="321" y="147"/>
                    <a:pt x="321" y="147"/>
                    <a:pt x="321" y="147"/>
                  </a:cubicBezTo>
                  <a:cubicBezTo>
                    <a:pt x="275" y="120"/>
                    <a:pt x="228" y="103"/>
                    <a:pt x="194" y="103"/>
                  </a:cubicBezTo>
                  <a:cubicBezTo>
                    <a:pt x="161" y="103"/>
                    <a:pt x="144" y="118"/>
                    <a:pt x="144" y="136"/>
                  </a:cubicBezTo>
                  <a:cubicBezTo>
                    <a:pt x="144" y="138"/>
                    <a:pt x="144" y="138"/>
                    <a:pt x="144" y="138"/>
                  </a:cubicBezTo>
                  <a:cubicBezTo>
                    <a:pt x="144" y="164"/>
                    <a:pt x="189" y="176"/>
                    <a:pt x="240" y="194"/>
                  </a:cubicBezTo>
                  <a:cubicBezTo>
                    <a:pt x="306" y="216"/>
                    <a:pt x="383" y="248"/>
                    <a:pt x="383" y="334"/>
                  </a:cubicBezTo>
                  <a:cubicBezTo>
                    <a:pt x="383" y="336"/>
                    <a:pt x="383" y="336"/>
                    <a:pt x="383" y="336"/>
                  </a:cubicBezTo>
                  <a:cubicBezTo>
                    <a:pt x="383" y="440"/>
                    <a:pt x="305" y="488"/>
                    <a:pt x="203" y="488"/>
                  </a:cubicBezTo>
                  <a:cubicBezTo>
                    <a:pt x="137" y="488"/>
                    <a:pt x="63" y="466"/>
                    <a:pt x="0" y="4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173" name="Oval 11">
              <a:extLst>
                <a:ext uri="{FF2B5EF4-FFF2-40B4-BE49-F238E27FC236}">
                  <a16:creationId xmlns:a16="http://schemas.microsoft.com/office/drawing/2014/main" id="{70877F96-1F23-E1FC-71E9-01EE358F60FD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282260" y="4167188"/>
              <a:ext cx="544513" cy="546100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59C8C1D9-B375-1D63-409C-0E8AA8DEE2D1}"/>
              </a:ext>
            </a:extLst>
          </p:cNvPr>
          <p:cNvGrpSpPr/>
          <p:nvPr userDrawn="1"/>
        </p:nvGrpSpPr>
        <p:grpSpPr>
          <a:xfrm>
            <a:off x="9392771" y="767096"/>
            <a:ext cx="2800816" cy="1898696"/>
            <a:chOff x="9390324" y="767096"/>
            <a:chExt cx="2800087" cy="1898696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04DB0252-2F51-9D54-5F87-47E8112037C5}"/>
                </a:ext>
              </a:extLst>
            </p:cNvPr>
            <p:cNvGrpSpPr/>
            <p:nvPr userDrawn="1"/>
          </p:nvGrpSpPr>
          <p:grpSpPr>
            <a:xfrm>
              <a:off x="9390324" y="936748"/>
              <a:ext cx="1965963" cy="1042086"/>
              <a:chOff x="4988072" y="501936"/>
              <a:chExt cx="1978802" cy="1051017"/>
            </a:xfrm>
            <a:solidFill>
              <a:schemeClr val="bg1"/>
            </a:solidFill>
          </p:grpSpPr>
          <p:sp>
            <p:nvSpPr>
              <p:cNvPr id="85" name="Freeform 5">
                <a:extLst>
                  <a:ext uri="{FF2B5EF4-FFF2-40B4-BE49-F238E27FC236}">
                    <a16:creationId xmlns:a16="http://schemas.microsoft.com/office/drawing/2014/main" id="{433FD598-576F-FFF0-672B-6A9B1AF51242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5559016" y="501936"/>
                <a:ext cx="218094" cy="282813"/>
              </a:xfrm>
              <a:custGeom>
                <a:avLst/>
                <a:gdLst>
                  <a:gd name="T0" fmla="*/ 0 w 502"/>
                  <a:gd name="T1" fmla="*/ 550 h 651"/>
                  <a:gd name="T2" fmla="*/ 83 w 502"/>
                  <a:gd name="T3" fmla="*/ 451 h 651"/>
                  <a:gd name="T4" fmla="*/ 272 w 502"/>
                  <a:gd name="T5" fmla="*/ 528 h 651"/>
                  <a:gd name="T6" fmla="*/ 363 w 502"/>
                  <a:gd name="T7" fmla="*/ 469 h 651"/>
                  <a:gd name="T8" fmla="*/ 363 w 502"/>
                  <a:gd name="T9" fmla="*/ 467 h 651"/>
                  <a:gd name="T10" fmla="*/ 236 w 502"/>
                  <a:gd name="T11" fmla="*/ 386 h 651"/>
                  <a:gd name="T12" fmla="*/ 26 w 502"/>
                  <a:gd name="T13" fmla="*/ 192 h 651"/>
                  <a:gd name="T14" fmla="*/ 26 w 502"/>
                  <a:gd name="T15" fmla="*/ 191 h 651"/>
                  <a:gd name="T16" fmla="*/ 247 w 502"/>
                  <a:gd name="T17" fmla="*/ 0 h 651"/>
                  <a:gd name="T18" fmla="*/ 483 w 502"/>
                  <a:gd name="T19" fmla="*/ 80 h 651"/>
                  <a:gd name="T20" fmla="*/ 410 w 502"/>
                  <a:gd name="T21" fmla="*/ 185 h 651"/>
                  <a:gd name="T22" fmla="*/ 246 w 502"/>
                  <a:gd name="T23" fmla="*/ 123 h 651"/>
                  <a:gd name="T24" fmla="*/ 164 w 502"/>
                  <a:gd name="T25" fmla="*/ 178 h 651"/>
                  <a:gd name="T26" fmla="*/ 164 w 502"/>
                  <a:gd name="T27" fmla="*/ 180 h 651"/>
                  <a:gd name="T28" fmla="*/ 301 w 502"/>
                  <a:gd name="T29" fmla="*/ 263 h 651"/>
                  <a:gd name="T30" fmla="*/ 502 w 502"/>
                  <a:gd name="T31" fmla="*/ 453 h 651"/>
                  <a:gd name="T32" fmla="*/ 502 w 502"/>
                  <a:gd name="T33" fmla="*/ 455 h 651"/>
                  <a:gd name="T34" fmla="*/ 269 w 502"/>
                  <a:gd name="T35" fmla="*/ 651 h 651"/>
                  <a:gd name="T36" fmla="*/ 0 w 502"/>
                  <a:gd name="T37" fmla="*/ 550 h 6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502" h="651">
                    <a:moveTo>
                      <a:pt x="0" y="550"/>
                    </a:moveTo>
                    <a:cubicBezTo>
                      <a:pt x="83" y="451"/>
                      <a:pt x="83" y="451"/>
                      <a:pt x="83" y="451"/>
                    </a:cubicBezTo>
                    <a:cubicBezTo>
                      <a:pt x="140" y="498"/>
                      <a:pt x="200" y="528"/>
                      <a:pt x="272" y="528"/>
                    </a:cubicBezTo>
                    <a:cubicBezTo>
                      <a:pt x="329" y="528"/>
                      <a:pt x="363" y="506"/>
                      <a:pt x="363" y="469"/>
                    </a:cubicBezTo>
                    <a:cubicBezTo>
                      <a:pt x="363" y="467"/>
                      <a:pt x="363" y="467"/>
                      <a:pt x="363" y="467"/>
                    </a:cubicBezTo>
                    <a:cubicBezTo>
                      <a:pt x="363" y="431"/>
                      <a:pt x="342" y="413"/>
                      <a:pt x="236" y="386"/>
                    </a:cubicBezTo>
                    <a:cubicBezTo>
                      <a:pt x="108" y="354"/>
                      <a:pt x="26" y="318"/>
                      <a:pt x="26" y="192"/>
                    </a:cubicBezTo>
                    <a:cubicBezTo>
                      <a:pt x="26" y="191"/>
                      <a:pt x="26" y="191"/>
                      <a:pt x="26" y="191"/>
                    </a:cubicBezTo>
                    <a:cubicBezTo>
                      <a:pt x="26" y="76"/>
                      <a:pt x="118" y="0"/>
                      <a:pt x="247" y="0"/>
                    </a:cubicBezTo>
                    <a:cubicBezTo>
                      <a:pt x="340" y="0"/>
                      <a:pt x="419" y="29"/>
                      <a:pt x="483" y="80"/>
                    </a:cubicBezTo>
                    <a:cubicBezTo>
                      <a:pt x="410" y="185"/>
                      <a:pt x="410" y="185"/>
                      <a:pt x="410" y="185"/>
                    </a:cubicBezTo>
                    <a:cubicBezTo>
                      <a:pt x="354" y="146"/>
                      <a:pt x="299" y="123"/>
                      <a:pt x="246" y="123"/>
                    </a:cubicBezTo>
                    <a:cubicBezTo>
                      <a:pt x="192" y="123"/>
                      <a:pt x="164" y="147"/>
                      <a:pt x="164" y="178"/>
                    </a:cubicBezTo>
                    <a:cubicBezTo>
                      <a:pt x="164" y="180"/>
                      <a:pt x="164" y="180"/>
                      <a:pt x="164" y="180"/>
                    </a:cubicBezTo>
                    <a:cubicBezTo>
                      <a:pt x="164" y="221"/>
                      <a:pt x="191" y="235"/>
                      <a:pt x="301" y="263"/>
                    </a:cubicBezTo>
                    <a:cubicBezTo>
                      <a:pt x="429" y="297"/>
                      <a:pt x="502" y="343"/>
                      <a:pt x="502" y="453"/>
                    </a:cubicBezTo>
                    <a:cubicBezTo>
                      <a:pt x="502" y="455"/>
                      <a:pt x="502" y="455"/>
                      <a:pt x="502" y="455"/>
                    </a:cubicBezTo>
                    <a:cubicBezTo>
                      <a:pt x="502" y="581"/>
                      <a:pt x="406" y="651"/>
                      <a:pt x="269" y="651"/>
                    </a:cubicBezTo>
                    <a:cubicBezTo>
                      <a:pt x="173" y="651"/>
                      <a:pt x="76" y="618"/>
                      <a:pt x="0" y="55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86" name="Freeform 6">
                <a:extLst>
                  <a:ext uri="{FF2B5EF4-FFF2-40B4-BE49-F238E27FC236}">
                    <a16:creationId xmlns:a16="http://schemas.microsoft.com/office/drawing/2014/main" id="{824AAD10-C96C-2D4A-15C2-1D354C7C691E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5791295" y="566212"/>
                <a:ext cx="322264" cy="214547"/>
              </a:xfrm>
              <a:custGeom>
                <a:avLst/>
                <a:gdLst>
                  <a:gd name="T0" fmla="*/ 0 w 741"/>
                  <a:gd name="T1" fmla="*/ 9 h 494"/>
                  <a:gd name="T2" fmla="*/ 138 w 741"/>
                  <a:gd name="T3" fmla="*/ 9 h 494"/>
                  <a:gd name="T4" fmla="*/ 138 w 741"/>
                  <a:gd name="T5" fmla="*/ 78 h 494"/>
                  <a:gd name="T6" fmla="*/ 281 w 741"/>
                  <a:gd name="T7" fmla="*/ 0 h 494"/>
                  <a:gd name="T8" fmla="*/ 418 w 741"/>
                  <a:gd name="T9" fmla="*/ 77 h 494"/>
                  <a:gd name="T10" fmla="*/ 577 w 741"/>
                  <a:gd name="T11" fmla="*/ 0 h 494"/>
                  <a:gd name="T12" fmla="*/ 741 w 741"/>
                  <a:gd name="T13" fmla="*/ 178 h 494"/>
                  <a:gd name="T14" fmla="*/ 741 w 741"/>
                  <a:gd name="T15" fmla="*/ 494 h 494"/>
                  <a:gd name="T16" fmla="*/ 603 w 741"/>
                  <a:gd name="T17" fmla="*/ 494 h 494"/>
                  <a:gd name="T18" fmla="*/ 603 w 741"/>
                  <a:gd name="T19" fmla="*/ 224 h 494"/>
                  <a:gd name="T20" fmla="*/ 523 w 741"/>
                  <a:gd name="T21" fmla="*/ 125 h 494"/>
                  <a:gd name="T22" fmla="*/ 439 w 741"/>
                  <a:gd name="T23" fmla="*/ 224 h 494"/>
                  <a:gd name="T24" fmla="*/ 439 w 741"/>
                  <a:gd name="T25" fmla="*/ 494 h 494"/>
                  <a:gd name="T26" fmla="*/ 302 w 741"/>
                  <a:gd name="T27" fmla="*/ 494 h 494"/>
                  <a:gd name="T28" fmla="*/ 302 w 741"/>
                  <a:gd name="T29" fmla="*/ 224 h 494"/>
                  <a:gd name="T30" fmla="*/ 221 w 741"/>
                  <a:gd name="T31" fmla="*/ 125 h 494"/>
                  <a:gd name="T32" fmla="*/ 138 w 741"/>
                  <a:gd name="T33" fmla="*/ 224 h 494"/>
                  <a:gd name="T34" fmla="*/ 138 w 741"/>
                  <a:gd name="T35" fmla="*/ 494 h 494"/>
                  <a:gd name="T36" fmla="*/ 0 w 741"/>
                  <a:gd name="T37" fmla="*/ 494 h 494"/>
                  <a:gd name="T38" fmla="*/ 0 w 741"/>
                  <a:gd name="T39" fmla="*/ 9 h 4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41" h="494">
                    <a:moveTo>
                      <a:pt x="0" y="9"/>
                    </a:moveTo>
                    <a:cubicBezTo>
                      <a:pt x="138" y="9"/>
                      <a:pt x="138" y="9"/>
                      <a:pt x="138" y="9"/>
                    </a:cubicBezTo>
                    <a:cubicBezTo>
                      <a:pt x="138" y="78"/>
                      <a:pt x="138" y="78"/>
                      <a:pt x="138" y="78"/>
                    </a:cubicBezTo>
                    <a:cubicBezTo>
                      <a:pt x="170" y="37"/>
                      <a:pt x="211" y="0"/>
                      <a:pt x="281" y="0"/>
                    </a:cubicBezTo>
                    <a:cubicBezTo>
                      <a:pt x="344" y="0"/>
                      <a:pt x="392" y="28"/>
                      <a:pt x="418" y="77"/>
                    </a:cubicBezTo>
                    <a:cubicBezTo>
                      <a:pt x="460" y="27"/>
                      <a:pt x="511" y="0"/>
                      <a:pt x="577" y="0"/>
                    </a:cubicBezTo>
                    <a:cubicBezTo>
                      <a:pt x="679" y="0"/>
                      <a:pt x="741" y="62"/>
                      <a:pt x="741" y="178"/>
                    </a:cubicBezTo>
                    <a:cubicBezTo>
                      <a:pt x="741" y="494"/>
                      <a:pt x="741" y="494"/>
                      <a:pt x="741" y="494"/>
                    </a:cubicBezTo>
                    <a:cubicBezTo>
                      <a:pt x="603" y="494"/>
                      <a:pt x="603" y="494"/>
                      <a:pt x="603" y="494"/>
                    </a:cubicBezTo>
                    <a:cubicBezTo>
                      <a:pt x="603" y="224"/>
                      <a:pt x="603" y="224"/>
                      <a:pt x="603" y="224"/>
                    </a:cubicBezTo>
                    <a:cubicBezTo>
                      <a:pt x="603" y="159"/>
                      <a:pt x="574" y="125"/>
                      <a:pt x="523" y="125"/>
                    </a:cubicBezTo>
                    <a:cubicBezTo>
                      <a:pt x="471" y="125"/>
                      <a:pt x="439" y="159"/>
                      <a:pt x="439" y="224"/>
                    </a:cubicBezTo>
                    <a:cubicBezTo>
                      <a:pt x="439" y="494"/>
                      <a:pt x="439" y="494"/>
                      <a:pt x="439" y="494"/>
                    </a:cubicBezTo>
                    <a:cubicBezTo>
                      <a:pt x="302" y="494"/>
                      <a:pt x="302" y="494"/>
                      <a:pt x="302" y="494"/>
                    </a:cubicBezTo>
                    <a:cubicBezTo>
                      <a:pt x="302" y="224"/>
                      <a:pt x="302" y="224"/>
                      <a:pt x="302" y="224"/>
                    </a:cubicBezTo>
                    <a:cubicBezTo>
                      <a:pt x="302" y="159"/>
                      <a:pt x="273" y="125"/>
                      <a:pt x="221" y="125"/>
                    </a:cubicBezTo>
                    <a:cubicBezTo>
                      <a:pt x="170" y="125"/>
                      <a:pt x="138" y="159"/>
                      <a:pt x="138" y="224"/>
                    </a:cubicBezTo>
                    <a:cubicBezTo>
                      <a:pt x="138" y="494"/>
                      <a:pt x="138" y="494"/>
                      <a:pt x="138" y="494"/>
                    </a:cubicBezTo>
                    <a:cubicBezTo>
                      <a:pt x="0" y="494"/>
                      <a:pt x="0" y="494"/>
                      <a:pt x="0" y="494"/>
                    </a:cubicBezTo>
                    <a:lnTo>
                      <a:pt x="0" y="9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87" name="Freeform 7">
                <a:extLst>
                  <a:ext uri="{FF2B5EF4-FFF2-40B4-BE49-F238E27FC236}">
                    <a16:creationId xmlns:a16="http://schemas.microsoft.com/office/drawing/2014/main" id="{8776387C-7DBE-0FBD-3AED-689433E76864}"/>
                  </a:ext>
                </a:extLst>
              </p:cNvPr>
              <p:cNvSpPr>
                <a:spLocks noEditPoints="1"/>
              </p:cNvSpPr>
              <p:nvPr userDrawn="1"/>
            </p:nvSpPr>
            <p:spPr bwMode="auto">
              <a:xfrm>
                <a:off x="6125971" y="567985"/>
                <a:ext cx="193713" cy="216764"/>
              </a:xfrm>
              <a:custGeom>
                <a:avLst/>
                <a:gdLst>
                  <a:gd name="T0" fmla="*/ 0 w 446"/>
                  <a:gd name="T1" fmla="*/ 351 h 499"/>
                  <a:gd name="T2" fmla="*/ 0 w 446"/>
                  <a:gd name="T3" fmla="*/ 349 h 499"/>
                  <a:gd name="T4" fmla="*/ 195 w 446"/>
                  <a:gd name="T5" fmla="*/ 194 h 499"/>
                  <a:gd name="T6" fmla="*/ 314 w 446"/>
                  <a:gd name="T7" fmla="*/ 214 h 499"/>
                  <a:gd name="T8" fmla="*/ 314 w 446"/>
                  <a:gd name="T9" fmla="*/ 206 h 499"/>
                  <a:gd name="T10" fmla="*/ 210 w 446"/>
                  <a:gd name="T11" fmla="*/ 117 h 499"/>
                  <a:gd name="T12" fmla="*/ 76 w 446"/>
                  <a:gd name="T13" fmla="*/ 144 h 499"/>
                  <a:gd name="T14" fmla="*/ 42 w 446"/>
                  <a:gd name="T15" fmla="*/ 39 h 499"/>
                  <a:gd name="T16" fmla="*/ 230 w 446"/>
                  <a:gd name="T17" fmla="*/ 0 h 499"/>
                  <a:gd name="T18" fmla="*/ 394 w 446"/>
                  <a:gd name="T19" fmla="*/ 54 h 499"/>
                  <a:gd name="T20" fmla="*/ 446 w 446"/>
                  <a:gd name="T21" fmla="*/ 209 h 499"/>
                  <a:gd name="T22" fmla="*/ 446 w 446"/>
                  <a:gd name="T23" fmla="*/ 490 h 499"/>
                  <a:gd name="T24" fmla="*/ 313 w 446"/>
                  <a:gd name="T25" fmla="*/ 490 h 499"/>
                  <a:gd name="T26" fmla="*/ 313 w 446"/>
                  <a:gd name="T27" fmla="*/ 438 h 499"/>
                  <a:gd name="T28" fmla="*/ 166 w 446"/>
                  <a:gd name="T29" fmla="*/ 499 h 499"/>
                  <a:gd name="T30" fmla="*/ 0 w 446"/>
                  <a:gd name="T31" fmla="*/ 351 h 499"/>
                  <a:gd name="T32" fmla="*/ 316 w 446"/>
                  <a:gd name="T33" fmla="*/ 319 h 499"/>
                  <a:gd name="T34" fmla="*/ 316 w 446"/>
                  <a:gd name="T35" fmla="*/ 295 h 499"/>
                  <a:gd name="T36" fmla="*/ 228 w 446"/>
                  <a:gd name="T37" fmla="*/ 277 h 499"/>
                  <a:gd name="T38" fmla="*/ 133 w 446"/>
                  <a:gd name="T39" fmla="*/ 344 h 499"/>
                  <a:gd name="T40" fmla="*/ 133 w 446"/>
                  <a:gd name="T41" fmla="*/ 346 h 499"/>
                  <a:gd name="T42" fmla="*/ 208 w 446"/>
                  <a:gd name="T43" fmla="*/ 404 h 499"/>
                  <a:gd name="T44" fmla="*/ 316 w 446"/>
                  <a:gd name="T45" fmla="*/ 319 h 4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446" h="499">
                    <a:moveTo>
                      <a:pt x="0" y="351"/>
                    </a:moveTo>
                    <a:cubicBezTo>
                      <a:pt x="0" y="349"/>
                      <a:pt x="0" y="349"/>
                      <a:pt x="0" y="349"/>
                    </a:cubicBezTo>
                    <a:cubicBezTo>
                      <a:pt x="0" y="243"/>
                      <a:pt x="80" y="194"/>
                      <a:pt x="195" y="194"/>
                    </a:cubicBezTo>
                    <a:cubicBezTo>
                      <a:pt x="244" y="194"/>
                      <a:pt x="280" y="202"/>
                      <a:pt x="314" y="214"/>
                    </a:cubicBezTo>
                    <a:cubicBezTo>
                      <a:pt x="314" y="206"/>
                      <a:pt x="314" y="206"/>
                      <a:pt x="314" y="206"/>
                    </a:cubicBezTo>
                    <a:cubicBezTo>
                      <a:pt x="314" y="149"/>
                      <a:pt x="279" y="117"/>
                      <a:pt x="210" y="117"/>
                    </a:cubicBezTo>
                    <a:cubicBezTo>
                      <a:pt x="157" y="117"/>
                      <a:pt x="120" y="127"/>
                      <a:pt x="76" y="144"/>
                    </a:cubicBezTo>
                    <a:cubicBezTo>
                      <a:pt x="42" y="39"/>
                      <a:pt x="42" y="39"/>
                      <a:pt x="42" y="39"/>
                    </a:cubicBezTo>
                    <a:cubicBezTo>
                      <a:pt x="95" y="15"/>
                      <a:pt x="147" y="0"/>
                      <a:pt x="230" y="0"/>
                    </a:cubicBezTo>
                    <a:cubicBezTo>
                      <a:pt x="305" y="0"/>
                      <a:pt x="359" y="20"/>
                      <a:pt x="394" y="54"/>
                    </a:cubicBezTo>
                    <a:cubicBezTo>
                      <a:pt x="430" y="90"/>
                      <a:pt x="446" y="144"/>
                      <a:pt x="446" y="209"/>
                    </a:cubicBezTo>
                    <a:cubicBezTo>
                      <a:pt x="446" y="490"/>
                      <a:pt x="446" y="490"/>
                      <a:pt x="446" y="490"/>
                    </a:cubicBezTo>
                    <a:cubicBezTo>
                      <a:pt x="313" y="490"/>
                      <a:pt x="313" y="490"/>
                      <a:pt x="313" y="490"/>
                    </a:cubicBezTo>
                    <a:cubicBezTo>
                      <a:pt x="313" y="438"/>
                      <a:pt x="313" y="438"/>
                      <a:pt x="313" y="438"/>
                    </a:cubicBezTo>
                    <a:cubicBezTo>
                      <a:pt x="280" y="475"/>
                      <a:pt x="233" y="499"/>
                      <a:pt x="166" y="499"/>
                    </a:cubicBezTo>
                    <a:cubicBezTo>
                      <a:pt x="75" y="499"/>
                      <a:pt x="0" y="447"/>
                      <a:pt x="0" y="351"/>
                    </a:cubicBezTo>
                    <a:close/>
                    <a:moveTo>
                      <a:pt x="316" y="319"/>
                    </a:moveTo>
                    <a:cubicBezTo>
                      <a:pt x="316" y="295"/>
                      <a:pt x="316" y="295"/>
                      <a:pt x="316" y="295"/>
                    </a:cubicBezTo>
                    <a:cubicBezTo>
                      <a:pt x="292" y="284"/>
                      <a:pt x="262" y="277"/>
                      <a:pt x="228" y="277"/>
                    </a:cubicBezTo>
                    <a:cubicBezTo>
                      <a:pt x="169" y="277"/>
                      <a:pt x="133" y="300"/>
                      <a:pt x="133" y="344"/>
                    </a:cubicBezTo>
                    <a:cubicBezTo>
                      <a:pt x="133" y="346"/>
                      <a:pt x="133" y="346"/>
                      <a:pt x="133" y="346"/>
                    </a:cubicBezTo>
                    <a:cubicBezTo>
                      <a:pt x="133" y="383"/>
                      <a:pt x="164" y="404"/>
                      <a:pt x="208" y="404"/>
                    </a:cubicBezTo>
                    <a:cubicBezTo>
                      <a:pt x="272" y="404"/>
                      <a:pt x="316" y="369"/>
                      <a:pt x="316" y="31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88" name="Freeform 8">
                <a:extLst>
                  <a:ext uri="{FF2B5EF4-FFF2-40B4-BE49-F238E27FC236}">
                    <a16:creationId xmlns:a16="http://schemas.microsoft.com/office/drawing/2014/main" id="{262E0FEC-2981-11B0-3D88-8A94D08178CF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6336529" y="564438"/>
                <a:ext cx="127665" cy="216321"/>
              </a:xfrm>
              <a:custGeom>
                <a:avLst/>
                <a:gdLst>
                  <a:gd name="T0" fmla="*/ 0 w 293"/>
                  <a:gd name="T1" fmla="*/ 13 h 498"/>
                  <a:gd name="T2" fmla="*/ 138 w 293"/>
                  <a:gd name="T3" fmla="*/ 13 h 498"/>
                  <a:gd name="T4" fmla="*/ 138 w 293"/>
                  <a:gd name="T5" fmla="*/ 111 h 498"/>
                  <a:gd name="T6" fmla="*/ 293 w 293"/>
                  <a:gd name="T7" fmla="*/ 4 h 498"/>
                  <a:gd name="T8" fmla="*/ 293 w 293"/>
                  <a:gd name="T9" fmla="*/ 148 h 498"/>
                  <a:gd name="T10" fmla="*/ 285 w 293"/>
                  <a:gd name="T11" fmla="*/ 148 h 498"/>
                  <a:gd name="T12" fmla="*/ 138 w 293"/>
                  <a:gd name="T13" fmla="*/ 319 h 498"/>
                  <a:gd name="T14" fmla="*/ 138 w 293"/>
                  <a:gd name="T15" fmla="*/ 498 h 498"/>
                  <a:gd name="T16" fmla="*/ 0 w 293"/>
                  <a:gd name="T17" fmla="*/ 498 h 498"/>
                  <a:gd name="T18" fmla="*/ 0 w 293"/>
                  <a:gd name="T19" fmla="*/ 13 h 4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93" h="498">
                    <a:moveTo>
                      <a:pt x="0" y="13"/>
                    </a:moveTo>
                    <a:cubicBezTo>
                      <a:pt x="138" y="13"/>
                      <a:pt x="138" y="13"/>
                      <a:pt x="138" y="13"/>
                    </a:cubicBezTo>
                    <a:cubicBezTo>
                      <a:pt x="138" y="111"/>
                      <a:pt x="138" y="111"/>
                      <a:pt x="138" y="111"/>
                    </a:cubicBezTo>
                    <a:cubicBezTo>
                      <a:pt x="166" y="44"/>
                      <a:pt x="211" y="0"/>
                      <a:pt x="293" y="4"/>
                    </a:cubicBezTo>
                    <a:cubicBezTo>
                      <a:pt x="293" y="148"/>
                      <a:pt x="293" y="148"/>
                      <a:pt x="293" y="148"/>
                    </a:cubicBezTo>
                    <a:cubicBezTo>
                      <a:pt x="285" y="148"/>
                      <a:pt x="285" y="148"/>
                      <a:pt x="285" y="148"/>
                    </a:cubicBezTo>
                    <a:cubicBezTo>
                      <a:pt x="194" y="148"/>
                      <a:pt x="138" y="203"/>
                      <a:pt x="138" y="319"/>
                    </a:cubicBezTo>
                    <a:cubicBezTo>
                      <a:pt x="138" y="498"/>
                      <a:pt x="138" y="498"/>
                      <a:pt x="138" y="498"/>
                    </a:cubicBezTo>
                    <a:cubicBezTo>
                      <a:pt x="0" y="498"/>
                      <a:pt x="0" y="498"/>
                      <a:pt x="0" y="498"/>
                    </a:cubicBezTo>
                    <a:lnTo>
                      <a:pt x="0" y="1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89" name="Freeform 9">
                <a:extLst>
                  <a:ext uri="{FF2B5EF4-FFF2-40B4-BE49-F238E27FC236}">
                    <a16:creationId xmlns:a16="http://schemas.microsoft.com/office/drawing/2014/main" id="{FECC1288-545E-BDB4-6462-3EE5544D7025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6475719" y="516121"/>
                <a:ext cx="134757" cy="268184"/>
              </a:xfrm>
              <a:custGeom>
                <a:avLst/>
                <a:gdLst>
                  <a:gd name="T0" fmla="*/ 58 w 310"/>
                  <a:gd name="T1" fmla="*/ 472 h 617"/>
                  <a:gd name="T2" fmla="*/ 58 w 310"/>
                  <a:gd name="T3" fmla="*/ 242 h 617"/>
                  <a:gd name="T4" fmla="*/ 0 w 310"/>
                  <a:gd name="T5" fmla="*/ 242 h 617"/>
                  <a:gd name="T6" fmla="*/ 0 w 310"/>
                  <a:gd name="T7" fmla="*/ 124 h 617"/>
                  <a:gd name="T8" fmla="*/ 58 w 310"/>
                  <a:gd name="T9" fmla="*/ 124 h 617"/>
                  <a:gd name="T10" fmla="*/ 58 w 310"/>
                  <a:gd name="T11" fmla="*/ 0 h 617"/>
                  <a:gd name="T12" fmla="*/ 196 w 310"/>
                  <a:gd name="T13" fmla="*/ 0 h 617"/>
                  <a:gd name="T14" fmla="*/ 196 w 310"/>
                  <a:gd name="T15" fmla="*/ 124 h 617"/>
                  <a:gd name="T16" fmla="*/ 310 w 310"/>
                  <a:gd name="T17" fmla="*/ 124 h 617"/>
                  <a:gd name="T18" fmla="*/ 310 w 310"/>
                  <a:gd name="T19" fmla="*/ 242 h 617"/>
                  <a:gd name="T20" fmla="*/ 196 w 310"/>
                  <a:gd name="T21" fmla="*/ 242 h 617"/>
                  <a:gd name="T22" fmla="*/ 196 w 310"/>
                  <a:gd name="T23" fmla="*/ 449 h 617"/>
                  <a:gd name="T24" fmla="*/ 240 w 310"/>
                  <a:gd name="T25" fmla="*/ 496 h 617"/>
                  <a:gd name="T26" fmla="*/ 308 w 310"/>
                  <a:gd name="T27" fmla="*/ 479 h 617"/>
                  <a:gd name="T28" fmla="*/ 308 w 310"/>
                  <a:gd name="T29" fmla="*/ 589 h 617"/>
                  <a:gd name="T30" fmla="*/ 199 w 310"/>
                  <a:gd name="T31" fmla="*/ 617 h 617"/>
                  <a:gd name="T32" fmla="*/ 58 w 310"/>
                  <a:gd name="T33" fmla="*/ 472 h 6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310" h="617">
                    <a:moveTo>
                      <a:pt x="58" y="472"/>
                    </a:moveTo>
                    <a:cubicBezTo>
                      <a:pt x="58" y="242"/>
                      <a:pt x="58" y="242"/>
                      <a:pt x="58" y="242"/>
                    </a:cubicBezTo>
                    <a:cubicBezTo>
                      <a:pt x="0" y="242"/>
                      <a:pt x="0" y="242"/>
                      <a:pt x="0" y="242"/>
                    </a:cubicBezTo>
                    <a:cubicBezTo>
                      <a:pt x="0" y="124"/>
                      <a:pt x="0" y="124"/>
                      <a:pt x="0" y="124"/>
                    </a:cubicBezTo>
                    <a:cubicBezTo>
                      <a:pt x="58" y="124"/>
                      <a:pt x="58" y="124"/>
                      <a:pt x="58" y="124"/>
                    </a:cubicBezTo>
                    <a:cubicBezTo>
                      <a:pt x="58" y="0"/>
                      <a:pt x="58" y="0"/>
                      <a:pt x="58" y="0"/>
                    </a:cubicBezTo>
                    <a:cubicBezTo>
                      <a:pt x="196" y="0"/>
                      <a:pt x="196" y="0"/>
                      <a:pt x="196" y="0"/>
                    </a:cubicBezTo>
                    <a:cubicBezTo>
                      <a:pt x="196" y="124"/>
                      <a:pt x="196" y="124"/>
                      <a:pt x="196" y="124"/>
                    </a:cubicBezTo>
                    <a:cubicBezTo>
                      <a:pt x="310" y="124"/>
                      <a:pt x="310" y="124"/>
                      <a:pt x="310" y="124"/>
                    </a:cubicBezTo>
                    <a:cubicBezTo>
                      <a:pt x="310" y="242"/>
                      <a:pt x="310" y="242"/>
                      <a:pt x="310" y="242"/>
                    </a:cubicBezTo>
                    <a:cubicBezTo>
                      <a:pt x="196" y="242"/>
                      <a:pt x="196" y="242"/>
                      <a:pt x="196" y="242"/>
                    </a:cubicBezTo>
                    <a:cubicBezTo>
                      <a:pt x="196" y="449"/>
                      <a:pt x="196" y="449"/>
                      <a:pt x="196" y="449"/>
                    </a:cubicBezTo>
                    <a:cubicBezTo>
                      <a:pt x="196" y="481"/>
                      <a:pt x="209" y="496"/>
                      <a:pt x="240" y="496"/>
                    </a:cubicBezTo>
                    <a:cubicBezTo>
                      <a:pt x="265" y="496"/>
                      <a:pt x="288" y="490"/>
                      <a:pt x="308" y="479"/>
                    </a:cubicBezTo>
                    <a:cubicBezTo>
                      <a:pt x="308" y="589"/>
                      <a:pt x="308" y="589"/>
                      <a:pt x="308" y="589"/>
                    </a:cubicBezTo>
                    <a:cubicBezTo>
                      <a:pt x="279" y="607"/>
                      <a:pt x="245" y="617"/>
                      <a:pt x="199" y="617"/>
                    </a:cubicBezTo>
                    <a:cubicBezTo>
                      <a:pt x="115" y="617"/>
                      <a:pt x="58" y="584"/>
                      <a:pt x="58" y="4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90" name="Freeform 10">
                <a:extLst>
                  <a:ext uri="{FF2B5EF4-FFF2-40B4-BE49-F238E27FC236}">
                    <a16:creationId xmlns:a16="http://schemas.microsoft.com/office/drawing/2014/main" id="{9DB49BE1-F1C8-5A4F-1BE7-B9C5B671A4B9}"/>
                  </a:ext>
                </a:extLst>
              </p:cNvPr>
              <p:cNvSpPr>
                <a:spLocks noEditPoints="1"/>
              </p:cNvSpPr>
              <p:nvPr userDrawn="1"/>
            </p:nvSpPr>
            <p:spPr bwMode="auto">
              <a:xfrm>
                <a:off x="6618455" y="566212"/>
                <a:ext cx="207012" cy="219424"/>
              </a:xfrm>
              <a:custGeom>
                <a:avLst/>
                <a:gdLst>
                  <a:gd name="T0" fmla="*/ 0 w 476"/>
                  <a:gd name="T1" fmla="*/ 254 h 505"/>
                  <a:gd name="T2" fmla="*/ 0 w 476"/>
                  <a:gd name="T3" fmla="*/ 253 h 505"/>
                  <a:gd name="T4" fmla="*/ 240 w 476"/>
                  <a:gd name="T5" fmla="*/ 0 h 505"/>
                  <a:gd name="T6" fmla="*/ 476 w 476"/>
                  <a:gd name="T7" fmla="*/ 263 h 505"/>
                  <a:gd name="T8" fmla="*/ 475 w 476"/>
                  <a:gd name="T9" fmla="*/ 300 h 505"/>
                  <a:gd name="T10" fmla="*/ 137 w 476"/>
                  <a:gd name="T11" fmla="*/ 300 h 505"/>
                  <a:gd name="T12" fmla="*/ 256 w 476"/>
                  <a:gd name="T13" fmla="*/ 395 h 505"/>
                  <a:gd name="T14" fmla="*/ 373 w 476"/>
                  <a:gd name="T15" fmla="*/ 345 h 505"/>
                  <a:gd name="T16" fmla="*/ 452 w 476"/>
                  <a:gd name="T17" fmla="*/ 415 h 505"/>
                  <a:gd name="T18" fmla="*/ 254 w 476"/>
                  <a:gd name="T19" fmla="*/ 505 h 505"/>
                  <a:gd name="T20" fmla="*/ 0 w 476"/>
                  <a:gd name="T21" fmla="*/ 254 h 505"/>
                  <a:gd name="T22" fmla="*/ 342 w 476"/>
                  <a:gd name="T23" fmla="*/ 214 h 505"/>
                  <a:gd name="T24" fmla="*/ 240 w 476"/>
                  <a:gd name="T25" fmla="*/ 111 h 505"/>
                  <a:gd name="T26" fmla="*/ 135 w 476"/>
                  <a:gd name="T27" fmla="*/ 214 h 505"/>
                  <a:gd name="T28" fmla="*/ 342 w 476"/>
                  <a:gd name="T29" fmla="*/ 214 h 5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76" h="505">
                    <a:moveTo>
                      <a:pt x="0" y="254"/>
                    </a:moveTo>
                    <a:cubicBezTo>
                      <a:pt x="0" y="253"/>
                      <a:pt x="0" y="253"/>
                      <a:pt x="0" y="253"/>
                    </a:cubicBezTo>
                    <a:cubicBezTo>
                      <a:pt x="0" y="114"/>
                      <a:pt x="99" y="0"/>
                      <a:pt x="240" y="0"/>
                    </a:cubicBezTo>
                    <a:cubicBezTo>
                      <a:pt x="402" y="0"/>
                      <a:pt x="476" y="126"/>
                      <a:pt x="476" y="263"/>
                    </a:cubicBezTo>
                    <a:cubicBezTo>
                      <a:pt x="476" y="274"/>
                      <a:pt x="476" y="287"/>
                      <a:pt x="475" y="300"/>
                    </a:cubicBezTo>
                    <a:cubicBezTo>
                      <a:pt x="137" y="300"/>
                      <a:pt x="137" y="300"/>
                      <a:pt x="137" y="300"/>
                    </a:cubicBezTo>
                    <a:cubicBezTo>
                      <a:pt x="151" y="362"/>
                      <a:pt x="194" y="395"/>
                      <a:pt x="256" y="395"/>
                    </a:cubicBezTo>
                    <a:cubicBezTo>
                      <a:pt x="302" y="395"/>
                      <a:pt x="335" y="380"/>
                      <a:pt x="373" y="345"/>
                    </a:cubicBezTo>
                    <a:cubicBezTo>
                      <a:pt x="452" y="415"/>
                      <a:pt x="452" y="415"/>
                      <a:pt x="452" y="415"/>
                    </a:cubicBezTo>
                    <a:cubicBezTo>
                      <a:pt x="407" y="471"/>
                      <a:pt x="342" y="505"/>
                      <a:pt x="254" y="505"/>
                    </a:cubicBezTo>
                    <a:cubicBezTo>
                      <a:pt x="108" y="505"/>
                      <a:pt x="0" y="403"/>
                      <a:pt x="0" y="254"/>
                    </a:cubicBezTo>
                    <a:close/>
                    <a:moveTo>
                      <a:pt x="342" y="214"/>
                    </a:moveTo>
                    <a:cubicBezTo>
                      <a:pt x="334" y="152"/>
                      <a:pt x="298" y="111"/>
                      <a:pt x="240" y="111"/>
                    </a:cubicBezTo>
                    <a:cubicBezTo>
                      <a:pt x="183" y="111"/>
                      <a:pt x="146" y="151"/>
                      <a:pt x="135" y="214"/>
                    </a:cubicBezTo>
                    <a:lnTo>
                      <a:pt x="342" y="214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91" name="Freeform 11">
                <a:extLst>
                  <a:ext uri="{FF2B5EF4-FFF2-40B4-BE49-F238E27FC236}">
                    <a16:creationId xmlns:a16="http://schemas.microsoft.com/office/drawing/2014/main" id="{5700CEE7-82FA-F314-D150-00348A9C1993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6837879" y="564438"/>
                <a:ext cx="127221" cy="216321"/>
              </a:xfrm>
              <a:custGeom>
                <a:avLst/>
                <a:gdLst>
                  <a:gd name="T0" fmla="*/ 0 w 293"/>
                  <a:gd name="T1" fmla="*/ 13 h 498"/>
                  <a:gd name="T2" fmla="*/ 138 w 293"/>
                  <a:gd name="T3" fmla="*/ 13 h 498"/>
                  <a:gd name="T4" fmla="*/ 138 w 293"/>
                  <a:gd name="T5" fmla="*/ 111 h 498"/>
                  <a:gd name="T6" fmla="*/ 293 w 293"/>
                  <a:gd name="T7" fmla="*/ 4 h 498"/>
                  <a:gd name="T8" fmla="*/ 293 w 293"/>
                  <a:gd name="T9" fmla="*/ 148 h 498"/>
                  <a:gd name="T10" fmla="*/ 285 w 293"/>
                  <a:gd name="T11" fmla="*/ 148 h 498"/>
                  <a:gd name="T12" fmla="*/ 138 w 293"/>
                  <a:gd name="T13" fmla="*/ 319 h 498"/>
                  <a:gd name="T14" fmla="*/ 138 w 293"/>
                  <a:gd name="T15" fmla="*/ 498 h 498"/>
                  <a:gd name="T16" fmla="*/ 0 w 293"/>
                  <a:gd name="T17" fmla="*/ 498 h 498"/>
                  <a:gd name="T18" fmla="*/ 0 w 293"/>
                  <a:gd name="T19" fmla="*/ 13 h 4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93" h="498">
                    <a:moveTo>
                      <a:pt x="0" y="13"/>
                    </a:moveTo>
                    <a:cubicBezTo>
                      <a:pt x="138" y="13"/>
                      <a:pt x="138" y="13"/>
                      <a:pt x="138" y="13"/>
                    </a:cubicBezTo>
                    <a:cubicBezTo>
                      <a:pt x="138" y="111"/>
                      <a:pt x="138" y="111"/>
                      <a:pt x="138" y="111"/>
                    </a:cubicBezTo>
                    <a:cubicBezTo>
                      <a:pt x="166" y="44"/>
                      <a:pt x="211" y="0"/>
                      <a:pt x="293" y="4"/>
                    </a:cubicBezTo>
                    <a:cubicBezTo>
                      <a:pt x="293" y="148"/>
                      <a:pt x="293" y="148"/>
                      <a:pt x="293" y="148"/>
                    </a:cubicBezTo>
                    <a:cubicBezTo>
                      <a:pt x="285" y="148"/>
                      <a:pt x="285" y="148"/>
                      <a:pt x="285" y="148"/>
                    </a:cubicBezTo>
                    <a:cubicBezTo>
                      <a:pt x="194" y="148"/>
                      <a:pt x="138" y="203"/>
                      <a:pt x="138" y="319"/>
                    </a:cubicBezTo>
                    <a:cubicBezTo>
                      <a:pt x="138" y="498"/>
                      <a:pt x="138" y="498"/>
                      <a:pt x="138" y="498"/>
                    </a:cubicBezTo>
                    <a:cubicBezTo>
                      <a:pt x="0" y="498"/>
                      <a:pt x="0" y="498"/>
                      <a:pt x="0" y="498"/>
                    </a:cubicBezTo>
                    <a:lnTo>
                      <a:pt x="0" y="1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92" name="Freeform 12">
                <a:extLst>
                  <a:ext uri="{FF2B5EF4-FFF2-40B4-BE49-F238E27FC236}">
                    <a16:creationId xmlns:a16="http://schemas.microsoft.com/office/drawing/2014/main" id="{FC0AB9F7-3D02-4537-31F6-D98B2250C9F3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4988072" y="888476"/>
                <a:ext cx="134757" cy="268628"/>
              </a:xfrm>
              <a:custGeom>
                <a:avLst/>
                <a:gdLst>
                  <a:gd name="T0" fmla="*/ 58 w 310"/>
                  <a:gd name="T1" fmla="*/ 472 h 618"/>
                  <a:gd name="T2" fmla="*/ 58 w 310"/>
                  <a:gd name="T3" fmla="*/ 242 h 618"/>
                  <a:gd name="T4" fmla="*/ 0 w 310"/>
                  <a:gd name="T5" fmla="*/ 242 h 618"/>
                  <a:gd name="T6" fmla="*/ 0 w 310"/>
                  <a:gd name="T7" fmla="*/ 124 h 618"/>
                  <a:gd name="T8" fmla="*/ 58 w 310"/>
                  <a:gd name="T9" fmla="*/ 124 h 618"/>
                  <a:gd name="T10" fmla="*/ 58 w 310"/>
                  <a:gd name="T11" fmla="*/ 0 h 618"/>
                  <a:gd name="T12" fmla="*/ 195 w 310"/>
                  <a:gd name="T13" fmla="*/ 0 h 618"/>
                  <a:gd name="T14" fmla="*/ 195 w 310"/>
                  <a:gd name="T15" fmla="*/ 124 h 618"/>
                  <a:gd name="T16" fmla="*/ 310 w 310"/>
                  <a:gd name="T17" fmla="*/ 124 h 618"/>
                  <a:gd name="T18" fmla="*/ 310 w 310"/>
                  <a:gd name="T19" fmla="*/ 242 h 618"/>
                  <a:gd name="T20" fmla="*/ 195 w 310"/>
                  <a:gd name="T21" fmla="*/ 242 h 618"/>
                  <a:gd name="T22" fmla="*/ 195 w 310"/>
                  <a:gd name="T23" fmla="*/ 449 h 618"/>
                  <a:gd name="T24" fmla="*/ 240 w 310"/>
                  <a:gd name="T25" fmla="*/ 496 h 618"/>
                  <a:gd name="T26" fmla="*/ 308 w 310"/>
                  <a:gd name="T27" fmla="*/ 479 h 618"/>
                  <a:gd name="T28" fmla="*/ 308 w 310"/>
                  <a:gd name="T29" fmla="*/ 590 h 618"/>
                  <a:gd name="T30" fmla="*/ 199 w 310"/>
                  <a:gd name="T31" fmla="*/ 618 h 618"/>
                  <a:gd name="T32" fmla="*/ 58 w 310"/>
                  <a:gd name="T33" fmla="*/ 472 h 6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310" h="618">
                    <a:moveTo>
                      <a:pt x="58" y="472"/>
                    </a:moveTo>
                    <a:cubicBezTo>
                      <a:pt x="58" y="242"/>
                      <a:pt x="58" y="242"/>
                      <a:pt x="58" y="242"/>
                    </a:cubicBezTo>
                    <a:cubicBezTo>
                      <a:pt x="0" y="242"/>
                      <a:pt x="0" y="242"/>
                      <a:pt x="0" y="242"/>
                    </a:cubicBezTo>
                    <a:cubicBezTo>
                      <a:pt x="0" y="124"/>
                      <a:pt x="0" y="124"/>
                      <a:pt x="0" y="124"/>
                    </a:cubicBezTo>
                    <a:cubicBezTo>
                      <a:pt x="58" y="124"/>
                      <a:pt x="58" y="124"/>
                      <a:pt x="58" y="124"/>
                    </a:cubicBezTo>
                    <a:cubicBezTo>
                      <a:pt x="58" y="0"/>
                      <a:pt x="58" y="0"/>
                      <a:pt x="58" y="0"/>
                    </a:cubicBezTo>
                    <a:cubicBezTo>
                      <a:pt x="195" y="0"/>
                      <a:pt x="195" y="0"/>
                      <a:pt x="195" y="0"/>
                    </a:cubicBezTo>
                    <a:cubicBezTo>
                      <a:pt x="195" y="124"/>
                      <a:pt x="195" y="124"/>
                      <a:pt x="195" y="124"/>
                    </a:cubicBezTo>
                    <a:cubicBezTo>
                      <a:pt x="310" y="124"/>
                      <a:pt x="310" y="124"/>
                      <a:pt x="310" y="124"/>
                    </a:cubicBezTo>
                    <a:cubicBezTo>
                      <a:pt x="310" y="242"/>
                      <a:pt x="310" y="242"/>
                      <a:pt x="310" y="242"/>
                    </a:cubicBezTo>
                    <a:cubicBezTo>
                      <a:pt x="195" y="242"/>
                      <a:pt x="195" y="242"/>
                      <a:pt x="195" y="242"/>
                    </a:cubicBezTo>
                    <a:cubicBezTo>
                      <a:pt x="195" y="449"/>
                      <a:pt x="195" y="449"/>
                      <a:pt x="195" y="449"/>
                    </a:cubicBezTo>
                    <a:cubicBezTo>
                      <a:pt x="195" y="481"/>
                      <a:pt x="209" y="496"/>
                      <a:pt x="240" y="496"/>
                    </a:cubicBezTo>
                    <a:cubicBezTo>
                      <a:pt x="265" y="496"/>
                      <a:pt x="288" y="490"/>
                      <a:pt x="308" y="479"/>
                    </a:cubicBezTo>
                    <a:cubicBezTo>
                      <a:pt x="308" y="590"/>
                      <a:pt x="308" y="590"/>
                      <a:pt x="308" y="590"/>
                    </a:cubicBezTo>
                    <a:cubicBezTo>
                      <a:pt x="279" y="607"/>
                      <a:pt x="245" y="618"/>
                      <a:pt x="199" y="618"/>
                    </a:cubicBezTo>
                    <a:cubicBezTo>
                      <a:pt x="115" y="618"/>
                      <a:pt x="58" y="584"/>
                      <a:pt x="58" y="47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93" name="Freeform 13">
                <a:extLst>
                  <a:ext uri="{FF2B5EF4-FFF2-40B4-BE49-F238E27FC236}">
                    <a16:creationId xmlns:a16="http://schemas.microsoft.com/office/drawing/2014/main" id="{12D11DBC-90A7-4337-F6CB-C20DBD872CBD}"/>
                  </a:ext>
                </a:extLst>
              </p:cNvPr>
              <p:cNvSpPr>
                <a:spLocks noEditPoints="1"/>
              </p:cNvSpPr>
              <p:nvPr userDrawn="1"/>
            </p:nvSpPr>
            <p:spPr bwMode="auto">
              <a:xfrm>
                <a:off x="5131251" y="938123"/>
                <a:ext cx="207455" cy="219867"/>
              </a:xfrm>
              <a:custGeom>
                <a:avLst/>
                <a:gdLst>
                  <a:gd name="T0" fmla="*/ 0 w 477"/>
                  <a:gd name="T1" fmla="*/ 254 h 505"/>
                  <a:gd name="T2" fmla="*/ 0 w 477"/>
                  <a:gd name="T3" fmla="*/ 253 h 505"/>
                  <a:gd name="T4" fmla="*/ 240 w 477"/>
                  <a:gd name="T5" fmla="*/ 0 h 505"/>
                  <a:gd name="T6" fmla="*/ 477 w 477"/>
                  <a:gd name="T7" fmla="*/ 263 h 505"/>
                  <a:gd name="T8" fmla="*/ 475 w 477"/>
                  <a:gd name="T9" fmla="*/ 300 h 505"/>
                  <a:gd name="T10" fmla="*/ 137 w 477"/>
                  <a:gd name="T11" fmla="*/ 300 h 505"/>
                  <a:gd name="T12" fmla="*/ 256 w 477"/>
                  <a:gd name="T13" fmla="*/ 395 h 505"/>
                  <a:gd name="T14" fmla="*/ 373 w 477"/>
                  <a:gd name="T15" fmla="*/ 345 h 505"/>
                  <a:gd name="T16" fmla="*/ 452 w 477"/>
                  <a:gd name="T17" fmla="*/ 415 h 505"/>
                  <a:gd name="T18" fmla="*/ 254 w 477"/>
                  <a:gd name="T19" fmla="*/ 505 h 505"/>
                  <a:gd name="T20" fmla="*/ 0 w 477"/>
                  <a:gd name="T21" fmla="*/ 254 h 505"/>
                  <a:gd name="T22" fmla="*/ 343 w 477"/>
                  <a:gd name="T23" fmla="*/ 214 h 505"/>
                  <a:gd name="T24" fmla="*/ 240 w 477"/>
                  <a:gd name="T25" fmla="*/ 111 h 505"/>
                  <a:gd name="T26" fmla="*/ 135 w 477"/>
                  <a:gd name="T27" fmla="*/ 214 h 505"/>
                  <a:gd name="T28" fmla="*/ 343 w 477"/>
                  <a:gd name="T29" fmla="*/ 214 h 5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77" h="505">
                    <a:moveTo>
                      <a:pt x="0" y="254"/>
                    </a:moveTo>
                    <a:cubicBezTo>
                      <a:pt x="0" y="253"/>
                      <a:pt x="0" y="253"/>
                      <a:pt x="0" y="253"/>
                    </a:cubicBezTo>
                    <a:cubicBezTo>
                      <a:pt x="0" y="114"/>
                      <a:pt x="99" y="0"/>
                      <a:pt x="240" y="0"/>
                    </a:cubicBezTo>
                    <a:cubicBezTo>
                      <a:pt x="402" y="0"/>
                      <a:pt x="477" y="126"/>
                      <a:pt x="477" y="263"/>
                    </a:cubicBezTo>
                    <a:cubicBezTo>
                      <a:pt x="477" y="274"/>
                      <a:pt x="476" y="287"/>
                      <a:pt x="475" y="300"/>
                    </a:cubicBezTo>
                    <a:cubicBezTo>
                      <a:pt x="137" y="300"/>
                      <a:pt x="137" y="300"/>
                      <a:pt x="137" y="300"/>
                    </a:cubicBezTo>
                    <a:cubicBezTo>
                      <a:pt x="151" y="362"/>
                      <a:pt x="194" y="395"/>
                      <a:pt x="256" y="395"/>
                    </a:cubicBezTo>
                    <a:cubicBezTo>
                      <a:pt x="302" y="395"/>
                      <a:pt x="335" y="380"/>
                      <a:pt x="373" y="345"/>
                    </a:cubicBezTo>
                    <a:cubicBezTo>
                      <a:pt x="452" y="415"/>
                      <a:pt x="452" y="415"/>
                      <a:pt x="452" y="415"/>
                    </a:cubicBezTo>
                    <a:cubicBezTo>
                      <a:pt x="407" y="471"/>
                      <a:pt x="342" y="505"/>
                      <a:pt x="254" y="505"/>
                    </a:cubicBezTo>
                    <a:cubicBezTo>
                      <a:pt x="108" y="505"/>
                      <a:pt x="0" y="403"/>
                      <a:pt x="0" y="254"/>
                    </a:cubicBezTo>
                    <a:close/>
                    <a:moveTo>
                      <a:pt x="343" y="214"/>
                    </a:moveTo>
                    <a:cubicBezTo>
                      <a:pt x="334" y="152"/>
                      <a:pt x="298" y="111"/>
                      <a:pt x="240" y="111"/>
                    </a:cubicBezTo>
                    <a:cubicBezTo>
                      <a:pt x="183" y="111"/>
                      <a:pt x="146" y="151"/>
                      <a:pt x="135" y="214"/>
                    </a:cubicBezTo>
                    <a:lnTo>
                      <a:pt x="343" y="214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94" name="Freeform 14">
                <a:extLst>
                  <a:ext uri="{FF2B5EF4-FFF2-40B4-BE49-F238E27FC236}">
                    <a16:creationId xmlns:a16="http://schemas.microsoft.com/office/drawing/2014/main" id="{F524D8E9-37C3-A27E-30E8-DF8ACF25D41F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5348015" y="938123"/>
                <a:ext cx="195486" cy="219867"/>
              </a:xfrm>
              <a:custGeom>
                <a:avLst/>
                <a:gdLst>
                  <a:gd name="T0" fmla="*/ 0 w 450"/>
                  <a:gd name="T1" fmla="*/ 254 h 505"/>
                  <a:gd name="T2" fmla="*/ 0 w 450"/>
                  <a:gd name="T3" fmla="*/ 253 h 505"/>
                  <a:gd name="T4" fmla="*/ 254 w 450"/>
                  <a:gd name="T5" fmla="*/ 0 h 505"/>
                  <a:gd name="T6" fmla="*/ 448 w 450"/>
                  <a:gd name="T7" fmla="*/ 82 h 505"/>
                  <a:gd name="T8" fmla="*/ 363 w 450"/>
                  <a:gd name="T9" fmla="*/ 172 h 505"/>
                  <a:gd name="T10" fmla="*/ 253 w 450"/>
                  <a:gd name="T11" fmla="*/ 119 h 505"/>
                  <a:gd name="T12" fmla="*/ 135 w 450"/>
                  <a:gd name="T13" fmla="*/ 251 h 505"/>
                  <a:gd name="T14" fmla="*/ 135 w 450"/>
                  <a:gd name="T15" fmla="*/ 253 h 505"/>
                  <a:gd name="T16" fmla="*/ 258 w 450"/>
                  <a:gd name="T17" fmla="*/ 387 h 505"/>
                  <a:gd name="T18" fmla="*/ 370 w 450"/>
                  <a:gd name="T19" fmla="*/ 335 h 505"/>
                  <a:gd name="T20" fmla="*/ 450 w 450"/>
                  <a:gd name="T21" fmla="*/ 416 h 505"/>
                  <a:gd name="T22" fmla="*/ 252 w 450"/>
                  <a:gd name="T23" fmla="*/ 505 h 505"/>
                  <a:gd name="T24" fmla="*/ 0 w 450"/>
                  <a:gd name="T25" fmla="*/ 254 h 5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50" h="505">
                    <a:moveTo>
                      <a:pt x="0" y="254"/>
                    </a:moveTo>
                    <a:cubicBezTo>
                      <a:pt x="0" y="253"/>
                      <a:pt x="0" y="253"/>
                      <a:pt x="0" y="253"/>
                    </a:cubicBezTo>
                    <a:cubicBezTo>
                      <a:pt x="0" y="114"/>
                      <a:pt x="106" y="0"/>
                      <a:pt x="254" y="0"/>
                    </a:cubicBezTo>
                    <a:cubicBezTo>
                      <a:pt x="345" y="0"/>
                      <a:pt x="402" y="31"/>
                      <a:pt x="448" y="82"/>
                    </a:cubicBezTo>
                    <a:cubicBezTo>
                      <a:pt x="363" y="172"/>
                      <a:pt x="363" y="172"/>
                      <a:pt x="363" y="172"/>
                    </a:cubicBezTo>
                    <a:cubicBezTo>
                      <a:pt x="333" y="139"/>
                      <a:pt x="302" y="119"/>
                      <a:pt x="253" y="119"/>
                    </a:cubicBezTo>
                    <a:cubicBezTo>
                      <a:pt x="184" y="119"/>
                      <a:pt x="135" y="179"/>
                      <a:pt x="135" y="251"/>
                    </a:cubicBezTo>
                    <a:cubicBezTo>
                      <a:pt x="135" y="253"/>
                      <a:pt x="135" y="253"/>
                      <a:pt x="135" y="253"/>
                    </a:cubicBezTo>
                    <a:cubicBezTo>
                      <a:pt x="135" y="327"/>
                      <a:pt x="183" y="387"/>
                      <a:pt x="258" y="387"/>
                    </a:cubicBezTo>
                    <a:cubicBezTo>
                      <a:pt x="305" y="387"/>
                      <a:pt x="336" y="367"/>
                      <a:pt x="370" y="335"/>
                    </a:cubicBezTo>
                    <a:cubicBezTo>
                      <a:pt x="450" y="416"/>
                      <a:pt x="450" y="416"/>
                      <a:pt x="450" y="416"/>
                    </a:cubicBezTo>
                    <a:cubicBezTo>
                      <a:pt x="403" y="468"/>
                      <a:pt x="349" y="505"/>
                      <a:pt x="252" y="505"/>
                    </a:cubicBezTo>
                    <a:cubicBezTo>
                      <a:pt x="106" y="505"/>
                      <a:pt x="0" y="393"/>
                      <a:pt x="0" y="25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95" name="Freeform 15">
                <a:extLst>
                  <a:ext uri="{FF2B5EF4-FFF2-40B4-BE49-F238E27FC236}">
                    <a16:creationId xmlns:a16="http://schemas.microsoft.com/office/drawing/2014/main" id="{083673F6-E265-4005-D62C-293234A8CE09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5553254" y="866312"/>
                <a:ext cx="193270" cy="286802"/>
              </a:xfrm>
              <a:custGeom>
                <a:avLst/>
                <a:gdLst>
                  <a:gd name="T0" fmla="*/ 0 w 445"/>
                  <a:gd name="T1" fmla="*/ 0 h 660"/>
                  <a:gd name="T2" fmla="*/ 138 w 445"/>
                  <a:gd name="T3" fmla="*/ 0 h 660"/>
                  <a:gd name="T4" fmla="*/ 138 w 445"/>
                  <a:gd name="T5" fmla="*/ 244 h 660"/>
                  <a:gd name="T6" fmla="*/ 280 w 445"/>
                  <a:gd name="T7" fmla="*/ 166 h 660"/>
                  <a:gd name="T8" fmla="*/ 445 w 445"/>
                  <a:gd name="T9" fmla="*/ 346 h 660"/>
                  <a:gd name="T10" fmla="*/ 445 w 445"/>
                  <a:gd name="T11" fmla="*/ 660 h 660"/>
                  <a:gd name="T12" fmla="*/ 307 w 445"/>
                  <a:gd name="T13" fmla="*/ 660 h 660"/>
                  <a:gd name="T14" fmla="*/ 307 w 445"/>
                  <a:gd name="T15" fmla="*/ 390 h 660"/>
                  <a:gd name="T16" fmla="*/ 224 w 445"/>
                  <a:gd name="T17" fmla="*/ 291 h 660"/>
                  <a:gd name="T18" fmla="*/ 138 w 445"/>
                  <a:gd name="T19" fmla="*/ 390 h 660"/>
                  <a:gd name="T20" fmla="*/ 138 w 445"/>
                  <a:gd name="T21" fmla="*/ 660 h 660"/>
                  <a:gd name="T22" fmla="*/ 0 w 445"/>
                  <a:gd name="T23" fmla="*/ 660 h 660"/>
                  <a:gd name="T24" fmla="*/ 0 w 445"/>
                  <a:gd name="T25" fmla="*/ 0 h 6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45" h="660">
                    <a:moveTo>
                      <a:pt x="0" y="0"/>
                    </a:moveTo>
                    <a:cubicBezTo>
                      <a:pt x="138" y="0"/>
                      <a:pt x="138" y="0"/>
                      <a:pt x="138" y="0"/>
                    </a:cubicBezTo>
                    <a:cubicBezTo>
                      <a:pt x="138" y="244"/>
                      <a:pt x="138" y="244"/>
                      <a:pt x="138" y="244"/>
                    </a:cubicBezTo>
                    <a:cubicBezTo>
                      <a:pt x="169" y="203"/>
                      <a:pt x="210" y="166"/>
                      <a:pt x="280" y="166"/>
                    </a:cubicBezTo>
                    <a:cubicBezTo>
                      <a:pt x="384" y="166"/>
                      <a:pt x="445" y="235"/>
                      <a:pt x="445" y="346"/>
                    </a:cubicBezTo>
                    <a:cubicBezTo>
                      <a:pt x="445" y="660"/>
                      <a:pt x="445" y="660"/>
                      <a:pt x="445" y="660"/>
                    </a:cubicBezTo>
                    <a:cubicBezTo>
                      <a:pt x="307" y="660"/>
                      <a:pt x="307" y="660"/>
                      <a:pt x="307" y="660"/>
                    </a:cubicBezTo>
                    <a:cubicBezTo>
                      <a:pt x="307" y="390"/>
                      <a:pt x="307" y="390"/>
                      <a:pt x="307" y="390"/>
                    </a:cubicBezTo>
                    <a:cubicBezTo>
                      <a:pt x="307" y="324"/>
                      <a:pt x="276" y="291"/>
                      <a:pt x="224" y="291"/>
                    </a:cubicBezTo>
                    <a:cubicBezTo>
                      <a:pt x="171" y="291"/>
                      <a:pt x="138" y="324"/>
                      <a:pt x="138" y="390"/>
                    </a:cubicBezTo>
                    <a:cubicBezTo>
                      <a:pt x="138" y="660"/>
                      <a:pt x="138" y="660"/>
                      <a:pt x="138" y="660"/>
                    </a:cubicBezTo>
                    <a:cubicBezTo>
                      <a:pt x="0" y="660"/>
                      <a:pt x="0" y="660"/>
                      <a:pt x="0" y="660"/>
                    </a:cubicBez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96" name="Freeform 16">
                <a:extLst>
                  <a:ext uri="{FF2B5EF4-FFF2-40B4-BE49-F238E27FC236}">
                    <a16:creationId xmlns:a16="http://schemas.microsoft.com/office/drawing/2014/main" id="{4F04928C-BA06-2085-F636-A4F44FC6E987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5762039" y="938123"/>
                <a:ext cx="192827" cy="214991"/>
              </a:xfrm>
              <a:custGeom>
                <a:avLst/>
                <a:gdLst>
                  <a:gd name="T0" fmla="*/ 0 w 444"/>
                  <a:gd name="T1" fmla="*/ 9 h 494"/>
                  <a:gd name="T2" fmla="*/ 137 w 444"/>
                  <a:gd name="T3" fmla="*/ 9 h 494"/>
                  <a:gd name="T4" fmla="*/ 137 w 444"/>
                  <a:gd name="T5" fmla="*/ 78 h 494"/>
                  <a:gd name="T6" fmla="*/ 279 w 444"/>
                  <a:gd name="T7" fmla="*/ 0 h 494"/>
                  <a:gd name="T8" fmla="*/ 444 w 444"/>
                  <a:gd name="T9" fmla="*/ 180 h 494"/>
                  <a:gd name="T10" fmla="*/ 444 w 444"/>
                  <a:gd name="T11" fmla="*/ 494 h 494"/>
                  <a:gd name="T12" fmla="*/ 306 w 444"/>
                  <a:gd name="T13" fmla="*/ 494 h 494"/>
                  <a:gd name="T14" fmla="*/ 306 w 444"/>
                  <a:gd name="T15" fmla="*/ 224 h 494"/>
                  <a:gd name="T16" fmla="*/ 223 w 444"/>
                  <a:gd name="T17" fmla="*/ 125 h 494"/>
                  <a:gd name="T18" fmla="*/ 137 w 444"/>
                  <a:gd name="T19" fmla="*/ 224 h 494"/>
                  <a:gd name="T20" fmla="*/ 137 w 444"/>
                  <a:gd name="T21" fmla="*/ 494 h 494"/>
                  <a:gd name="T22" fmla="*/ 0 w 444"/>
                  <a:gd name="T23" fmla="*/ 494 h 494"/>
                  <a:gd name="T24" fmla="*/ 0 w 444"/>
                  <a:gd name="T25" fmla="*/ 9 h 4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44" h="494">
                    <a:moveTo>
                      <a:pt x="0" y="9"/>
                    </a:moveTo>
                    <a:cubicBezTo>
                      <a:pt x="137" y="9"/>
                      <a:pt x="137" y="9"/>
                      <a:pt x="137" y="9"/>
                    </a:cubicBezTo>
                    <a:cubicBezTo>
                      <a:pt x="137" y="78"/>
                      <a:pt x="137" y="78"/>
                      <a:pt x="137" y="78"/>
                    </a:cubicBezTo>
                    <a:cubicBezTo>
                      <a:pt x="169" y="37"/>
                      <a:pt x="210" y="0"/>
                      <a:pt x="279" y="0"/>
                    </a:cubicBezTo>
                    <a:cubicBezTo>
                      <a:pt x="383" y="0"/>
                      <a:pt x="444" y="69"/>
                      <a:pt x="444" y="180"/>
                    </a:cubicBezTo>
                    <a:cubicBezTo>
                      <a:pt x="444" y="494"/>
                      <a:pt x="444" y="494"/>
                      <a:pt x="444" y="494"/>
                    </a:cubicBezTo>
                    <a:cubicBezTo>
                      <a:pt x="306" y="494"/>
                      <a:pt x="306" y="494"/>
                      <a:pt x="306" y="494"/>
                    </a:cubicBezTo>
                    <a:cubicBezTo>
                      <a:pt x="306" y="224"/>
                      <a:pt x="306" y="224"/>
                      <a:pt x="306" y="224"/>
                    </a:cubicBezTo>
                    <a:cubicBezTo>
                      <a:pt x="306" y="158"/>
                      <a:pt x="276" y="125"/>
                      <a:pt x="223" y="125"/>
                    </a:cubicBezTo>
                    <a:cubicBezTo>
                      <a:pt x="171" y="125"/>
                      <a:pt x="137" y="158"/>
                      <a:pt x="137" y="224"/>
                    </a:cubicBezTo>
                    <a:cubicBezTo>
                      <a:pt x="137" y="494"/>
                      <a:pt x="137" y="494"/>
                      <a:pt x="137" y="494"/>
                    </a:cubicBezTo>
                    <a:cubicBezTo>
                      <a:pt x="0" y="494"/>
                      <a:pt x="0" y="494"/>
                      <a:pt x="0" y="494"/>
                    </a:cubicBezTo>
                    <a:lnTo>
                      <a:pt x="0" y="9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97" name="Freeform 17">
                <a:extLst>
                  <a:ext uri="{FF2B5EF4-FFF2-40B4-BE49-F238E27FC236}">
                    <a16:creationId xmlns:a16="http://schemas.microsoft.com/office/drawing/2014/main" id="{0B7609F1-6889-0F3F-1078-1078D3AEDAE7}"/>
                  </a:ext>
                </a:extLst>
              </p:cNvPr>
              <p:cNvSpPr>
                <a:spLocks noEditPoints="1"/>
              </p:cNvSpPr>
              <p:nvPr userDrawn="1"/>
            </p:nvSpPr>
            <p:spPr bwMode="auto">
              <a:xfrm>
                <a:off x="5967277" y="938123"/>
                <a:ext cx="228289" cy="219867"/>
              </a:xfrm>
              <a:custGeom>
                <a:avLst/>
                <a:gdLst>
                  <a:gd name="T0" fmla="*/ 0 w 525"/>
                  <a:gd name="T1" fmla="*/ 254 h 505"/>
                  <a:gd name="T2" fmla="*/ 0 w 525"/>
                  <a:gd name="T3" fmla="*/ 253 h 505"/>
                  <a:gd name="T4" fmla="*/ 263 w 525"/>
                  <a:gd name="T5" fmla="*/ 0 h 505"/>
                  <a:gd name="T6" fmla="*/ 525 w 525"/>
                  <a:gd name="T7" fmla="*/ 251 h 505"/>
                  <a:gd name="T8" fmla="*/ 525 w 525"/>
                  <a:gd name="T9" fmla="*/ 253 h 505"/>
                  <a:gd name="T10" fmla="*/ 262 w 525"/>
                  <a:gd name="T11" fmla="*/ 505 h 505"/>
                  <a:gd name="T12" fmla="*/ 0 w 525"/>
                  <a:gd name="T13" fmla="*/ 254 h 505"/>
                  <a:gd name="T14" fmla="*/ 389 w 525"/>
                  <a:gd name="T15" fmla="*/ 254 h 505"/>
                  <a:gd name="T16" fmla="*/ 389 w 525"/>
                  <a:gd name="T17" fmla="*/ 253 h 505"/>
                  <a:gd name="T18" fmla="*/ 262 w 525"/>
                  <a:gd name="T19" fmla="*/ 119 h 505"/>
                  <a:gd name="T20" fmla="*/ 136 w 525"/>
                  <a:gd name="T21" fmla="*/ 251 h 505"/>
                  <a:gd name="T22" fmla="*/ 136 w 525"/>
                  <a:gd name="T23" fmla="*/ 253 h 505"/>
                  <a:gd name="T24" fmla="*/ 263 w 525"/>
                  <a:gd name="T25" fmla="*/ 387 h 505"/>
                  <a:gd name="T26" fmla="*/ 389 w 525"/>
                  <a:gd name="T27" fmla="*/ 254 h 5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25" h="505">
                    <a:moveTo>
                      <a:pt x="0" y="254"/>
                    </a:moveTo>
                    <a:cubicBezTo>
                      <a:pt x="0" y="253"/>
                      <a:pt x="0" y="253"/>
                      <a:pt x="0" y="253"/>
                    </a:cubicBezTo>
                    <a:cubicBezTo>
                      <a:pt x="0" y="113"/>
                      <a:pt x="112" y="0"/>
                      <a:pt x="263" y="0"/>
                    </a:cubicBezTo>
                    <a:cubicBezTo>
                      <a:pt x="414" y="0"/>
                      <a:pt x="525" y="111"/>
                      <a:pt x="525" y="251"/>
                    </a:cubicBezTo>
                    <a:cubicBezTo>
                      <a:pt x="525" y="253"/>
                      <a:pt x="525" y="253"/>
                      <a:pt x="525" y="253"/>
                    </a:cubicBezTo>
                    <a:cubicBezTo>
                      <a:pt x="525" y="392"/>
                      <a:pt x="413" y="505"/>
                      <a:pt x="262" y="505"/>
                    </a:cubicBezTo>
                    <a:cubicBezTo>
                      <a:pt x="111" y="505"/>
                      <a:pt x="0" y="394"/>
                      <a:pt x="0" y="254"/>
                    </a:cubicBezTo>
                    <a:close/>
                    <a:moveTo>
                      <a:pt x="389" y="254"/>
                    </a:moveTo>
                    <a:cubicBezTo>
                      <a:pt x="389" y="253"/>
                      <a:pt x="389" y="253"/>
                      <a:pt x="389" y="253"/>
                    </a:cubicBezTo>
                    <a:cubicBezTo>
                      <a:pt x="389" y="181"/>
                      <a:pt x="338" y="119"/>
                      <a:pt x="262" y="119"/>
                    </a:cubicBezTo>
                    <a:cubicBezTo>
                      <a:pt x="183" y="119"/>
                      <a:pt x="136" y="179"/>
                      <a:pt x="136" y="251"/>
                    </a:cubicBezTo>
                    <a:cubicBezTo>
                      <a:pt x="136" y="253"/>
                      <a:pt x="136" y="253"/>
                      <a:pt x="136" y="253"/>
                    </a:cubicBezTo>
                    <a:cubicBezTo>
                      <a:pt x="136" y="324"/>
                      <a:pt x="187" y="387"/>
                      <a:pt x="263" y="387"/>
                    </a:cubicBezTo>
                    <a:cubicBezTo>
                      <a:pt x="342" y="387"/>
                      <a:pt x="389" y="326"/>
                      <a:pt x="389" y="25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98" name="Rectangle 18">
                <a:extLst>
                  <a:ext uri="{FF2B5EF4-FFF2-40B4-BE49-F238E27FC236}">
                    <a16:creationId xmlns:a16="http://schemas.microsoft.com/office/drawing/2014/main" id="{14DEDB85-DF79-F93C-595F-4B0E6B36F339}"/>
                  </a:ext>
                </a:extLst>
              </p:cNvPr>
              <p:cNvSpPr>
                <a:spLocks noChangeArrowheads="1"/>
              </p:cNvSpPr>
              <p:nvPr userDrawn="1"/>
            </p:nvSpPr>
            <p:spPr bwMode="auto">
              <a:xfrm>
                <a:off x="6207091" y="866312"/>
                <a:ext cx="59843" cy="286802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99" name="Freeform 19">
                <a:extLst>
                  <a:ext uri="{FF2B5EF4-FFF2-40B4-BE49-F238E27FC236}">
                    <a16:creationId xmlns:a16="http://schemas.microsoft.com/office/drawing/2014/main" id="{481DD98C-1DDB-14FF-BA62-46FAD00BAA89}"/>
                  </a:ext>
                </a:extLst>
              </p:cNvPr>
              <p:cNvSpPr>
                <a:spLocks noEditPoints="1"/>
              </p:cNvSpPr>
              <p:nvPr userDrawn="1"/>
            </p:nvSpPr>
            <p:spPr bwMode="auto">
              <a:xfrm>
                <a:off x="6278460" y="938123"/>
                <a:ext cx="228732" cy="219867"/>
              </a:xfrm>
              <a:custGeom>
                <a:avLst/>
                <a:gdLst>
                  <a:gd name="T0" fmla="*/ 0 w 526"/>
                  <a:gd name="T1" fmla="*/ 254 h 505"/>
                  <a:gd name="T2" fmla="*/ 0 w 526"/>
                  <a:gd name="T3" fmla="*/ 253 h 505"/>
                  <a:gd name="T4" fmla="*/ 264 w 526"/>
                  <a:gd name="T5" fmla="*/ 0 h 505"/>
                  <a:gd name="T6" fmla="*/ 526 w 526"/>
                  <a:gd name="T7" fmla="*/ 251 h 505"/>
                  <a:gd name="T8" fmla="*/ 526 w 526"/>
                  <a:gd name="T9" fmla="*/ 253 h 505"/>
                  <a:gd name="T10" fmla="*/ 262 w 526"/>
                  <a:gd name="T11" fmla="*/ 505 h 505"/>
                  <a:gd name="T12" fmla="*/ 0 w 526"/>
                  <a:gd name="T13" fmla="*/ 254 h 505"/>
                  <a:gd name="T14" fmla="*/ 390 w 526"/>
                  <a:gd name="T15" fmla="*/ 254 h 505"/>
                  <a:gd name="T16" fmla="*/ 390 w 526"/>
                  <a:gd name="T17" fmla="*/ 253 h 505"/>
                  <a:gd name="T18" fmla="*/ 262 w 526"/>
                  <a:gd name="T19" fmla="*/ 119 h 505"/>
                  <a:gd name="T20" fmla="*/ 136 w 526"/>
                  <a:gd name="T21" fmla="*/ 251 h 505"/>
                  <a:gd name="T22" fmla="*/ 136 w 526"/>
                  <a:gd name="T23" fmla="*/ 253 h 505"/>
                  <a:gd name="T24" fmla="*/ 264 w 526"/>
                  <a:gd name="T25" fmla="*/ 387 h 505"/>
                  <a:gd name="T26" fmla="*/ 390 w 526"/>
                  <a:gd name="T27" fmla="*/ 254 h 5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26" h="505">
                    <a:moveTo>
                      <a:pt x="0" y="254"/>
                    </a:moveTo>
                    <a:cubicBezTo>
                      <a:pt x="0" y="253"/>
                      <a:pt x="0" y="253"/>
                      <a:pt x="0" y="253"/>
                    </a:cubicBezTo>
                    <a:cubicBezTo>
                      <a:pt x="0" y="113"/>
                      <a:pt x="113" y="0"/>
                      <a:pt x="264" y="0"/>
                    </a:cubicBezTo>
                    <a:cubicBezTo>
                      <a:pt x="414" y="0"/>
                      <a:pt x="526" y="111"/>
                      <a:pt x="526" y="251"/>
                    </a:cubicBezTo>
                    <a:cubicBezTo>
                      <a:pt x="526" y="253"/>
                      <a:pt x="526" y="253"/>
                      <a:pt x="526" y="253"/>
                    </a:cubicBezTo>
                    <a:cubicBezTo>
                      <a:pt x="526" y="392"/>
                      <a:pt x="413" y="505"/>
                      <a:pt x="262" y="505"/>
                    </a:cubicBezTo>
                    <a:cubicBezTo>
                      <a:pt x="112" y="505"/>
                      <a:pt x="0" y="394"/>
                      <a:pt x="0" y="254"/>
                    </a:cubicBezTo>
                    <a:close/>
                    <a:moveTo>
                      <a:pt x="390" y="254"/>
                    </a:moveTo>
                    <a:cubicBezTo>
                      <a:pt x="390" y="253"/>
                      <a:pt x="390" y="253"/>
                      <a:pt x="390" y="253"/>
                    </a:cubicBezTo>
                    <a:cubicBezTo>
                      <a:pt x="390" y="181"/>
                      <a:pt x="338" y="119"/>
                      <a:pt x="262" y="119"/>
                    </a:cubicBezTo>
                    <a:cubicBezTo>
                      <a:pt x="183" y="119"/>
                      <a:pt x="136" y="179"/>
                      <a:pt x="136" y="251"/>
                    </a:cubicBezTo>
                    <a:cubicBezTo>
                      <a:pt x="136" y="253"/>
                      <a:pt x="136" y="253"/>
                      <a:pt x="136" y="253"/>
                    </a:cubicBezTo>
                    <a:cubicBezTo>
                      <a:pt x="136" y="324"/>
                      <a:pt x="188" y="387"/>
                      <a:pt x="264" y="387"/>
                    </a:cubicBezTo>
                    <a:cubicBezTo>
                      <a:pt x="343" y="387"/>
                      <a:pt x="390" y="326"/>
                      <a:pt x="390" y="25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100" name="Freeform 20">
                <a:extLst>
                  <a:ext uri="{FF2B5EF4-FFF2-40B4-BE49-F238E27FC236}">
                    <a16:creationId xmlns:a16="http://schemas.microsoft.com/office/drawing/2014/main" id="{BDC10D2B-8240-1306-CC54-B3F0CF2378C2}"/>
                  </a:ext>
                </a:extLst>
              </p:cNvPr>
              <p:cNvSpPr>
                <a:spLocks noEditPoints="1"/>
              </p:cNvSpPr>
              <p:nvPr userDrawn="1"/>
            </p:nvSpPr>
            <p:spPr bwMode="auto">
              <a:xfrm>
                <a:off x="6516057" y="938123"/>
                <a:ext cx="221197" cy="278823"/>
              </a:xfrm>
              <a:custGeom>
                <a:avLst/>
                <a:gdLst>
                  <a:gd name="T0" fmla="*/ 24 w 509"/>
                  <a:gd name="T1" fmla="*/ 590 h 641"/>
                  <a:gd name="T2" fmla="*/ 71 w 509"/>
                  <a:gd name="T3" fmla="*/ 487 h 641"/>
                  <a:gd name="T4" fmla="*/ 235 w 509"/>
                  <a:gd name="T5" fmla="*/ 531 h 641"/>
                  <a:gd name="T6" fmla="*/ 373 w 509"/>
                  <a:gd name="T7" fmla="*/ 399 h 641"/>
                  <a:gd name="T8" fmla="*/ 373 w 509"/>
                  <a:gd name="T9" fmla="*/ 376 h 641"/>
                  <a:gd name="T10" fmla="*/ 215 w 509"/>
                  <a:gd name="T11" fmla="*/ 454 h 641"/>
                  <a:gd name="T12" fmla="*/ 0 w 509"/>
                  <a:gd name="T13" fmla="*/ 228 h 641"/>
                  <a:gd name="T14" fmla="*/ 0 w 509"/>
                  <a:gd name="T15" fmla="*/ 226 h 641"/>
                  <a:gd name="T16" fmla="*/ 215 w 509"/>
                  <a:gd name="T17" fmla="*/ 0 h 641"/>
                  <a:gd name="T18" fmla="*/ 372 w 509"/>
                  <a:gd name="T19" fmla="*/ 72 h 641"/>
                  <a:gd name="T20" fmla="*/ 372 w 509"/>
                  <a:gd name="T21" fmla="*/ 9 h 641"/>
                  <a:gd name="T22" fmla="*/ 509 w 509"/>
                  <a:gd name="T23" fmla="*/ 9 h 641"/>
                  <a:gd name="T24" fmla="*/ 509 w 509"/>
                  <a:gd name="T25" fmla="*/ 385 h 641"/>
                  <a:gd name="T26" fmla="*/ 448 w 509"/>
                  <a:gd name="T27" fmla="*/ 576 h 641"/>
                  <a:gd name="T28" fmla="*/ 239 w 509"/>
                  <a:gd name="T29" fmla="*/ 641 h 641"/>
                  <a:gd name="T30" fmla="*/ 24 w 509"/>
                  <a:gd name="T31" fmla="*/ 590 h 641"/>
                  <a:gd name="T32" fmla="*/ 373 w 509"/>
                  <a:gd name="T33" fmla="*/ 228 h 641"/>
                  <a:gd name="T34" fmla="*/ 373 w 509"/>
                  <a:gd name="T35" fmla="*/ 226 h 641"/>
                  <a:gd name="T36" fmla="*/ 255 w 509"/>
                  <a:gd name="T37" fmla="*/ 114 h 641"/>
                  <a:gd name="T38" fmla="*/ 137 w 509"/>
                  <a:gd name="T39" fmla="*/ 226 h 641"/>
                  <a:gd name="T40" fmla="*/ 137 w 509"/>
                  <a:gd name="T41" fmla="*/ 228 h 641"/>
                  <a:gd name="T42" fmla="*/ 255 w 509"/>
                  <a:gd name="T43" fmla="*/ 340 h 641"/>
                  <a:gd name="T44" fmla="*/ 373 w 509"/>
                  <a:gd name="T45" fmla="*/ 228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509" h="641">
                    <a:moveTo>
                      <a:pt x="24" y="590"/>
                    </a:moveTo>
                    <a:cubicBezTo>
                      <a:pt x="71" y="487"/>
                      <a:pt x="71" y="487"/>
                      <a:pt x="71" y="487"/>
                    </a:cubicBezTo>
                    <a:cubicBezTo>
                      <a:pt x="121" y="515"/>
                      <a:pt x="171" y="531"/>
                      <a:pt x="235" y="531"/>
                    </a:cubicBezTo>
                    <a:cubicBezTo>
                      <a:pt x="329" y="531"/>
                      <a:pt x="373" y="486"/>
                      <a:pt x="373" y="399"/>
                    </a:cubicBezTo>
                    <a:cubicBezTo>
                      <a:pt x="373" y="376"/>
                      <a:pt x="373" y="376"/>
                      <a:pt x="373" y="376"/>
                    </a:cubicBezTo>
                    <a:cubicBezTo>
                      <a:pt x="333" y="425"/>
                      <a:pt x="288" y="454"/>
                      <a:pt x="215" y="454"/>
                    </a:cubicBezTo>
                    <a:cubicBezTo>
                      <a:pt x="102" y="454"/>
                      <a:pt x="0" y="372"/>
                      <a:pt x="0" y="228"/>
                    </a:cubicBezTo>
                    <a:cubicBezTo>
                      <a:pt x="0" y="226"/>
                      <a:pt x="0" y="226"/>
                      <a:pt x="0" y="226"/>
                    </a:cubicBezTo>
                    <a:cubicBezTo>
                      <a:pt x="0" y="82"/>
                      <a:pt x="104" y="0"/>
                      <a:pt x="215" y="0"/>
                    </a:cubicBezTo>
                    <a:cubicBezTo>
                      <a:pt x="290" y="0"/>
                      <a:pt x="334" y="32"/>
                      <a:pt x="372" y="72"/>
                    </a:cubicBezTo>
                    <a:cubicBezTo>
                      <a:pt x="372" y="9"/>
                      <a:pt x="372" y="9"/>
                      <a:pt x="372" y="9"/>
                    </a:cubicBezTo>
                    <a:cubicBezTo>
                      <a:pt x="509" y="9"/>
                      <a:pt x="509" y="9"/>
                      <a:pt x="509" y="9"/>
                    </a:cubicBezTo>
                    <a:cubicBezTo>
                      <a:pt x="509" y="385"/>
                      <a:pt x="509" y="385"/>
                      <a:pt x="509" y="385"/>
                    </a:cubicBezTo>
                    <a:cubicBezTo>
                      <a:pt x="509" y="472"/>
                      <a:pt x="488" y="535"/>
                      <a:pt x="448" y="576"/>
                    </a:cubicBezTo>
                    <a:cubicBezTo>
                      <a:pt x="402" y="621"/>
                      <a:pt x="333" y="641"/>
                      <a:pt x="239" y="641"/>
                    </a:cubicBezTo>
                    <a:cubicBezTo>
                      <a:pt x="160" y="641"/>
                      <a:pt x="86" y="623"/>
                      <a:pt x="24" y="590"/>
                    </a:cubicBezTo>
                    <a:close/>
                    <a:moveTo>
                      <a:pt x="373" y="228"/>
                    </a:moveTo>
                    <a:cubicBezTo>
                      <a:pt x="373" y="226"/>
                      <a:pt x="373" y="226"/>
                      <a:pt x="373" y="226"/>
                    </a:cubicBezTo>
                    <a:cubicBezTo>
                      <a:pt x="373" y="160"/>
                      <a:pt x="322" y="114"/>
                      <a:pt x="255" y="114"/>
                    </a:cubicBezTo>
                    <a:cubicBezTo>
                      <a:pt x="188" y="114"/>
                      <a:pt x="137" y="160"/>
                      <a:pt x="137" y="226"/>
                    </a:cubicBezTo>
                    <a:cubicBezTo>
                      <a:pt x="137" y="228"/>
                      <a:pt x="137" y="228"/>
                      <a:pt x="137" y="228"/>
                    </a:cubicBezTo>
                    <a:cubicBezTo>
                      <a:pt x="137" y="295"/>
                      <a:pt x="188" y="340"/>
                      <a:pt x="255" y="340"/>
                    </a:cubicBezTo>
                    <a:cubicBezTo>
                      <a:pt x="322" y="340"/>
                      <a:pt x="373" y="294"/>
                      <a:pt x="373" y="22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101" name="Freeform 21">
                <a:extLst>
                  <a:ext uri="{FF2B5EF4-FFF2-40B4-BE49-F238E27FC236}">
                    <a16:creationId xmlns:a16="http://schemas.microsoft.com/office/drawing/2014/main" id="{A2A74FC7-B210-AC23-8BAD-A8CEF20144F7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6747450" y="942113"/>
                <a:ext cx="219424" cy="275277"/>
              </a:xfrm>
              <a:custGeom>
                <a:avLst/>
                <a:gdLst>
                  <a:gd name="T0" fmla="*/ 362 w 505"/>
                  <a:gd name="T1" fmla="*/ 0 h 633"/>
                  <a:gd name="T2" fmla="*/ 505 w 505"/>
                  <a:gd name="T3" fmla="*/ 0 h 633"/>
                  <a:gd name="T4" fmla="*/ 319 w 505"/>
                  <a:gd name="T5" fmla="*/ 497 h 633"/>
                  <a:gd name="T6" fmla="*/ 159 w 505"/>
                  <a:gd name="T7" fmla="*/ 633 h 633"/>
                  <a:gd name="T8" fmla="*/ 37 w 505"/>
                  <a:gd name="T9" fmla="*/ 599 h 633"/>
                  <a:gd name="T10" fmla="*/ 83 w 505"/>
                  <a:gd name="T11" fmla="*/ 500 h 633"/>
                  <a:gd name="T12" fmla="*/ 142 w 505"/>
                  <a:gd name="T13" fmla="*/ 519 h 633"/>
                  <a:gd name="T14" fmla="*/ 190 w 505"/>
                  <a:gd name="T15" fmla="*/ 487 h 633"/>
                  <a:gd name="T16" fmla="*/ 0 w 505"/>
                  <a:gd name="T17" fmla="*/ 0 h 633"/>
                  <a:gd name="T18" fmla="*/ 146 w 505"/>
                  <a:gd name="T19" fmla="*/ 0 h 633"/>
                  <a:gd name="T20" fmla="*/ 256 w 505"/>
                  <a:gd name="T21" fmla="*/ 331 h 633"/>
                  <a:gd name="T22" fmla="*/ 362 w 505"/>
                  <a:gd name="T23" fmla="*/ 0 h 6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505" h="633">
                    <a:moveTo>
                      <a:pt x="362" y="0"/>
                    </a:moveTo>
                    <a:cubicBezTo>
                      <a:pt x="505" y="0"/>
                      <a:pt x="505" y="0"/>
                      <a:pt x="505" y="0"/>
                    </a:cubicBezTo>
                    <a:cubicBezTo>
                      <a:pt x="319" y="497"/>
                      <a:pt x="319" y="497"/>
                      <a:pt x="319" y="497"/>
                    </a:cubicBezTo>
                    <a:cubicBezTo>
                      <a:pt x="282" y="596"/>
                      <a:pt x="242" y="633"/>
                      <a:pt x="159" y="633"/>
                    </a:cubicBezTo>
                    <a:cubicBezTo>
                      <a:pt x="110" y="633"/>
                      <a:pt x="73" y="620"/>
                      <a:pt x="37" y="599"/>
                    </a:cubicBezTo>
                    <a:cubicBezTo>
                      <a:pt x="83" y="500"/>
                      <a:pt x="83" y="500"/>
                      <a:pt x="83" y="500"/>
                    </a:cubicBezTo>
                    <a:cubicBezTo>
                      <a:pt x="101" y="511"/>
                      <a:pt x="124" y="519"/>
                      <a:pt x="142" y="519"/>
                    </a:cubicBezTo>
                    <a:cubicBezTo>
                      <a:pt x="166" y="519"/>
                      <a:pt x="178" y="512"/>
                      <a:pt x="190" y="487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46" y="0"/>
                      <a:pt x="146" y="0"/>
                      <a:pt x="146" y="0"/>
                    </a:cubicBezTo>
                    <a:cubicBezTo>
                      <a:pt x="256" y="331"/>
                      <a:pt x="256" y="331"/>
                      <a:pt x="256" y="331"/>
                    </a:cubicBezTo>
                    <a:lnTo>
                      <a:pt x="362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102" name="Freeform 22">
                <a:extLst>
                  <a:ext uri="{FF2B5EF4-FFF2-40B4-BE49-F238E27FC236}">
                    <a16:creationId xmlns:a16="http://schemas.microsoft.com/office/drawing/2014/main" id="{ACC82ECF-72D6-6ED9-EF73-7495DE192F95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6005842" y="1258171"/>
                <a:ext cx="132541" cy="290348"/>
              </a:xfrm>
              <a:custGeom>
                <a:avLst/>
                <a:gdLst>
                  <a:gd name="T0" fmla="*/ 57 w 305"/>
                  <a:gd name="T1" fmla="*/ 299 h 667"/>
                  <a:gd name="T2" fmla="*/ 0 w 305"/>
                  <a:gd name="T3" fmla="*/ 299 h 667"/>
                  <a:gd name="T4" fmla="*/ 0 w 305"/>
                  <a:gd name="T5" fmla="*/ 186 h 667"/>
                  <a:gd name="T6" fmla="*/ 57 w 305"/>
                  <a:gd name="T7" fmla="*/ 186 h 667"/>
                  <a:gd name="T8" fmla="*/ 57 w 305"/>
                  <a:gd name="T9" fmla="*/ 155 h 667"/>
                  <a:gd name="T10" fmla="*/ 96 w 305"/>
                  <a:gd name="T11" fmla="*/ 38 h 667"/>
                  <a:gd name="T12" fmla="*/ 208 w 305"/>
                  <a:gd name="T13" fmla="*/ 0 h 667"/>
                  <a:gd name="T14" fmla="*/ 305 w 305"/>
                  <a:gd name="T15" fmla="*/ 13 h 667"/>
                  <a:gd name="T16" fmla="*/ 305 w 305"/>
                  <a:gd name="T17" fmla="*/ 127 h 667"/>
                  <a:gd name="T18" fmla="*/ 243 w 305"/>
                  <a:gd name="T19" fmla="*/ 115 h 667"/>
                  <a:gd name="T20" fmla="*/ 193 w 305"/>
                  <a:gd name="T21" fmla="*/ 168 h 667"/>
                  <a:gd name="T22" fmla="*/ 193 w 305"/>
                  <a:gd name="T23" fmla="*/ 187 h 667"/>
                  <a:gd name="T24" fmla="*/ 305 w 305"/>
                  <a:gd name="T25" fmla="*/ 187 h 667"/>
                  <a:gd name="T26" fmla="*/ 305 w 305"/>
                  <a:gd name="T27" fmla="*/ 299 h 667"/>
                  <a:gd name="T28" fmla="*/ 195 w 305"/>
                  <a:gd name="T29" fmla="*/ 299 h 667"/>
                  <a:gd name="T30" fmla="*/ 195 w 305"/>
                  <a:gd name="T31" fmla="*/ 667 h 667"/>
                  <a:gd name="T32" fmla="*/ 57 w 305"/>
                  <a:gd name="T33" fmla="*/ 667 h 667"/>
                  <a:gd name="T34" fmla="*/ 57 w 305"/>
                  <a:gd name="T35" fmla="*/ 299 h 6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305" h="667">
                    <a:moveTo>
                      <a:pt x="57" y="299"/>
                    </a:moveTo>
                    <a:cubicBezTo>
                      <a:pt x="0" y="299"/>
                      <a:pt x="0" y="299"/>
                      <a:pt x="0" y="299"/>
                    </a:cubicBezTo>
                    <a:cubicBezTo>
                      <a:pt x="0" y="186"/>
                      <a:pt x="0" y="186"/>
                      <a:pt x="0" y="186"/>
                    </a:cubicBezTo>
                    <a:cubicBezTo>
                      <a:pt x="57" y="186"/>
                      <a:pt x="57" y="186"/>
                      <a:pt x="57" y="186"/>
                    </a:cubicBezTo>
                    <a:cubicBezTo>
                      <a:pt x="57" y="155"/>
                      <a:pt x="57" y="155"/>
                      <a:pt x="57" y="155"/>
                    </a:cubicBezTo>
                    <a:cubicBezTo>
                      <a:pt x="57" y="102"/>
                      <a:pt x="71" y="63"/>
                      <a:pt x="96" y="38"/>
                    </a:cubicBezTo>
                    <a:cubicBezTo>
                      <a:pt x="122" y="12"/>
                      <a:pt x="159" y="0"/>
                      <a:pt x="208" y="0"/>
                    </a:cubicBezTo>
                    <a:cubicBezTo>
                      <a:pt x="251" y="0"/>
                      <a:pt x="280" y="5"/>
                      <a:pt x="305" y="13"/>
                    </a:cubicBezTo>
                    <a:cubicBezTo>
                      <a:pt x="305" y="127"/>
                      <a:pt x="305" y="127"/>
                      <a:pt x="305" y="127"/>
                    </a:cubicBezTo>
                    <a:cubicBezTo>
                      <a:pt x="286" y="120"/>
                      <a:pt x="267" y="115"/>
                      <a:pt x="243" y="115"/>
                    </a:cubicBezTo>
                    <a:cubicBezTo>
                      <a:pt x="211" y="115"/>
                      <a:pt x="193" y="132"/>
                      <a:pt x="193" y="168"/>
                    </a:cubicBezTo>
                    <a:cubicBezTo>
                      <a:pt x="193" y="187"/>
                      <a:pt x="193" y="187"/>
                      <a:pt x="193" y="187"/>
                    </a:cubicBezTo>
                    <a:cubicBezTo>
                      <a:pt x="305" y="187"/>
                      <a:pt x="305" y="187"/>
                      <a:pt x="305" y="187"/>
                    </a:cubicBezTo>
                    <a:cubicBezTo>
                      <a:pt x="305" y="299"/>
                      <a:pt x="305" y="299"/>
                      <a:pt x="305" y="299"/>
                    </a:cubicBezTo>
                    <a:cubicBezTo>
                      <a:pt x="195" y="299"/>
                      <a:pt x="195" y="299"/>
                      <a:pt x="195" y="299"/>
                    </a:cubicBezTo>
                    <a:cubicBezTo>
                      <a:pt x="195" y="667"/>
                      <a:pt x="195" y="667"/>
                      <a:pt x="195" y="667"/>
                    </a:cubicBezTo>
                    <a:cubicBezTo>
                      <a:pt x="57" y="667"/>
                      <a:pt x="57" y="667"/>
                      <a:pt x="57" y="667"/>
                    </a:cubicBezTo>
                    <a:lnTo>
                      <a:pt x="57" y="299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103" name="Freeform 23">
                <a:extLst>
                  <a:ext uri="{FF2B5EF4-FFF2-40B4-BE49-F238E27FC236}">
                    <a16:creationId xmlns:a16="http://schemas.microsoft.com/office/drawing/2014/main" id="{22DAB937-2E79-C195-4D0E-AD10E570DD17}"/>
                  </a:ext>
                </a:extLst>
              </p:cNvPr>
              <p:cNvSpPr>
                <a:spLocks noEditPoints="1"/>
              </p:cNvSpPr>
              <p:nvPr userDrawn="1"/>
            </p:nvSpPr>
            <p:spPr bwMode="auto">
              <a:xfrm>
                <a:off x="6137497" y="1333086"/>
                <a:ext cx="228289" cy="219867"/>
              </a:xfrm>
              <a:custGeom>
                <a:avLst/>
                <a:gdLst>
                  <a:gd name="T0" fmla="*/ 0 w 525"/>
                  <a:gd name="T1" fmla="*/ 255 h 506"/>
                  <a:gd name="T2" fmla="*/ 0 w 525"/>
                  <a:gd name="T3" fmla="*/ 253 h 506"/>
                  <a:gd name="T4" fmla="*/ 263 w 525"/>
                  <a:gd name="T5" fmla="*/ 0 h 506"/>
                  <a:gd name="T6" fmla="*/ 525 w 525"/>
                  <a:gd name="T7" fmla="*/ 251 h 506"/>
                  <a:gd name="T8" fmla="*/ 525 w 525"/>
                  <a:gd name="T9" fmla="*/ 253 h 506"/>
                  <a:gd name="T10" fmla="*/ 261 w 525"/>
                  <a:gd name="T11" fmla="*/ 506 h 506"/>
                  <a:gd name="T12" fmla="*/ 0 w 525"/>
                  <a:gd name="T13" fmla="*/ 255 h 506"/>
                  <a:gd name="T14" fmla="*/ 389 w 525"/>
                  <a:gd name="T15" fmla="*/ 255 h 506"/>
                  <a:gd name="T16" fmla="*/ 389 w 525"/>
                  <a:gd name="T17" fmla="*/ 253 h 506"/>
                  <a:gd name="T18" fmla="*/ 261 w 525"/>
                  <a:gd name="T19" fmla="*/ 119 h 506"/>
                  <a:gd name="T20" fmla="*/ 135 w 525"/>
                  <a:gd name="T21" fmla="*/ 251 h 506"/>
                  <a:gd name="T22" fmla="*/ 135 w 525"/>
                  <a:gd name="T23" fmla="*/ 253 h 506"/>
                  <a:gd name="T24" fmla="*/ 263 w 525"/>
                  <a:gd name="T25" fmla="*/ 387 h 506"/>
                  <a:gd name="T26" fmla="*/ 389 w 525"/>
                  <a:gd name="T27" fmla="*/ 255 h 5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25" h="506">
                    <a:moveTo>
                      <a:pt x="0" y="255"/>
                    </a:moveTo>
                    <a:cubicBezTo>
                      <a:pt x="0" y="253"/>
                      <a:pt x="0" y="253"/>
                      <a:pt x="0" y="253"/>
                    </a:cubicBezTo>
                    <a:cubicBezTo>
                      <a:pt x="0" y="114"/>
                      <a:pt x="112" y="0"/>
                      <a:pt x="263" y="0"/>
                    </a:cubicBezTo>
                    <a:cubicBezTo>
                      <a:pt x="413" y="0"/>
                      <a:pt x="525" y="112"/>
                      <a:pt x="525" y="251"/>
                    </a:cubicBezTo>
                    <a:cubicBezTo>
                      <a:pt x="525" y="253"/>
                      <a:pt x="525" y="253"/>
                      <a:pt x="525" y="253"/>
                    </a:cubicBezTo>
                    <a:cubicBezTo>
                      <a:pt x="525" y="392"/>
                      <a:pt x="412" y="506"/>
                      <a:pt x="261" y="506"/>
                    </a:cubicBezTo>
                    <a:cubicBezTo>
                      <a:pt x="111" y="506"/>
                      <a:pt x="0" y="394"/>
                      <a:pt x="0" y="255"/>
                    </a:cubicBezTo>
                    <a:close/>
                    <a:moveTo>
                      <a:pt x="389" y="255"/>
                    </a:moveTo>
                    <a:cubicBezTo>
                      <a:pt x="389" y="253"/>
                      <a:pt x="389" y="253"/>
                      <a:pt x="389" y="253"/>
                    </a:cubicBezTo>
                    <a:cubicBezTo>
                      <a:pt x="389" y="182"/>
                      <a:pt x="337" y="119"/>
                      <a:pt x="261" y="119"/>
                    </a:cubicBezTo>
                    <a:cubicBezTo>
                      <a:pt x="183" y="119"/>
                      <a:pt x="135" y="180"/>
                      <a:pt x="135" y="251"/>
                    </a:cubicBezTo>
                    <a:cubicBezTo>
                      <a:pt x="135" y="253"/>
                      <a:pt x="135" y="253"/>
                      <a:pt x="135" y="253"/>
                    </a:cubicBezTo>
                    <a:cubicBezTo>
                      <a:pt x="135" y="325"/>
                      <a:pt x="187" y="387"/>
                      <a:pt x="263" y="387"/>
                    </a:cubicBezTo>
                    <a:cubicBezTo>
                      <a:pt x="342" y="387"/>
                      <a:pt x="389" y="326"/>
                      <a:pt x="389" y="25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104" name="Freeform 24">
                <a:extLst>
                  <a:ext uri="{FF2B5EF4-FFF2-40B4-BE49-F238E27FC236}">
                    <a16:creationId xmlns:a16="http://schemas.microsoft.com/office/drawing/2014/main" id="{10B466F6-F9DE-C9E9-D98F-5CB17B8BE4DB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6379084" y="1331756"/>
                <a:ext cx="127665" cy="216764"/>
              </a:xfrm>
              <a:custGeom>
                <a:avLst/>
                <a:gdLst>
                  <a:gd name="T0" fmla="*/ 0 w 293"/>
                  <a:gd name="T1" fmla="*/ 13 h 498"/>
                  <a:gd name="T2" fmla="*/ 138 w 293"/>
                  <a:gd name="T3" fmla="*/ 13 h 498"/>
                  <a:gd name="T4" fmla="*/ 138 w 293"/>
                  <a:gd name="T5" fmla="*/ 110 h 498"/>
                  <a:gd name="T6" fmla="*/ 293 w 293"/>
                  <a:gd name="T7" fmla="*/ 3 h 498"/>
                  <a:gd name="T8" fmla="*/ 293 w 293"/>
                  <a:gd name="T9" fmla="*/ 147 h 498"/>
                  <a:gd name="T10" fmla="*/ 286 w 293"/>
                  <a:gd name="T11" fmla="*/ 147 h 498"/>
                  <a:gd name="T12" fmla="*/ 138 w 293"/>
                  <a:gd name="T13" fmla="*/ 318 h 498"/>
                  <a:gd name="T14" fmla="*/ 138 w 293"/>
                  <a:gd name="T15" fmla="*/ 498 h 498"/>
                  <a:gd name="T16" fmla="*/ 0 w 293"/>
                  <a:gd name="T17" fmla="*/ 498 h 498"/>
                  <a:gd name="T18" fmla="*/ 0 w 293"/>
                  <a:gd name="T19" fmla="*/ 13 h 4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93" h="498">
                    <a:moveTo>
                      <a:pt x="0" y="13"/>
                    </a:moveTo>
                    <a:cubicBezTo>
                      <a:pt x="138" y="13"/>
                      <a:pt x="138" y="13"/>
                      <a:pt x="138" y="13"/>
                    </a:cubicBezTo>
                    <a:cubicBezTo>
                      <a:pt x="138" y="110"/>
                      <a:pt x="138" y="110"/>
                      <a:pt x="138" y="110"/>
                    </a:cubicBezTo>
                    <a:cubicBezTo>
                      <a:pt x="166" y="43"/>
                      <a:pt x="211" y="0"/>
                      <a:pt x="293" y="3"/>
                    </a:cubicBezTo>
                    <a:cubicBezTo>
                      <a:pt x="293" y="147"/>
                      <a:pt x="293" y="147"/>
                      <a:pt x="293" y="147"/>
                    </a:cubicBezTo>
                    <a:cubicBezTo>
                      <a:pt x="286" y="147"/>
                      <a:pt x="286" y="147"/>
                      <a:pt x="286" y="147"/>
                    </a:cubicBezTo>
                    <a:cubicBezTo>
                      <a:pt x="194" y="147"/>
                      <a:pt x="138" y="203"/>
                      <a:pt x="138" y="318"/>
                    </a:cubicBezTo>
                    <a:cubicBezTo>
                      <a:pt x="138" y="498"/>
                      <a:pt x="138" y="498"/>
                      <a:pt x="138" y="498"/>
                    </a:cubicBezTo>
                    <a:cubicBezTo>
                      <a:pt x="0" y="498"/>
                      <a:pt x="0" y="498"/>
                      <a:pt x="0" y="498"/>
                    </a:cubicBezTo>
                    <a:lnTo>
                      <a:pt x="0" y="1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105" name="Freeform 25">
                <a:extLst>
                  <a:ext uri="{FF2B5EF4-FFF2-40B4-BE49-F238E27FC236}">
                    <a16:creationId xmlns:a16="http://schemas.microsoft.com/office/drawing/2014/main" id="{AD3E18E3-90EA-4D54-E039-6221DAC55953}"/>
                  </a:ext>
                </a:extLst>
              </p:cNvPr>
              <p:cNvSpPr>
                <a:spLocks noEditPoints="1"/>
              </p:cNvSpPr>
              <p:nvPr userDrawn="1"/>
            </p:nvSpPr>
            <p:spPr bwMode="auto">
              <a:xfrm>
                <a:off x="6582993" y="1334859"/>
                <a:ext cx="194157" cy="217207"/>
              </a:xfrm>
              <a:custGeom>
                <a:avLst/>
                <a:gdLst>
                  <a:gd name="T0" fmla="*/ 0 w 446"/>
                  <a:gd name="T1" fmla="*/ 351 h 500"/>
                  <a:gd name="T2" fmla="*/ 0 w 446"/>
                  <a:gd name="T3" fmla="*/ 349 h 500"/>
                  <a:gd name="T4" fmla="*/ 195 w 446"/>
                  <a:gd name="T5" fmla="*/ 195 h 500"/>
                  <a:gd name="T6" fmla="*/ 314 w 446"/>
                  <a:gd name="T7" fmla="*/ 215 h 500"/>
                  <a:gd name="T8" fmla="*/ 314 w 446"/>
                  <a:gd name="T9" fmla="*/ 206 h 500"/>
                  <a:gd name="T10" fmla="*/ 210 w 446"/>
                  <a:gd name="T11" fmla="*/ 118 h 500"/>
                  <a:gd name="T12" fmla="*/ 76 w 446"/>
                  <a:gd name="T13" fmla="*/ 144 h 500"/>
                  <a:gd name="T14" fmla="*/ 42 w 446"/>
                  <a:gd name="T15" fmla="*/ 39 h 500"/>
                  <a:gd name="T16" fmla="*/ 230 w 446"/>
                  <a:gd name="T17" fmla="*/ 0 h 500"/>
                  <a:gd name="T18" fmla="*/ 394 w 446"/>
                  <a:gd name="T19" fmla="*/ 54 h 500"/>
                  <a:gd name="T20" fmla="*/ 446 w 446"/>
                  <a:gd name="T21" fmla="*/ 209 h 500"/>
                  <a:gd name="T22" fmla="*/ 446 w 446"/>
                  <a:gd name="T23" fmla="*/ 491 h 500"/>
                  <a:gd name="T24" fmla="*/ 313 w 446"/>
                  <a:gd name="T25" fmla="*/ 491 h 500"/>
                  <a:gd name="T26" fmla="*/ 313 w 446"/>
                  <a:gd name="T27" fmla="*/ 438 h 500"/>
                  <a:gd name="T28" fmla="*/ 167 w 446"/>
                  <a:gd name="T29" fmla="*/ 500 h 500"/>
                  <a:gd name="T30" fmla="*/ 0 w 446"/>
                  <a:gd name="T31" fmla="*/ 351 h 500"/>
                  <a:gd name="T32" fmla="*/ 316 w 446"/>
                  <a:gd name="T33" fmla="*/ 320 h 500"/>
                  <a:gd name="T34" fmla="*/ 316 w 446"/>
                  <a:gd name="T35" fmla="*/ 295 h 500"/>
                  <a:gd name="T36" fmla="*/ 228 w 446"/>
                  <a:gd name="T37" fmla="*/ 277 h 500"/>
                  <a:gd name="T38" fmla="*/ 133 w 446"/>
                  <a:gd name="T39" fmla="*/ 344 h 500"/>
                  <a:gd name="T40" fmla="*/ 133 w 446"/>
                  <a:gd name="T41" fmla="*/ 346 h 500"/>
                  <a:gd name="T42" fmla="*/ 208 w 446"/>
                  <a:gd name="T43" fmla="*/ 405 h 500"/>
                  <a:gd name="T44" fmla="*/ 316 w 446"/>
                  <a:gd name="T45" fmla="*/ 320 h 5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446" h="500">
                    <a:moveTo>
                      <a:pt x="0" y="351"/>
                    </a:moveTo>
                    <a:cubicBezTo>
                      <a:pt x="0" y="349"/>
                      <a:pt x="0" y="349"/>
                      <a:pt x="0" y="349"/>
                    </a:cubicBezTo>
                    <a:cubicBezTo>
                      <a:pt x="0" y="244"/>
                      <a:pt x="81" y="195"/>
                      <a:pt x="195" y="195"/>
                    </a:cubicBezTo>
                    <a:cubicBezTo>
                      <a:pt x="244" y="195"/>
                      <a:pt x="280" y="203"/>
                      <a:pt x="314" y="215"/>
                    </a:cubicBezTo>
                    <a:cubicBezTo>
                      <a:pt x="314" y="206"/>
                      <a:pt x="314" y="206"/>
                      <a:pt x="314" y="206"/>
                    </a:cubicBezTo>
                    <a:cubicBezTo>
                      <a:pt x="314" y="149"/>
                      <a:pt x="279" y="118"/>
                      <a:pt x="210" y="118"/>
                    </a:cubicBezTo>
                    <a:cubicBezTo>
                      <a:pt x="157" y="118"/>
                      <a:pt x="120" y="128"/>
                      <a:pt x="76" y="144"/>
                    </a:cubicBezTo>
                    <a:cubicBezTo>
                      <a:pt x="42" y="39"/>
                      <a:pt x="42" y="39"/>
                      <a:pt x="42" y="39"/>
                    </a:cubicBezTo>
                    <a:cubicBezTo>
                      <a:pt x="95" y="15"/>
                      <a:pt x="148" y="0"/>
                      <a:pt x="230" y="0"/>
                    </a:cubicBezTo>
                    <a:cubicBezTo>
                      <a:pt x="305" y="0"/>
                      <a:pt x="359" y="20"/>
                      <a:pt x="394" y="54"/>
                    </a:cubicBezTo>
                    <a:cubicBezTo>
                      <a:pt x="430" y="91"/>
                      <a:pt x="446" y="144"/>
                      <a:pt x="446" y="209"/>
                    </a:cubicBezTo>
                    <a:cubicBezTo>
                      <a:pt x="446" y="491"/>
                      <a:pt x="446" y="491"/>
                      <a:pt x="446" y="491"/>
                    </a:cubicBezTo>
                    <a:cubicBezTo>
                      <a:pt x="313" y="491"/>
                      <a:pt x="313" y="491"/>
                      <a:pt x="313" y="491"/>
                    </a:cubicBezTo>
                    <a:cubicBezTo>
                      <a:pt x="313" y="438"/>
                      <a:pt x="313" y="438"/>
                      <a:pt x="313" y="438"/>
                    </a:cubicBezTo>
                    <a:cubicBezTo>
                      <a:pt x="280" y="475"/>
                      <a:pt x="234" y="500"/>
                      <a:pt x="167" y="500"/>
                    </a:cubicBezTo>
                    <a:cubicBezTo>
                      <a:pt x="75" y="500"/>
                      <a:pt x="0" y="447"/>
                      <a:pt x="0" y="351"/>
                    </a:cubicBezTo>
                    <a:close/>
                    <a:moveTo>
                      <a:pt x="316" y="320"/>
                    </a:moveTo>
                    <a:cubicBezTo>
                      <a:pt x="316" y="295"/>
                      <a:pt x="316" y="295"/>
                      <a:pt x="316" y="295"/>
                    </a:cubicBezTo>
                    <a:cubicBezTo>
                      <a:pt x="292" y="284"/>
                      <a:pt x="262" y="277"/>
                      <a:pt x="228" y="277"/>
                    </a:cubicBezTo>
                    <a:cubicBezTo>
                      <a:pt x="169" y="277"/>
                      <a:pt x="133" y="301"/>
                      <a:pt x="133" y="344"/>
                    </a:cubicBezTo>
                    <a:cubicBezTo>
                      <a:pt x="133" y="346"/>
                      <a:pt x="133" y="346"/>
                      <a:pt x="133" y="346"/>
                    </a:cubicBezTo>
                    <a:cubicBezTo>
                      <a:pt x="133" y="383"/>
                      <a:pt x="164" y="405"/>
                      <a:pt x="208" y="405"/>
                    </a:cubicBezTo>
                    <a:cubicBezTo>
                      <a:pt x="272" y="405"/>
                      <a:pt x="316" y="369"/>
                      <a:pt x="316" y="32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106" name="Rectangle 26">
                <a:extLst>
                  <a:ext uri="{FF2B5EF4-FFF2-40B4-BE49-F238E27FC236}">
                    <a16:creationId xmlns:a16="http://schemas.microsoft.com/office/drawing/2014/main" id="{144E16EA-4F3F-420C-5D8D-753A1E9F0B11}"/>
                  </a:ext>
                </a:extLst>
              </p:cNvPr>
              <p:cNvSpPr>
                <a:spLocks noChangeArrowheads="1"/>
              </p:cNvSpPr>
              <p:nvPr userDrawn="1"/>
            </p:nvSpPr>
            <p:spPr bwMode="auto">
              <a:xfrm>
                <a:off x="6801973" y="1260831"/>
                <a:ext cx="59843" cy="287689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107" name="Rectangle 27">
                <a:extLst>
                  <a:ext uri="{FF2B5EF4-FFF2-40B4-BE49-F238E27FC236}">
                    <a16:creationId xmlns:a16="http://schemas.microsoft.com/office/drawing/2014/main" id="{E009FD22-AB72-D26D-205F-29DF66B5BFFA}"/>
                  </a:ext>
                </a:extLst>
              </p:cNvPr>
              <p:cNvSpPr>
                <a:spLocks noChangeArrowheads="1"/>
              </p:cNvSpPr>
              <p:nvPr userDrawn="1"/>
            </p:nvSpPr>
            <p:spPr bwMode="auto">
              <a:xfrm>
                <a:off x="6886639" y="1260831"/>
                <a:ext cx="59399" cy="287689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</p:grpSp>
        <p:sp>
          <p:nvSpPr>
            <p:cNvPr id="77" name="Rectangle 28">
              <a:extLst>
                <a:ext uri="{FF2B5EF4-FFF2-40B4-BE49-F238E27FC236}">
                  <a16:creationId xmlns:a16="http://schemas.microsoft.com/office/drawing/2014/main" id="{FB305569-AB33-7799-ED76-68F103CE5B8C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1556230" y="767096"/>
              <a:ext cx="634181" cy="18986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DC4D5431-76CB-4561-B2E0-664C3E75E88C}"/>
                </a:ext>
              </a:extLst>
            </p:cNvPr>
            <p:cNvGrpSpPr/>
            <p:nvPr userDrawn="1"/>
          </p:nvGrpSpPr>
          <p:grpSpPr>
            <a:xfrm>
              <a:off x="11701122" y="936748"/>
              <a:ext cx="321494" cy="1552800"/>
              <a:chOff x="7313961" y="501936"/>
              <a:chExt cx="323594" cy="1566108"/>
            </a:xfrm>
          </p:grpSpPr>
          <p:sp>
            <p:nvSpPr>
              <p:cNvPr id="79" name="Freeform 29">
                <a:extLst>
                  <a:ext uri="{FF2B5EF4-FFF2-40B4-BE49-F238E27FC236}">
                    <a16:creationId xmlns:a16="http://schemas.microsoft.com/office/drawing/2014/main" id="{9EB7EA56-59D4-7E58-E9A3-5C4585DF00FE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7383556" y="1311808"/>
                <a:ext cx="249567" cy="247350"/>
              </a:xfrm>
              <a:custGeom>
                <a:avLst/>
                <a:gdLst>
                  <a:gd name="T0" fmla="*/ 0 w 574"/>
                  <a:gd name="T1" fmla="*/ 229 h 569"/>
                  <a:gd name="T2" fmla="*/ 90 w 574"/>
                  <a:gd name="T3" fmla="*/ 413 h 569"/>
                  <a:gd name="T4" fmla="*/ 90 w 574"/>
                  <a:gd name="T5" fmla="*/ 413 h 569"/>
                  <a:gd name="T6" fmla="*/ 90 w 574"/>
                  <a:gd name="T7" fmla="*/ 413 h 569"/>
                  <a:gd name="T8" fmla="*/ 9 w 574"/>
                  <a:gd name="T9" fmla="*/ 413 h 569"/>
                  <a:gd name="T10" fmla="*/ 9 w 574"/>
                  <a:gd name="T11" fmla="*/ 569 h 569"/>
                  <a:gd name="T12" fmla="*/ 574 w 574"/>
                  <a:gd name="T13" fmla="*/ 569 h 569"/>
                  <a:gd name="T14" fmla="*/ 574 w 574"/>
                  <a:gd name="T15" fmla="*/ 413 h 569"/>
                  <a:gd name="T16" fmla="*/ 253 w 574"/>
                  <a:gd name="T17" fmla="*/ 413 h 569"/>
                  <a:gd name="T18" fmla="*/ 133 w 574"/>
                  <a:gd name="T19" fmla="*/ 286 h 569"/>
                  <a:gd name="T20" fmla="*/ 253 w 574"/>
                  <a:gd name="T21" fmla="*/ 155 h 569"/>
                  <a:gd name="T22" fmla="*/ 574 w 574"/>
                  <a:gd name="T23" fmla="*/ 155 h 569"/>
                  <a:gd name="T24" fmla="*/ 574 w 574"/>
                  <a:gd name="T25" fmla="*/ 0 h 569"/>
                  <a:gd name="T26" fmla="*/ 224 w 574"/>
                  <a:gd name="T27" fmla="*/ 0 h 569"/>
                  <a:gd name="T28" fmla="*/ 0 w 574"/>
                  <a:gd name="T29" fmla="*/ 229 h 5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74" h="569">
                    <a:moveTo>
                      <a:pt x="0" y="229"/>
                    </a:moveTo>
                    <a:cubicBezTo>
                      <a:pt x="0" y="294"/>
                      <a:pt x="30" y="368"/>
                      <a:pt x="90" y="413"/>
                    </a:cubicBezTo>
                    <a:cubicBezTo>
                      <a:pt x="90" y="413"/>
                      <a:pt x="90" y="413"/>
                      <a:pt x="90" y="413"/>
                    </a:cubicBezTo>
                    <a:cubicBezTo>
                      <a:pt x="90" y="413"/>
                      <a:pt x="90" y="413"/>
                      <a:pt x="90" y="413"/>
                    </a:cubicBezTo>
                    <a:cubicBezTo>
                      <a:pt x="9" y="413"/>
                      <a:pt x="9" y="413"/>
                      <a:pt x="9" y="413"/>
                    </a:cubicBezTo>
                    <a:cubicBezTo>
                      <a:pt x="9" y="569"/>
                      <a:pt x="9" y="569"/>
                      <a:pt x="9" y="569"/>
                    </a:cubicBezTo>
                    <a:cubicBezTo>
                      <a:pt x="574" y="569"/>
                      <a:pt x="574" y="569"/>
                      <a:pt x="574" y="569"/>
                    </a:cubicBezTo>
                    <a:cubicBezTo>
                      <a:pt x="574" y="413"/>
                      <a:pt x="574" y="413"/>
                      <a:pt x="574" y="413"/>
                    </a:cubicBezTo>
                    <a:cubicBezTo>
                      <a:pt x="253" y="413"/>
                      <a:pt x="253" y="413"/>
                      <a:pt x="253" y="413"/>
                    </a:cubicBezTo>
                    <a:cubicBezTo>
                      <a:pt x="195" y="413"/>
                      <a:pt x="133" y="369"/>
                      <a:pt x="133" y="286"/>
                    </a:cubicBezTo>
                    <a:cubicBezTo>
                      <a:pt x="133" y="221"/>
                      <a:pt x="178" y="155"/>
                      <a:pt x="253" y="155"/>
                    </a:cubicBezTo>
                    <a:cubicBezTo>
                      <a:pt x="574" y="155"/>
                      <a:pt x="574" y="155"/>
                      <a:pt x="574" y="155"/>
                    </a:cubicBezTo>
                    <a:cubicBezTo>
                      <a:pt x="574" y="0"/>
                      <a:pt x="574" y="0"/>
                      <a:pt x="574" y="0"/>
                    </a:cubicBezTo>
                    <a:cubicBezTo>
                      <a:pt x="224" y="0"/>
                      <a:pt x="224" y="0"/>
                      <a:pt x="224" y="0"/>
                    </a:cubicBezTo>
                    <a:cubicBezTo>
                      <a:pt x="94" y="0"/>
                      <a:pt x="0" y="93"/>
                      <a:pt x="0" y="229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80" name="Freeform 30">
                <a:extLst>
                  <a:ext uri="{FF2B5EF4-FFF2-40B4-BE49-F238E27FC236}">
                    <a16:creationId xmlns:a16="http://schemas.microsoft.com/office/drawing/2014/main" id="{93B05BBE-DBEC-684B-B012-F63384131C10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7387546" y="755049"/>
                <a:ext cx="245577" cy="276163"/>
              </a:xfrm>
              <a:custGeom>
                <a:avLst/>
                <a:gdLst>
                  <a:gd name="T0" fmla="*/ 0 w 554"/>
                  <a:gd name="T1" fmla="*/ 174 h 623"/>
                  <a:gd name="T2" fmla="*/ 377 w 554"/>
                  <a:gd name="T3" fmla="*/ 311 h 623"/>
                  <a:gd name="T4" fmla="*/ 0 w 554"/>
                  <a:gd name="T5" fmla="*/ 450 h 623"/>
                  <a:gd name="T6" fmla="*/ 0 w 554"/>
                  <a:gd name="T7" fmla="*/ 623 h 623"/>
                  <a:gd name="T8" fmla="*/ 554 w 554"/>
                  <a:gd name="T9" fmla="*/ 395 h 623"/>
                  <a:gd name="T10" fmla="*/ 554 w 554"/>
                  <a:gd name="T11" fmla="*/ 228 h 623"/>
                  <a:gd name="T12" fmla="*/ 0 w 554"/>
                  <a:gd name="T13" fmla="*/ 0 h 623"/>
                  <a:gd name="T14" fmla="*/ 0 w 554"/>
                  <a:gd name="T15" fmla="*/ 174 h 6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54" h="623">
                    <a:moveTo>
                      <a:pt x="0" y="174"/>
                    </a:moveTo>
                    <a:lnTo>
                      <a:pt x="377" y="311"/>
                    </a:lnTo>
                    <a:lnTo>
                      <a:pt x="0" y="450"/>
                    </a:lnTo>
                    <a:lnTo>
                      <a:pt x="0" y="623"/>
                    </a:lnTo>
                    <a:lnTo>
                      <a:pt x="554" y="395"/>
                    </a:lnTo>
                    <a:lnTo>
                      <a:pt x="554" y="228"/>
                    </a:lnTo>
                    <a:lnTo>
                      <a:pt x="0" y="0"/>
                    </a:lnTo>
                    <a:lnTo>
                      <a:pt x="0" y="174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81" name="Freeform 31">
                <a:extLst>
                  <a:ext uri="{FF2B5EF4-FFF2-40B4-BE49-F238E27FC236}">
                    <a16:creationId xmlns:a16="http://schemas.microsoft.com/office/drawing/2014/main" id="{972F0292-22E7-DDB2-79F6-6703AF74768F}"/>
                  </a:ext>
                </a:extLst>
              </p:cNvPr>
              <p:cNvSpPr>
                <a:spLocks noEditPoints="1"/>
              </p:cNvSpPr>
              <p:nvPr userDrawn="1"/>
            </p:nvSpPr>
            <p:spPr bwMode="auto">
              <a:xfrm>
                <a:off x="7383556" y="1583096"/>
                <a:ext cx="253999" cy="256659"/>
              </a:xfrm>
              <a:custGeom>
                <a:avLst/>
                <a:gdLst>
                  <a:gd name="T0" fmla="*/ 401 w 584"/>
                  <a:gd name="T1" fmla="*/ 110 h 590"/>
                  <a:gd name="T2" fmla="*/ 460 w 584"/>
                  <a:gd name="T3" fmla="*/ 272 h 590"/>
                  <a:gd name="T4" fmla="*/ 415 w 584"/>
                  <a:gd name="T5" fmla="*/ 397 h 590"/>
                  <a:gd name="T6" fmla="*/ 250 w 584"/>
                  <a:gd name="T7" fmla="*/ 0 h 590"/>
                  <a:gd name="T8" fmla="*/ 92 w 584"/>
                  <a:gd name="T9" fmla="*/ 68 h 590"/>
                  <a:gd name="T10" fmla="*/ 0 w 584"/>
                  <a:gd name="T11" fmla="*/ 291 h 590"/>
                  <a:gd name="T12" fmla="*/ 292 w 584"/>
                  <a:gd name="T13" fmla="*/ 590 h 590"/>
                  <a:gd name="T14" fmla="*/ 584 w 584"/>
                  <a:gd name="T15" fmla="*/ 274 h 590"/>
                  <a:gd name="T16" fmla="*/ 476 w 584"/>
                  <a:gd name="T17" fmla="*/ 12 h 590"/>
                  <a:gd name="T18" fmla="*/ 401 w 584"/>
                  <a:gd name="T19" fmla="*/ 110 h 590"/>
                  <a:gd name="T20" fmla="*/ 179 w 584"/>
                  <a:gd name="T21" fmla="*/ 408 h 590"/>
                  <a:gd name="T22" fmla="*/ 123 w 584"/>
                  <a:gd name="T23" fmla="*/ 288 h 590"/>
                  <a:gd name="T24" fmla="*/ 202 w 584"/>
                  <a:gd name="T25" fmla="*/ 168 h 590"/>
                  <a:gd name="T26" fmla="*/ 315 w 584"/>
                  <a:gd name="T27" fmla="*/ 439 h 590"/>
                  <a:gd name="T28" fmla="*/ 179 w 584"/>
                  <a:gd name="T29" fmla="*/ 408 h 5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84" h="590">
                    <a:moveTo>
                      <a:pt x="401" y="110"/>
                    </a:moveTo>
                    <a:cubicBezTo>
                      <a:pt x="449" y="175"/>
                      <a:pt x="460" y="212"/>
                      <a:pt x="460" y="272"/>
                    </a:cubicBezTo>
                    <a:cubicBezTo>
                      <a:pt x="460" y="325"/>
                      <a:pt x="444" y="367"/>
                      <a:pt x="415" y="397"/>
                    </a:cubicBezTo>
                    <a:cubicBezTo>
                      <a:pt x="250" y="0"/>
                      <a:pt x="250" y="0"/>
                      <a:pt x="250" y="0"/>
                    </a:cubicBezTo>
                    <a:cubicBezTo>
                      <a:pt x="189" y="9"/>
                      <a:pt x="134" y="32"/>
                      <a:pt x="92" y="68"/>
                    </a:cubicBezTo>
                    <a:cubicBezTo>
                      <a:pt x="32" y="120"/>
                      <a:pt x="0" y="197"/>
                      <a:pt x="0" y="291"/>
                    </a:cubicBezTo>
                    <a:cubicBezTo>
                      <a:pt x="0" y="462"/>
                      <a:pt x="126" y="590"/>
                      <a:pt x="292" y="590"/>
                    </a:cubicBezTo>
                    <a:cubicBezTo>
                      <a:pt x="462" y="590"/>
                      <a:pt x="584" y="462"/>
                      <a:pt x="584" y="274"/>
                    </a:cubicBezTo>
                    <a:cubicBezTo>
                      <a:pt x="584" y="169"/>
                      <a:pt x="534" y="62"/>
                      <a:pt x="476" y="12"/>
                    </a:cubicBezTo>
                    <a:lnTo>
                      <a:pt x="401" y="110"/>
                    </a:lnTo>
                    <a:close/>
                    <a:moveTo>
                      <a:pt x="179" y="408"/>
                    </a:moveTo>
                    <a:cubicBezTo>
                      <a:pt x="144" y="381"/>
                      <a:pt x="123" y="339"/>
                      <a:pt x="123" y="288"/>
                    </a:cubicBezTo>
                    <a:cubicBezTo>
                      <a:pt x="123" y="232"/>
                      <a:pt x="155" y="190"/>
                      <a:pt x="202" y="168"/>
                    </a:cubicBezTo>
                    <a:cubicBezTo>
                      <a:pt x="315" y="439"/>
                      <a:pt x="315" y="439"/>
                      <a:pt x="315" y="439"/>
                    </a:cubicBezTo>
                    <a:cubicBezTo>
                      <a:pt x="257" y="447"/>
                      <a:pt x="212" y="432"/>
                      <a:pt x="179" y="408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82" name="Freeform 32">
                <a:extLst>
                  <a:ext uri="{FF2B5EF4-FFF2-40B4-BE49-F238E27FC236}">
                    <a16:creationId xmlns:a16="http://schemas.microsoft.com/office/drawing/2014/main" id="{8FB3E4DF-D685-E83E-C831-3D30D6486411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7313961" y="1846404"/>
                <a:ext cx="319161" cy="221640"/>
              </a:xfrm>
              <a:custGeom>
                <a:avLst/>
                <a:gdLst>
                  <a:gd name="T0" fmla="*/ 580 w 720"/>
                  <a:gd name="T1" fmla="*/ 0 h 500"/>
                  <a:gd name="T2" fmla="*/ 580 w 720"/>
                  <a:gd name="T3" fmla="*/ 346 h 500"/>
                  <a:gd name="T4" fmla="*/ 0 w 720"/>
                  <a:gd name="T5" fmla="*/ 346 h 500"/>
                  <a:gd name="T6" fmla="*/ 0 w 720"/>
                  <a:gd name="T7" fmla="*/ 500 h 500"/>
                  <a:gd name="T8" fmla="*/ 720 w 720"/>
                  <a:gd name="T9" fmla="*/ 500 h 500"/>
                  <a:gd name="T10" fmla="*/ 720 w 720"/>
                  <a:gd name="T11" fmla="*/ 0 h 500"/>
                  <a:gd name="T12" fmla="*/ 580 w 720"/>
                  <a:gd name="T13" fmla="*/ 0 h 5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0" h="500">
                    <a:moveTo>
                      <a:pt x="580" y="0"/>
                    </a:moveTo>
                    <a:lnTo>
                      <a:pt x="580" y="346"/>
                    </a:lnTo>
                    <a:lnTo>
                      <a:pt x="0" y="346"/>
                    </a:lnTo>
                    <a:lnTo>
                      <a:pt x="0" y="500"/>
                    </a:lnTo>
                    <a:lnTo>
                      <a:pt x="720" y="500"/>
                    </a:lnTo>
                    <a:lnTo>
                      <a:pt x="720" y="0"/>
                    </a:lnTo>
                    <a:lnTo>
                      <a:pt x="58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83" name="Freeform 33">
                <a:extLst>
                  <a:ext uri="{FF2B5EF4-FFF2-40B4-BE49-F238E27FC236}">
                    <a16:creationId xmlns:a16="http://schemas.microsoft.com/office/drawing/2014/main" id="{7E51460F-8A6D-E455-ADF5-BF3600A7DAC9}"/>
                  </a:ext>
                </a:extLst>
              </p:cNvPr>
              <p:cNvSpPr>
                <a:spLocks noEditPoints="1"/>
              </p:cNvSpPr>
              <p:nvPr userDrawn="1"/>
            </p:nvSpPr>
            <p:spPr bwMode="auto">
              <a:xfrm>
                <a:off x="7383556" y="501936"/>
                <a:ext cx="253999" cy="263752"/>
              </a:xfrm>
              <a:custGeom>
                <a:avLst/>
                <a:gdLst>
                  <a:gd name="T0" fmla="*/ 584 w 584"/>
                  <a:gd name="T1" fmla="*/ 304 h 607"/>
                  <a:gd name="T2" fmla="*/ 292 w 584"/>
                  <a:gd name="T3" fmla="*/ 607 h 607"/>
                  <a:gd name="T4" fmla="*/ 0 w 584"/>
                  <a:gd name="T5" fmla="*/ 302 h 607"/>
                  <a:gd name="T6" fmla="*/ 292 w 584"/>
                  <a:gd name="T7" fmla="*/ 0 h 607"/>
                  <a:gd name="T8" fmla="*/ 584 w 584"/>
                  <a:gd name="T9" fmla="*/ 304 h 607"/>
                  <a:gd name="T10" fmla="*/ 133 w 584"/>
                  <a:gd name="T11" fmla="*/ 304 h 607"/>
                  <a:gd name="T12" fmla="*/ 292 w 584"/>
                  <a:gd name="T13" fmla="*/ 454 h 607"/>
                  <a:gd name="T14" fmla="*/ 451 w 584"/>
                  <a:gd name="T15" fmla="*/ 302 h 607"/>
                  <a:gd name="T16" fmla="*/ 292 w 584"/>
                  <a:gd name="T17" fmla="*/ 153 h 607"/>
                  <a:gd name="T18" fmla="*/ 133 w 584"/>
                  <a:gd name="T19" fmla="*/ 304 h 6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84" h="607">
                    <a:moveTo>
                      <a:pt x="584" y="304"/>
                    </a:moveTo>
                    <a:cubicBezTo>
                      <a:pt x="584" y="474"/>
                      <a:pt x="457" y="607"/>
                      <a:pt x="292" y="607"/>
                    </a:cubicBezTo>
                    <a:cubicBezTo>
                      <a:pt x="128" y="607"/>
                      <a:pt x="0" y="473"/>
                      <a:pt x="0" y="302"/>
                    </a:cubicBezTo>
                    <a:cubicBezTo>
                      <a:pt x="0" y="133"/>
                      <a:pt x="126" y="0"/>
                      <a:pt x="292" y="0"/>
                    </a:cubicBezTo>
                    <a:cubicBezTo>
                      <a:pt x="455" y="0"/>
                      <a:pt x="584" y="133"/>
                      <a:pt x="584" y="304"/>
                    </a:cubicBezTo>
                    <a:moveTo>
                      <a:pt x="133" y="304"/>
                    </a:moveTo>
                    <a:cubicBezTo>
                      <a:pt x="133" y="391"/>
                      <a:pt x="198" y="454"/>
                      <a:pt x="292" y="454"/>
                    </a:cubicBezTo>
                    <a:cubicBezTo>
                      <a:pt x="381" y="454"/>
                      <a:pt x="451" y="387"/>
                      <a:pt x="451" y="302"/>
                    </a:cubicBezTo>
                    <a:cubicBezTo>
                      <a:pt x="451" y="216"/>
                      <a:pt x="383" y="153"/>
                      <a:pt x="292" y="153"/>
                    </a:cubicBezTo>
                    <a:cubicBezTo>
                      <a:pt x="203" y="153"/>
                      <a:pt x="133" y="219"/>
                      <a:pt x="133" y="304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84" name="Freeform 34">
                <a:extLst>
                  <a:ext uri="{FF2B5EF4-FFF2-40B4-BE49-F238E27FC236}">
                    <a16:creationId xmlns:a16="http://schemas.microsoft.com/office/drawing/2014/main" id="{9296505E-2DA9-07F7-31C5-6D802244B0F4}"/>
                  </a:ext>
                </a:extLst>
              </p:cNvPr>
              <p:cNvSpPr>
                <a:spLocks noEditPoints="1"/>
              </p:cNvSpPr>
              <p:nvPr userDrawn="1"/>
            </p:nvSpPr>
            <p:spPr bwMode="auto">
              <a:xfrm>
                <a:off x="7383556" y="1021017"/>
                <a:ext cx="253999" cy="263752"/>
              </a:xfrm>
              <a:custGeom>
                <a:avLst/>
                <a:gdLst>
                  <a:gd name="T0" fmla="*/ 584 w 584"/>
                  <a:gd name="T1" fmla="*/ 305 h 607"/>
                  <a:gd name="T2" fmla="*/ 292 w 584"/>
                  <a:gd name="T3" fmla="*/ 607 h 607"/>
                  <a:gd name="T4" fmla="*/ 0 w 584"/>
                  <a:gd name="T5" fmla="*/ 303 h 607"/>
                  <a:gd name="T6" fmla="*/ 292 w 584"/>
                  <a:gd name="T7" fmla="*/ 0 h 607"/>
                  <a:gd name="T8" fmla="*/ 584 w 584"/>
                  <a:gd name="T9" fmla="*/ 305 h 607"/>
                  <a:gd name="T10" fmla="*/ 133 w 584"/>
                  <a:gd name="T11" fmla="*/ 305 h 607"/>
                  <a:gd name="T12" fmla="*/ 292 w 584"/>
                  <a:gd name="T13" fmla="*/ 454 h 607"/>
                  <a:gd name="T14" fmla="*/ 451 w 584"/>
                  <a:gd name="T15" fmla="*/ 303 h 607"/>
                  <a:gd name="T16" fmla="*/ 292 w 584"/>
                  <a:gd name="T17" fmla="*/ 153 h 607"/>
                  <a:gd name="T18" fmla="*/ 133 w 584"/>
                  <a:gd name="T19" fmla="*/ 305 h 6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84" h="607">
                    <a:moveTo>
                      <a:pt x="584" y="305"/>
                    </a:moveTo>
                    <a:cubicBezTo>
                      <a:pt x="584" y="474"/>
                      <a:pt x="457" y="607"/>
                      <a:pt x="292" y="607"/>
                    </a:cubicBezTo>
                    <a:cubicBezTo>
                      <a:pt x="128" y="607"/>
                      <a:pt x="0" y="474"/>
                      <a:pt x="0" y="303"/>
                    </a:cubicBezTo>
                    <a:cubicBezTo>
                      <a:pt x="0" y="133"/>
                      <a:pt x="126" y="0"/>
                      <a:pt x="292" y="0"/>
                    </a:cubicBezTo>
                    <a:cubicBezTo>
                      <a:pt x="455" y="0"/>
                      <a:pt x="584" y="134"/>
                      <a:pt x="584" y="305"/>
                    </a:cubicBezTo>
                    <a:moveTo>
                      <a:pt x="133" y="305"/>
                    </a:moveTo>
                    <a:cubicBezTo>
                      <a:pt x="133" y="391"/>
                      <a:pt x="198" y="454"/>
                      <a:pt x="292" y="454"/>
                    </a:cubicBezTo>
                    <a:cubicBezTo>
                      <a:pt x="381" y="454"/>
                      <a:pt x="451" y="388"/>
                      <a:pt x="451" y="303"/>
                    </a:cubicBezTo>
                    <a:cubicBezTo>
                      <a:pt x="451" y="216"/>
                      <a:pt x="383" y="153"/>
                      <a:pt x="292" y="153"/>
                    </a:cubicBezTo>
                    <a:cubicBezTo>
                      <a:pt x="203" y="153"/>
                      <a:pt x="133" y="220"/>
                      <a:pt x="133" y="305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57059777"/>
      </p:ext>
    </p:extLst>
  </p:cSld>
  <p:clrMapOvr>
    <a:masterClrMapping/>
  </p:clrMapOvr>
  <p:transition spd="med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Title Slide_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ackground pattern&#10;&#10;Description automatically generated">
            <a:extLst>
              <a:ext uri="{FF2B5EF4-FFF2-40B4-BE49-F238E27FC236}">
                <a16:creationId xmlns:a16="http://schemas.microsoft.com/office/drawing/2014/main" id="{0A3FDCC7-BA62-4365-BA68-B2059C6747E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36"/>
            <a:ext cx="12192000" cy="6857929"/>
          </a:xfrm>
          <a:prstGeom prst="rect">
            <a:avLst/>
          </a:prstGeom>
        </p:spPr>
      </p:pic>
      <p:sp>
        <p:nvSpPr>
          <p:cNvPr id="56" name="Title 16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750529" y="1524000"/>
            <a:ext cx="9914678" cy="3273368"/>
          </a:xfrm>
          <a:prstGeom prst="rect">
            <a:avLst/>
          </a:prstGeom>
        </p:spPr>
        <p:txBody>
          <a:bodyPr lIns="0" tIns="0" rIns="121899" bIns="0" anchor="b" anchorCtr="0"/>
          <a:lstStyle>
            <a:lvl1pPr marL="0" algn="l" defTabSz="1218987" rtl="0" eaLnBrk="1" latinLnBrk="0" hangingPunct="1">
              <a:lnSpc>
                <a:spcPct val="75000"/>
              </a:lnSpc>
              <a:spcBef>
                <a:spcPct val="0"/>
              </a:spcBef>
              <a:buNone/>
              <a:defRPr lang="en-US" sz="8000" b="1" kern="1200" cap="none" spc="-150" baseline="0" dirty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 dirty="0"/>
              <a:t>Presentation</a:t>
            </a:r>
            <a:br>
              <a:rPr lang="en-US" dirty="0"/>
            </a:br>
            <a:r>
              <a:rPr lang="en-US" dirty="0"/>
              <a:t>title here</a:t>
            </a:r>
          </a:p>
        </p:txBody>
      </p:sp>
      <p:sp>
        <p:nvSpPr>
          <p:cNvPr id="55" name="Subtitle 2"/>
          <p:cNvSpPr>
            <a:spLocks noGrp="1"/>
          </p:cNvSpPr>
          <p:nvPr userDrawn="1">
            <p:ph type="subTitle" idx="1" hasCustomPrompt="1"/>
          </p:nvPr>
        </p:nvSpPr>
        <p:spPr bwMode="gray">
          <a:xfrm>
            <a:off x="760612" y="5046115"/>
            <a:ext cx="9914678" cy="356616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indent="0"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600" b="0" kern="1200" cap="none" spc="0" baseline="0" dirty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6094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 Name | Date</a:t>
            </a:r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C178D7C6-5801-6B30-A6A7-963788E95D85}"/>
              </a:ext>
            </a:extLst>
          </p:cNvPr>
          <p:cNvGrpSpPr>
            <a:grpSpLocks noChangeAspect="1"/>
          </p:cNvGrpSpPr>
          <p:nvPr userDrawn="1"/>
        </p:nvGrpSpPr>
        <p:grpSpPr>
          <a:xfrm rot="16200000">
            <a:off x="10152631" y="2542790"/>
            <a:ext cx="3058160" cy="1020580"/>
            <a:chOff x="547688" y="952500"/>
            <a:chExt cx="12190413" cy="4067175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69E9C34A-28EF-207E-149B-9EBED2862D6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47688" y="952500"/>
              <a:ext cx="12190413" cy="40671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70" name="Freeform 7">
              <a:extLst>
                <a:ext uri="{FF2B5EF4-FFF2-40B4-BE49-F238E27FC236}">
                  <a16:creationId xmlns:a16="http://schemas.microsoft.com/office/drawing/2014/main" id="{158C3A6B-F5BB-E37E-DB3D-C1ABEA07F21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922838" y="2319338"/>
              <a:ext cx="1571625" cy="1590675"/>
            </a:xfrm>
            <a:custGeom>
              <a:avLst/>
              <a:gdLst>
                <a:gd name="T0" fmla="*/ 492 w 825"/>
                <a:gd name="T1" fmla="*/ 0 h 834"/>
                <a:gd name="T2" fmla="*/ 225 w 825"/>
                <a:gd name="T3" fmla="*/ 132 h 834"/>
                <a:gd name="T4" fmla="*/ 225 w 825"/>
                <a:gd name="T5" fmla="*/ 132 h 834"/>
                <a:gd name="T6" fmla="*/ 225 w 825"/>
                <a:gd name="T7" fmla="*/ 132 h 834"/>
                <a:gd name="T8" fmla="*/ 225 w 825"/>
                <a:gd name="T9" fmla="*/ 14 h 834"/>
                <a:gd name="T10" fmla="*/ 0 w 825"/>
                <a:gd name="T11" fmla="*/ 14 h 834"/>
                <a:gd name="T12" fmla="*/ 0 w 825"/>
                <a:gd name="T13" fmla="*/ 834 h 834"/>
                <a:gd name="T14" fmla="*/ 225 w 825"/>
                <a:gd name="T15" fmla="*/ 834 h 834"/>
                <a:gd name="T16" fmla="*/ 225 w 825"/>
                <a:gd name="T17" fmla="*/ 367 h 834"/>
                <a:gd name="T18" fmla="*/ 411 w 825"/>
                <a:gd name="T19" fmla="*/ 194 h 834"/>
                <a:gd name="T20" fmla="*/ 600 w 825"/>
                <a:gd name="T21" fmla="*/ 367 h 834"/>
                <a:gd name="T22" fmla="*/ 600 w 825"/>
                <a:gd name="T23" fmla="*/ 834 h 834"/>
                <a:gd name="T24" fmla="*/ 825 w 825"/>
                <a:gd name="T25" fmla="*/ 834 h 834"/>
                <a:gd name="T26" fmla="*/ 825 w 825"/>
                <a:gd name="T27" fmla="*/ 326 h 834"/>
                <a:gd name="T28" fmla="*/ 492 w 825"/>
                <a:gd name="T29" fmla="*/ 0 h 8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25" h="834">
                  <a:moveTo>
                    <a:pt x="492" y="0"/>
                  </a:moveTo>
                  <a:cubicBezTo>
                    <a:pt x="398" y="0"/>
                    <a:pt x="291" y="44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4"/>
                    <a:pt x="225" y="14"/>
                    <a:pt x="225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834"/>
                    <a:pt x="0" y="834"/>
                    <a:pt x="0" y="834"/>
                  </a:cubicBezTo>
                  <a:cubicBezTo>
                    <a:pt x="225" y="834"/>
                    <a:pt x="225" y="834"/>
                    <a:pt x="225" y="834"/>
                  </a:cubicBezTo>
                  <a:cubicBezTo>
                    <a:pt x="225" y="367"/>
                    <a:pt x="225" y="367"/>
                    <a:pt x="225" y="367"/>
                  </a:cubicBezTo>
                  <a:cubicBezTo>
                    <a:pt x="225" y="283"/>
                    <a:pt x="290" y="194"/>
                    <a:pt x="411" y="194"/>
                  </a:cubicBezTo>
                  <a:cubicBezTo>
                    <a:pt x="504" y="194"/>
                    <a:pt x="600" y="259"/>
                    <a:pt x="600" y="367"/>
                  </a:cubicBezTo>
                  <a:cubicBezTo>
                    <a:pt x="600" y="834"/>
                    <a:pt x="600" y="834"/>
                    <a:pt x="600" y="834"/>
                  </a:cubicBezTo>
                  <a:cubicBezTo>
                    <a:pt x="825" y="834"/>
                    <a:pt x="825" y="834"/>
                    <a:pt x="825" y="834"/>
                  </a:cubicBezTo>
                  <a:cubicBezTo>
                    <a:pt x="825" y="326"/>
                    <a:pt x="825" y="326"/>
                    <a:pt x="825" y="326"/>
                  </a:cubicBezTo>
                  <a:cubicBezTo>
                    <a:pt x="825" y="137"/>
                    <a:pt x="690" y="0"/>
                    <a:pt x="492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71" name="Freeform 8">
              <a:extLst>
                <a:ext uri="{FF2B5EF4-FFF2-40B4-BE49-F238E27FC236}">
                  <a16:creationId xmlns:a16="http://schemas.microsoft.com/office/drawing/2014/main" id="{A56AE87F-217D-4207-F227-987A2E7FEBF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77225" y="2346325"/>
              <a:ext cx="1755775" cy="1563688"/>
            </a:xfrm>
            <a:custGeom>
              <a:avLst/>
              <a:gdLst>
                <a:gd name="T0" fmla="*/ 797 w 1106"/>
                <a:gd name="T1" fmla="*/ 0 h 985"/>
                <a:gd name="T2" fmla="*/ 553 w 1106"/>
                <a:gd name="T3" fmla="*/ 671 h 985"/>
                <a:gd name="T4" fmla="*/ 308 w 1106"/>
                <a:gd name="T5" fmla="*/ 0 h 985"/>
                <a:gd name="T6" fmla="*/ 0 w 1106"/>
                <a:gd name="T7" fmla="*/ 0 h 985"/>
                <a:gd name="T8" fmla="*/ 405 w 1106"/>
                <a:gd name="T9" fmla="*/ 985 h 985"/>
                <a:gd name="T10" fmla="*/ 701 w 1106"/>
                <a:gd name="T11" fmla="*/ 985 h 985"/>
                <a:gd name="T12" fmla="*/ 1106 w 1106"/>
                <a:gd name="T13" fmla="*/ 0 h 985"/>
                <a:gd name="T14" fmla="*/ 797 w 1106"/>
                <a:gd name="T15" fmla="*/ 0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06" h="985">
                  <a:moveTo>
                    <a:pt x="797" y="0"/>
                  </a:moveTo>
                  <a:lnTo>
                    <a:pt x="553" y="671"/>
                  </a:lnTo>
                  <a:lnTo>
                    <a:pt x="308" y="0"/>
                  </a:lnTo>
                  <a:lnTo>
                    <a:pt x="0" y="0"/>
                  </a:lnTo>
                  <a:lnTo>
                    <a:pt x="405" y="985"/>
                  </a:lnTo>
                  <a:lnTo>
                    <a:pt x="701" y="985"/>
                  </a:lnTo>
                  <a:lnTo>
                    <a:pt x="1106" y="0"/>
                  </a:lnTo>
                  <a:lnTo>
                    <a:pt x="79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72" name="Freeform 9">
              <a:extLst>
                <a:ext uri="{FF2B5EF4-FFF2-40B4-BE49-F238E27FC236}">
                  <a16:creationId xmlns:a16="http://schemas.microsoft.com/office/drawing/2014/main" id="{D65BCC2D-74A9-8E37-6BBC-33B74966DAC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138488" y="2319338"/>
              <a:ext cx="1630363" cy="1617663"/>
            </a:xfrm>
            <a:custGeom>
              <a:avLst/>
              <a:gdLst>
                <a:gd name="T0" fmla="*/ 697 w 856"/>
                <a:gd name="T1" fmla="*/ 582 h 848"/>
                <a:gd name="T2" fmla="*/ 462 w 856"/>
                <a:gd name="T3" fmla="*/ 669 h 848"/>
                <a:gd name="T4" fmla="*/ 280 w 856"/>
                <a:gd name="T5" fmla="*/ 602 h 848"/>
                <a:gd name="T6" fmla="*/ 856 w 856"/>
                <a:gd name="T7" fmla="*/ 363 h 848"/>
                <a:gd name="T8" fmla="*/ 758 w 856"/>
                <a:gd name="T9" fmla="*/ 135 h 848"/>
                <a:gd name="T10" fmla="*/ 434 w 856"/>
                <a:gd name="T11" fmla="*/ 0 h 848"/>
                <a:gd name="T12" fmla="*/ 0 w 856"/>
                <a:gd name="T13" fmla="*/ 424 h 848"/>
                <a:gd name="T14" fmla="*/ 459 w 856"/>
                <a:gd name="T15" fmla="*/ 848 h 848"/>
                <a:gd name="T16" fmla="*/ 840 w 856"/>
                <a:gd name="T17" fmla="*/ 691 h 848"/>
                <a:gd name="T18" fmla="*/ 697 w 856"/>
                <a:gd name="T19" fmla="*/ 582 h 848"/>
                <a:gd name="T20" fmla="*/ 265 w 856"/>
                <a:gd name="T21" fmla="*/ 261 h 848"/>
                <a:gd name="T22" fmla="*/ 438 w 856"/>
                <a:gd name="T23" fmla="*/ 179 h 848"/>
                <a:gd name="T24" fmla="*/ 612 w 856"/>
                <a:gd name="T25" fmla="*/ 294 h 848"/>
                <a:gd name="T26" fmla="*/ 219 w 856"/>
                <a:gd name="T27" fmla="*/ 457 h 848"/>
                <a:gd name="T28" fmla="*/ 265 w 856"/>
                <a:gd name="T29" fmla="*/ 261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56" h="848">
                  <a:moveTo>
                    <a:pt x="697" y="582"/>
                  </a:moveTo>
                  <a:cubicBezTo>
                    <a:pt x="602" y="652"/>
                    <a:pt x="548" y="669"/>
                    <a:pt x="462" y="669"/>
                  </a:cubicBezTo>
                  <a:cubicBezTo>
                    <a:pt x="384" y="669"/>
                    <a:pt x="323" y="645"/>
                    <a:pt x="280" y="602"/>
                  </a:cubicBezTo>
                  <a:cubicBezTo>
                    <a:pt x="856" y="363"/>
                    <a:pt x="856" y="363"/>
                    <a:pt x="856" y="363"/>
                  </a:cubicBezTo>
                  <a:cubicBezTo>
                    <a:pt x="843" y="275"/>
                    <a:pt x="810" y="195"/>
                    <a:pt x="758" y="135"/>
                  </a:cubicBezTo>
                  <a:cubicBezTo>
                    <a:pt x="682" y="47"/>
                    <a:pt x="570" y="0"/>
                    <a:pt x="434" y="0"/>
                  </a:cubicBezTo>
                  <a:cubicBezTo>
                    <a:pt x="186" y="0"/>
                    <a:pt x="0" y="183"/>
                    <a:pt x="0" y="424"/>
                  </a:cubicBezTo>
                  <a:cubicBezTo>
                    <a:pt x="0" y="672"/>
                    <a:pt x="187" y="848"/>
                    <a:pt x="459" y="848"/>
                  </a:cubicBezTo>
                  <a:cubicBezTo>
                    <a:pt x="611" y="848"/>
                    <a:pt x="767" y="776"/>
                    <a:pt x="840" y="691"/>
                  </a:cubicBezTo>
                  <a:lnTo>
                    <a:pt x="697" y="582"/>
                  </a:lnTo>
                  <a:close/>
                  <a:moveTo>
                    <a:pt x="265" y="261"/>
                  </a:moveTo>
                  <a:cubicBezTo>
                    <a:pt x="303" y="210"/>
                    <a:pt x="364" y="179"/>
                    <a:pt x="438" y="179"/>
                  </a:cubicBezTo>
                  <a:cubicBezTo>
                    <a:pt x="519" y="179"/>
                    <a:pt x="581" y="226"/>
                    <a:pt x="612" y="294"/>
                  </a:cubicBezTo>
                  <a:cubicBezTo>
                    <a:pt x="219" y="457"/>
                    <a:pt x="219" y="457"/>
                    <a:pt x="219" y="457"/>
                  </a:cubicBezTo>
                  <a:cubicBezTo>
                    <a:pt x="208" y="374"/>
                    <a:pt x="230" y="308"/>
                    <a:pt x="265" y="26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73" name="Freeform 10">
              <a:extLst>
                <a:ext uri="{FF2B5EF4-FFF2-40B4-BE49-F238E27FC236}">
                  <a16:creationId xmlns:a16="http://schemas.microsoft.com/office/drawing/2014/main" id="{BA8558ED-E4BF-D888-EF3B-A311AFE8C47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5925" y="1879600"/>
              <a:ext cx="1409700" cy="2030413"/>
            </a:xfrm>
            <a:custGeom>
              <a:avLst/>
              <a:gdLst>
                <a:gd name="T0" fmla="*/ 888 w 888"/>
                <a:gd name="T1" fmla="*/ 1030 h 1279"/>
                <a:gd name="T2" fmla="*/ 274 w 888"/>
                <a:gd name="T3" fmla="*/ 1030 h 1279"/>
                <a:gd name="T4" fmla="*/ 274 w 888"/>
                <a:gd name="T5" fmla="*/ 0 h 1279"/>
                <a:gd name="T6" fmla="*/ 0 w 888"/>
                <a:gd name="T7" fmla="*/ 0 h 1279"/>
                <a:gd name="T8" fmla="*/ 0 w 888"/>
                <a:gd name="T9" fmla="*/ 1279 h 1279"/>
                <a:gd name="T10" fmla="*/ 888 w 888"/>
                <a:gd name="T11" fmla="*/ 1279 h 1279"/>
                <a:gd name="T12" fmla="*/ 888 w 888"/>
                <a:gd name="T13" fmla="*/ 1030 h 1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88" h="1279">
                  <a:moveTo>
                    <a:pt x="888" y="1030"/>
                  </a:moveTo>
                  <a:lnTo>
                    <a:pt x="274" y="1030"/>
                  </a:lnTo>
                  <a:lnTo>
                    <a:pt x="274" y="0"/>
                  </a:lnTo>
                  <a:lnTo>
                    <a:pt x="0" y="0"/>
                  </a:lnTo>
                  <a:lnTo>
                    <a:pt x="0" y="1279"/>
                  </a:lnTo>
                  <a:lnTo>
                    <a:pt x="888" y="1279"/>
                  </a:lnTo>
                  <a:lnTo>
                    <a:pt x="888" y="10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74" name="Freeform 10">
              <a:extLst>
                <a:ext uri="{FF2B5EF4-FFF2-40B4-BE49-F238E27FC236}">
                  <a16:creationId xmlns:a16="http://schemas.microsoft.com/office/drawing/2014/main" id="{AFF1776F-9DBA-D51E-8F71-E1FB30D76794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966325" y="2319338"/>
              <a:ext cx="1677988" cy="1617663"/>
            </a:xfrm>
            <a:custGeom>
              <a:avLst/>
              <a:gdLst>
                <a:gd name="T0" fmla="*/ 439 w 881"/>
                <a:gd name="T1" fmla="*/ 848 h 848"/>
                <a:gd name="T2" fmla="*/ 0 w 881"/>
                <a:gd name="T3" fmla="*/ 424 h 848"/>
                <a:gd name="T4" fmla="*/ 442 w 881"/>
                <a:gd name="T5" fmla="*/ 0 h 848"/>
                <a:gd name="T6" fmla="*/ 881 w 881"/>
                <a:gd name="T7" fmla="*/ 424 h 848"/>
                <a:gd name="T8" fmla="*/ 439 w 881"/>
                <a:gd name="T9" fmla="*/ 848 h 848"/>
                <a:gd name="T10" fmla="*/ 439 w 881"/>
                <a:gd name="T11" fmla="*/ 193 h 848"/>
                <a:gd name="T12" fmla="*/ 222 w 881"/>
                <a:gd name="T13" fmla="*/ 424 h 848"/>
                <a:gd name="T14" fmla="*/ 442 w 881"/>
                <a:gd name="T15" fmla="*/ 655 h 848"/>
                <a:gd name="T16" fmla="*/ 659 w 881"/>
                <a:gd name="T17" fmla="*/ 424 h 848"/>
                <a:gd name="T18" fmla="*/ 439 w 881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1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4" y="0"/>
                    <a:pt x="442" y="0"/>
                  </a:cubicBezTo>
                  <a:cubicBezTo>
                    <a:pt x="688" y="0"/>
                    <a:pt x="881" y="184"/>
                    <a:pt x="881" y="424"/>
                  </a:cubicBezTo>
                  <a:cubicBezTo>
                    <a:pt x="881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3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59" y="557"/>
                    <a:pt x="659" y="424"/>
                  </a:cubicBezTo>
                  <a:cubicBezTo>
                    <a:pt x="659" y="295"/>
                    <a:pt x="562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75" name="Freeform 11">
              <a:extLst>
                <a:ext uri="{FF2B5EF4-FFF2-40B4-BE49-F238E27FC236}">
                  <a16:creationId xmlns:a16="http://schemas.microsoft.com/office/drawing/2014/main" id="{820D6E3B-9704-EBDF-9D0D-A571A36CBC7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64325" y="2319338"/>
              <a:ext cx="1679575" cy="1617663"/>
            </a:xfrm>
            <a:custGeom>
              <a:avLst/>
              <a:gdLst>
                <a:gd name="T0" fmla="*/ 439 w 882"/>
                <a:gd name="T1" fmla="*/ 848 h 848"/>
                <a:gd name="T2" fmla="*/ 0 w 882"/>
                <a:gd name="T3" fmla="*/ 424 h 848"/>
                <a:gd name="T4" fmla="*/ 442 w 882"/>
                <a:gd name="T5" fmla="*/ 0 h 848"/>
                <a:gd name="T6" fmla="*/ 882 w 882"/>
                <a:gd name="T7" fmla="*/ 424 h 848"/>
                <a:gd name="T8" fmla="*/ 439 w 882"/>
                <a:gd name="T9" fmla="*/ 848 h 848"/>
                <a:gd name="T10" fmla="*/ 439 w 882"/>
                <a:gd name="T11" fmla="*/ 193 h 848"/>
                <a:gd name="T12" fmla="*/ 222 w 882"/>
                <a:gd name="T13" fmla="*/ 424 h 848"/>
                <a:gd name="T14" fmla="*/ 442 w 882"/>
                <a:gd name="T15" fmla="*/ 655 h 848"/>
                <a:gd name="T16" fmla="*/ 660 w 882"/>
                <a:gd name="T17" fmla="*/ 424 h 848"/>
                <a:gd name="T18" fmla="*/ 439 w 882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2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5" y="0"/>
                    <a:pt x="442" y="0"/>
                  </a:cubicBezTo>
                  <a:cubicBezTo>
                    <a:pt x="689" y="0"/>
                    <a:pt x="882" y="184"/>
                    <a:pt x="882" y="424"/>
                  </a:cubicBezTo>
                  <a:cubicBezTo>
                    <a:pt x="882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4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60" y="557"/>
                    <a:pt x="660" y="424"/>
                  </a:cubicBezTo>
                  <a:cubicBezTo>
                    <a:pt x="660" y="295"/>
                    <a:pt x="563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</p:grpSp>
      <p:sp>
        <p:nvSpPr>
          <p:cNvPr id="76" name="Freeform 5">
            <a:extLst>
              <a:ext uri="{FF2B5EF4-FFF2-40B4-BE49-F238E27FC236}">
                <a16:creationId xmlns:a16="http://schemas.microsoft.com/office/drawing/2014/main" id="{C002511A-253F-7F55-6C4F-3D51611D3CBF}"/>
              </a:ext>
            </a:extLst>
          </p:cNvPr>
          <p:cNvSpPr>
            <a:spLocks noChangeAspect="1" noEditPoints="1"/>
          </p:cNvSpPr>
          <p:nvPr userDrawn="1"/>
        </p:nvSpPr>
        <p:spPr bwMode="auto">
          <a:xfrm>
            <a:off x="750529" y="762000"/>
            <a:ext cx="3942091" cy="312470"/>
          </a:xfrm>
          <a:custGeom>
            <a:avLst/>
            <a:gdLst>
              <a:gd name="T0" fmla="*/ 557 w 2065"/>
              <a:gd name="T1" fmla="*/ 102 h 161"/>
              <a:gd name="T2" fmla="*/ 510 w 2065"/>
              <a:gd name="T3" fmla="*/ 76 h 161"/>
              <a:gd name="T4" fmla="*/ 583 w 2065"/>
              <a:gd name="T5" fmla="*/ 36 h 161"/>
              <a:gd name="T6" fmla="*/ 641 w 2065"/>
              <a:gd name="T7" fmla="*/ 34 h 161"/>
              <a:gd name="T8" fmla="*/ 2038 w 2065"/>
              <a:gd name="T9" fmla="*/ 1 h 161"/>
              <a:gd name="T10" fmla="*/ 706 w 2065"/>
              <a:gd name="T11" fmla="*/ 59 h 161"/>
              <a:gd name="T12" fmla="*/ 733 w 2065"/>
              <a:gd name="T13" fmla="*/ 100 h 161"/>
              <a:gd name="T14" fmla="*/ 1999 w 2065"/>
              <a:gd name="T15" fmla="*/ 132 h 161"/>
              <a:gd name="T16" fmla="*/ 760 w 2065"/>
              <a:gd name="T17" fmla="*/ 84 h 161"/>
              <a:gd name="T18" fmla="*/ 787 w 2065"/>
              <a:gd name="T19" fmla="*/ 93 h 161"/>
              <a:gd name="T20" fmla="*/ 828 w 2065"/>
              <a:gd name="T21" fmla="*/ 76 h 161"/>
              <a:gd name="T22" fmla="*/ 133 w 2065"/>
              <a:gd name="T23" fmla="*/ 36 h 161"/>
              <a:gd name="T24" fmla="*/ 166 w 2065"/>
              <a:gd name="T25" fmla="*/ 78 h 161"/>
              <a:gd name="T26" fmla="*/ 225 w 2065"/>
              <a:gd name="T27" fmla="*/ 132 h 161"/>
              <a:gd name="T28" fmla="*/ 32 w 2065"/>
              <a:gd name="T29" fmla="*/ 40 h 161"/>
              <a:gd name="T30" fmla="*/ 5 w 2065"/>
              <a:gd name="T31" fmla="*/ 43 h 161"/>
              <a:gd name="T32" fmla="*/ 0 w 2065"/>
              <a:gd name="T33" fmla="*/ 114 h 161"/>
              <a:gd name="T34" fmla="*/ 266 w 2065"/>
              <a:gd name="T35" fmla="*/ 43 h 161"/>
              <a:gd name="T36" fmla="*/ 258 w 2065"/>
              <a:gd name="T37" fmla="*/ 104 h 161"/>
              <a:gd name="T38" fmla="*/ 347 w 2065"/>
              <a:gd name="T39" fmla="*/ 76 h 161"/>
              <a:gd name="T40" fmla="*/ 285 w 2065"/>
              <a:gd name="T41" fmla="*/ 103 h 161"/>
              <a:gd name="T42" fmla="*/ 429 w 2065"/>
              <a:gd name="T43" fmla="*/ 36 h 161"/>
              <a:gd name="T44" fmla="*/ 479 w 2065"/>
              <a:gd name="T45" fmla="*/ 128 h 161"/>
              <a:gd name="T46" fmla="*/ 479 w 2065"/>
              <a:gd name="T47" fmla="*/ 36 h 161"/>
              <a:gd name="T48" fmla="*/ 354 w 2065"/>
              <a:gd name="T49" fmla="*/ 132 h 161"/>
              <a:gd name="T50" fmla="*/ 382 w 2065"/>
              <a:gd name="T51" fmla="*/ 55 h 161"/>
              <a:gd name="T52" fmla="*/ 1387 w 2065"/>
              <a:gd name="T53" fmla="*/ 84 h 161"/>
              <a:gd name="T54" fmla="*/ 1335 w 2065"/>
              <a:gd name="T55" fmla="*/ 58 h 161"/>
              <a:gd name="T56" fmla="*/ 1834 w 2065"/>
              <a:gd name="T57" fmla="*/ 132 h 161"/>
              <a:gd name="T58" fmla="*/ 1748 w 2065"/>
              <a:gd name="T59" fmla="*/ 34 h 161"/>
              <a:gd name="T60" fmla="*/ 1748 w 2065"/>
              <a:gd name="T61" fmla="*/ 34 h 161"/>
              <a:gd name="T62" fmla="*/ 1773 w 2065"/>
              <a:gd name="T63" fmla="*/ 84 h 161"/>
              <a:gd name="T64" fmla="*/ 1465 w 2065"/>
              <a:gd name="T65" fmla="*/ 109 h 161"/>
              <a:gd name="T66" fmla="*/ 1480 w 2065"/>
              <a:gd name="T67" fmla="*/ 148 h 161"/>
              <a:gd name="T68" fmla="*/ 1442 w 2065"/>
              <a:gd name="T69" fmla="*/ 102 h 161"/>
              <a:gd name="T70" fmla="*/ 1675 w 2065"/>
              <a:gd name="T71" fmla="*/ 37 h 161"/>
              <a:gd name="T72" fmla="*/ 1655 w 2065"/>
              <a:gd name="T73" fmla="*/ 7 h 161"/>
              <a:gd name="T74" fmla="*/ 1648 w 2065"/>
              <a:gd name="T75" fmla="*/ 132 h 161"/>
              <a:gd name="T76" fmla="*/ 1526 w 2065"/>
              <a:gd name="T77" fmla="*/ 36 h 161"/>
              <a:gd name="T78" fmla="*/ 1528 w 2065"/>
              <a:gd name="T79" fmla="*/ 161 h 161"/>
              <a:gd name="T80" fmla="*/ 980 w 2065"/>
              <a:gd name="T81" fmla="*/ 49 h 161"/>
              <a:gd name="T82" fmla="*/ 997 w 2065"/>
              <a:gd name="T83" fmla="*/ 59 h 161"/>
              <a:gd name="T84" fmla="*/ 1250 w 2065"/>
              <a:gd name="T85" fmla="*/ 132 h 161"/>
              <a:gd name="T86" fmla="*/ 1075 w 2065"/>
              <a:gd name="T87" fmla="*/ 49 h 161"/>
              <a:gd name="T88" fmla="*/ 1092 w 2065"/>
              <a:gd name="T89" fmla="*/ 59 h 161"/>
              <a:gd name="T90" fmla="*/ 910 w 2065"/>
              <a:gd name="T91" fmla="*/ 111 h 161"/>
              <a:gd name="T92" fmla="*/ 909 w 2065"/>
              <a:gd name="T93" fmla="*/ 34 h 161"/>
              <a:gd name="T94" fmla="*/ 910 w 2065"/>
              <a:gd name="T95" fmla="*/ 111 h 161"/>
              <a:gd name="T96" fmla="*/ 1962 w 2065"/>
              <a:gd name="T97" fmla="*/ 77 h 161"/>
              <a:gd name="T98" fmla="*/ 1962 w 2065"/>
              <a:gd name="T99" fmla="*/ 132 h 161"/>
              <a:gd name="T100" fmla="*/ 1941 w 2065"/>
              <a:gd name="T101" fmla="*/ 115 h 161"/>
              <a:gd name="T102" fmla="*/ 1193 w 2065"/>
              <a:gd name="T103" fmla="*/ 34 h 161"/>
              <a:gd name="T104" fmla="*/ 1193 w 2065"/>
              <a:gd name="T105" fmla="*/ 34 h 161"/>
              <a:gd name="T106" fmla="*/ 1218 w 2065"/>
              <a:gd name="T107" fmla="*/ 84 h 16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</a:cxnLst>
            <a:rect l="0" t="0" r="r" b="b"/>
            <a:pathLst>
              <a:path w="2065" h="161">
                <a:moveTo>
                  <a:pt x="530" y="34"/>
                </a:moveTo>
                <a:cubicBezTo>
                  <a:pt x="502" y="34"/>
                  <a:pt x="483" y="57"/>
                  <a:pt x="483" y="84"/>
                </a:cubicBezTo>
                <a:cubicBezTo>
                  <a:pt x="483" y="84"/>
                  <a:pt x="483" y="84"/>
                  <a:pt x="483" y="84"/>
                </a:cubicBezTo>
                <a:cubicBezTo>
                  <a:pt x="483" y="114"/>
                  <a:pt x="504" y="134"/>
                  <a:pt x="533" y="134"/>
                </a:cubicBezTo>
                <a:cubicBezTo>
                  <a:pt x="551" y="134"/>
                  <a:pt x="563" y="127"/>
                  <a:pt x="572" y="116"/>
                </a:cubicBezTo>
                <a:cubicBezTo>
                  <a:pt x="557" y="102"/>
                  <a:pt x="557" y="102"/>
                  <a:pt x="557" y="102"/>
                </a:cubicBezTo>
                <a:cubicBezTo>
                  <a:pt x="549" y="109"/>
                  <a:pt x="543" y="112"/>
                  <a:pt x="533" y="112"/>
                </a:cubicBezTo>
                <a:cubicBezTo>
                  <a:pt x="521" y="112"/>
                  <a:pt x="513" y="106"/>
                  <a:pt x="510" y="93"/>
                </a:cubicBezTo>
                <a:cubicBezTo>
                  <a:pt x="577" y="93"/>
                  <a:pt x="577" y="93"/>
                  <a:pt x="577" y="93"/>
                </a:cubicBezTo>
                <a:cubicBezTo>
                  <a:pt x="577" y="91"/>
                  <a:pt x="577" y="88"/>
                  <a:pt x="577" y="86"/>
                </a:cubicBezTo>
                <a:cubicBezTo>
                  <a:pt x="577" y="59"/>
                  <a:pt x="563" y="34"/>
                  <a:pt x="530" y="34"/>
                </a:cubicBezTo>
                <a:close/>
                <a:moveTo>
                  <a:pt x="510" y="76"/>
                </a:moveTo>
                <a:cubicBezTo>
                  <a:pt x="512" y="64"/>
                  <a:pt x="519" y="56"/>
                  <a:pt x="530" y="56"/>
                </a:cubicBezTo>
                <a:cubicBezTo>
                  <a:pt x="542" y="56"/>
                  <a:pt x="549" y="64"/>
                  <a:pt x="551" y="76"/>
                </a:cubicBezTo>
                <a:lnTo>
                  <a:pt x="510" y="76"/>
                </a:lnTo>
                <a:close/>
                <a:moveTo>
                  <a:pt x="610" y="55"/>
                </a:moveTo>
                <a:cubicBezTo>
                  <a:pt x="610" y="36"/>
                  <a:pt x="610" y="36"/>
                  <a:pt x="610" y="36"/>
                </a:cubicBezTo>
                <a:cubicBezTo>
                  <a:pt x="583" y="36"/>
                  <a:pt x="583" y="36"/>
                  <a:pt x="583" y="36"/>
                </a:cubicBezTo>
                <a:cubicBezTo>
                  <a:pt x="583" y="132"/>
                  <a:pt x="583" y="132"/>
                  <a:pt x="583" y="132"/>
                </a:cubicBezTo>
                <a:cubicBezTo>
                  <a:pt x="610" y="132"/>
                  <a:pt x="610" y="132"/>
                  <a:pt x="610" y="132"/>
                </a:cubicBezTo>
                <a:cubicBezTo>
                  <a:pt x="610" y="97"/>
                  <a:pt x="610" y="97"/>
                  <a:pt x="610" y="97"/>
                </a:cubicBezTo>
                <a:cubicBezTo>
                  <a:pt x="610" y="74"/>
                  <a:pt x="621" y="63"/>
                  <a:pt x="640" y="63"/>
                </a:cubicBezTo>
                <a:cubicBezTo>
                  <a:pt x="641" y="63"/>
                  <a:pt x="641" y="63"/>
                  <a:pt x="641" y="63"/>
                </a:cubicBezTo>
                <a:cubicBezTo>
                  <a:pt x="641" y="34"/>
                  <a:pt x="641" y="34"/>
                  <a:pt x="641" y="34"/>
                </a:cubicBezTo>
                <a:cubicBezTo>
                  <a:pt x="625" y="33"/>
                  <a:pt x="616" y="42"/>
                  <a:pt x="610" y="55"/>
                </a:cubicBezTo>
                <a:close/>
                <a:moveTo>
                  <a:pt x="2038" y="1"/>
                </a:moveTo>
                <a:cubicBezTo>
                  <a:pt x="2038" y="132"/>
                  <a:pt x="2038" y="132"/>
                  <a:pt x="2038" y="132"/>
                </a:cubicBezTo>
                <a:cubicBezTo>
                  <a:pt x="2065" y="132"/>
                  <a:pt x="2065" y="132"/>
                  <a:pt x="2065" y="132"/>
                </a:cubicBezTo>
                <a:cubicBezTo>
                  <a:pt x="2065" y="1"/>
                  <a:pt x="2065" y="1"/>
                  <a:pt x="2065" y="1"/>
                </a:cubicBezTo>
                <a:lnTo>
                  <a:pt x="2038" y="1"/>
                </a:lnTo>
                <a:close/>
                <a:moveTo>
                  <a:pt x="733" y="11"/>
                </a:moveTo>
                <a:cubicBezTo>
                  <a:pt x="706" y="11"/>
                  <a:pt x="706" y="11"/>
                  <a:pt x="706" y="11"/>
                </a:cubicBezTo>
                <a:cubicBezTo>
                  <a:pt x="706" y="36"/>
                  <a:pt x="706" y="36"/>
                  <a:pt x="706" y="36"/>
                </a:cubicBezTo>
                <a:cubicBezTo>
                  <a:pt x="694" y="36"/>
                  <a:pt x="694" y="36"/>
                  <a:pt x="694" y="36"/>
                </a:cubicBezTo>
                <a:cubicBezTo>
                  <a:pt x="694" y="59"/>
                  <a:pt x="694" y="59"/>
                  <a:pt x="694" y="59"/>
                </a:cubicBezTo>
                <a:cubicBezTo>
                  <a:pt x="706" y="59"/>
                  <a:pt x="706" y="59"/>
                  <a:pt x="706" y="59"/>
                </a:cubicBezTo>
                <a:cubicBezTo>
                  <a:pt x="706" y="105"/>
                  <a:pt x="706" y="105"/>
                  <a:pt x="706" y="105"/>
                </a:cubicBezTo>
                <a:cubicBezTo>
                  <a:pt x="706" y="127"/>
                  <a:pt x="717" y="134"/>
                  <a:pt x="734" y="134"/>
                </a:cubicBezTo>
                <a:cubicBezTo>
                  <a:pt x="743" y="134"/>
                  <a:pt x="750" y="132"/>
                  <a:pt x="755" y="128"/>
                </a:cubicBezTo>
                <a:cubicBezTo>
                  <a:pt x="755" y="106"/>
                  <a:pt x="755" y="106"/>
                  <a:pt x="755" y="106"/>
                </a:cubicBezTo>
                <a:cubicBezTo>
                  <a:pt x="752" y="108"/>
                  <a:pt x="747" y="110"/>
                  <a:pt x="742" y="110"/>
                </a:cubicBezTo>
                <a:cubicBezTo>
                  <a:pt x="736" y="110"/>
                  <a:pt x="733" y="107"/>
                  <a:pt x="733" y="100"/>
                </a:cubicBezTo>
                <a:cubicBezTo>
                  <a:pt x="733" y="59"/>
                  <a:pt x="733" y="59"/>
                  <a:pt x="733" y="59"/>
                </a:cubicBezTo>
                <a:cubicBezTo>
                  <a:pt x="756" y="59"/>
                  <a:pt x="756" y="59"/>
                  <a:pt x="756" y="59"/>
                </a:cubicBezTo>
                <a:cubicBezTo>
                  <a:pt x="756" y="36"/>
                  <a:pt x="756" y="36"/>
                  <a:pt x="756" y="36"/>
                </a:cubicBezTo>
                <a:cubicBezTo>
                  <a:pt x="733" y="36"/>
                  <a:pt x="733" y="36"/>
                  <a:pt x="733" y="36"/>
                </a:cubicBezTo>
                <a:lnTo>
                  <a:pt x="733" y="11"/>
                </a:lnTo>
                <a:close/>
                <a:moveTo>
                  <a:pt x="1999" y="132"/>
                </a:moveTo>
                <a:cubicBezTo>
                  <a:pt x="2027" y="132"/>
                  <a:pt x="2027" y="132"/>
                  <a:pt x="2027" y="132"/>
                </a:cubicBezTo>
                <a:cubicBezTo>
                  <a:pt x="2027" y="1"/>
                  <a:pt x="2027" y="1"/>
                  <a:pt x="2027" y="1"/>
                </a:cubicBezTo>
                <a:cubicBezTo>
                  <a:pt x="1999" y="1"/>
                  <a:pt x="1999" y="1"/>
                  <a:pt x="1999" y="1"/>
                </a:cubicBezTo>
                <a:lnTo>
                  <a:pt x="1999" y="132"/>
                </a:lnTo>
                <a:close/>
                <a:moveTo>
                  <a:pt x="807" y="34"/>
                </a:moveTo>
                <a:cubicBezTo>
                  <a:pt x="779" y="34"/>
                  <a:pt x="760" y="57"/>
                  <a:pt x="760" y="84"/>
                </a:cubicBezTo>
                <a:cubicBezTo>
                  <a:pt x="760" y="84"/>
                  <a:pt x="760" y="84"/>
                  <a:pt x="760" y="84"/>
                </a:cubicBezTo>
                <a:cubicBezTo>
                  <a:pt x="760" y="114"/>
                  <a:pt x="781" y="134"/>
                  <a:pt x="810" y="134"/>
                </a:cubicBezTo>
                <a:cubicBezTo>
                  <a:pt x="827" y="134"/>
                  <a:pt x="840" y="127"/>
                  <a:pt x="849" y="116"/>
                </a:cubicBezTo>
                <a:cubicBezTo>
                  <a:pt x="834" y="102"/>
                  <a:pt x="834" y="102"/>
                  <a:pt x="834" y="102"/>
                </a:cubicBezTo>
                <a:cubicBezTo>
                  <a:pt x="826" y="109"/>
                  <a:pt x="820" y="112"/>
                  <a:pt x="810" y="112"/>
                </a:cubicBezTo>
                <a:cubicBezTo>
                  <a:pt x="798" y="112"/>
                  <a:pt x="790" y="106"/>
                  <a:pt x="787" y="93"/>
                </a:cubicBezTo>
                <a:cubicBezTo>
                  <a:pt x="854" y="93"/>
                  <a:pt x="854" y="93"/>
                  <a:pt x="854" y="93"/>
                </a:cubicBezTo>
                <a:cubicBezTo>
                  <a:pt x="854" y="91"/>
                  <a:pt x="854" y="88"/>
                  <a:pt x="854" y="86"/>
                </a:cubicBezTo>
                <a:cubicBezTo>
                  <a:pt x="854" y="59"/>
                  <a:pt x="839" y="34"/>
                  <a:pt x="807" y="34"/>
                </a:cubicBezTo>
                <a:close/>
                <a:moveTo>
                  <a:pt x="787" y="76"/>
                </a:moveTo>
                <a:cubicBezTo>
                  <a:pt x="789" y="64"/>
                  <a:pt x="796" y="56"/>
                  <a:pt x="807" y="56"/>
                </a:cubicBezTo>
                <a:cubicBezTo>
                  <a:pt x="819" y="56"/>
                  <a:pt x="826" y="64"/>
                  <a:pt x="828" y="76"/>
                </a:cubicBezTo>
                <a:lnTo>
                  <a:pt x="787" y="76"/>
                </a:lnTo>
                <a:close/>
                <a:moveTo>
                  <a:pt x="220" y="34"/>
                </a:moveTo>
                <a:cubicBezTo>
                  <a:pt x="207" y="34"/>
                  <a:pt x="197" y="39"/>
                  <a:pt x="189" y="49"/>
                </a:cubicBezTo>
                <a:cubicBezTo>
                  <a:pt x="184" y="40"/>
                  <a:pt x="174" y="34"/>
                  <a:pt x="161" y="34"/>
                </a:cubicBezTo>
                <a:cubicBezTo>
                  <a:pt x="148" y="34"/>
                  <a:pt x="139" y="41"/>
                  <a:pt x="133" y="50"/>
                </a:cubicBezTo>
                <a:cubicBezTo>
                  <a:pt x="133" y="36"/>
                  <a:pt x="133" y="36"/>
                  <a:pt x="133" y="36"/>
                </a:cubicBezTo>
                <a:cubicBezTo>
                  <a:pt x="106" y="36"/>
                  <a:pt x="106" y="36"/>
                  <a:pt x="106" y="36"/>
                </a:cubicBezTo>
                <a:cubicBezTo>
                  <a:pt x="106" y="132"/>
                  <a:pt x="106" y="132"/>
                  <a:pt x="106" y="132"/>
                </a:cubicBezTo>
                <a:cubicBezTo>
                  <a:pt x="133" y="132"/>
                  <a:pt x="133" y="132"/>
                  <a:pt x="133" y="132"/>
                </a:cubicBezTo>
                <a:cubicBezTo>
                  <a:pt x="133" y="78"/>
                  <a:pt x="133" y="78"/>
                  <a:pt x="133" y="78"/>
                </a:cubicBezTo>
                <a:cubicBezTo>
                  <a:pt x="133" y="65"/>
                  <a:pt x="139" y="59"/>
                  <a:pt x="150" y="59"/>
                </a:cubicBezTo>
                <a:cubicBezTo>
                  <a:pt x="160" y="59"/>
                  <a:pt x="166" y="65"/>
                  <a:pt x="166" y="78"/>
                </a:cubicBezTo>
                <a:cubicBezTo>
                  <a:pt x="166" y="132"/>
                  <a:pt x="166" y="132"/>
                  <a:pt x="166" y="132"/>
                </a:cubicBezTo>
                <a:cubicBezTo>
                  <a:pt x="193" y="132"/>
                  <a:pt x="193" y="132"/>
                  <a:pt x="193" y="132"/>
                </a:cubicBezTo>
                <a:cubicBezTo>
                  <a:pt x="193" y="78"/>
                  <a:pt x="193" y="78"/>
                  <a:pt x="193" y="78"/>
                </a:cubicBezTo>
                <a:cubicBezTo>
                  <a:pt x="193" y="65"/>
                  <a:pt x="199" y="59"/>
                  <a:pt x="209" y="59"/>
                </a:cubicBezTo>
                <a:cubicBezTo>
                  <a:pt x="220" y="59"/>
                  <a:pt x="225" y="65"/>
                  <a:pt x="225" y="78"/>
                </a:cubicBezTo>
                <a:cubicBezTo>
                  <a:pt x="225" y="132"/>
                  <a:pt x="225" y="132"/>
                  <a:pt x="225" y="132"/>
                </a:cubicBezTo>
                <a:cubicBezTo>
                  <a:pt x="253" y="132"/>
                  <a:pt x="253" y="132"/>
                  <a:pt x="253" y="132"/>
                </a:cubicBezTo>
                <a:cubicBezTo>
                  <a:pt x="253" y="69"/>
                  <a:pt x="253" y="69"/>
                  <a:pt x="253" y="69"/>
                </a:cubicBezTo>
                <a:cubicBezTo>
                  <a:pt x="253" y="46"/>
                  <a:pt x="240" y="34"/>
                  <a:pt x="220" y="34"/>
                </a:cubicBezTo>
                <a:close/>
                <a:moveTo>
                  <a:pt x="59" y="57"/>
                </a:moveTo>
                <a:cubicBezTo>
                  <a:pt x="38" y="51"/>
                  <a:pt x="32" y="49"/>
                  <a:pt x="32" y="40"/>
                </a:cubicBezTo>
                <a:cubicBezTo>
                  <a:pt x="32" y="40"/>
                  <a:pt x="32" y="40"/>
                  <a:pt x="32" y="40"/>
                </a:cubicBezTo>
                <a:cubicBezTo>
                  <a:pt x="32" y="34"/>
                  <a:pt x="38" y="29"/>
                  <a:pt x="48" y="29"/>
                </a:cubicBezTo>
                <a:cubicBezTo>
                  <a:pt x="59" y="29"/>
                  <a:pt x="70" y="34"/>
                  <a:pt x="81" y="41"/>
                </a:cubicBezTo>
                <a:cubicBezTo>
                  <a:pt x="95" y="21"/>
                  <a:pt x="95" y="21"/>
                  <a:pt x="95" y="21"/>
                </a:cubicBezTo>
                <a:cubicBezTo>
                  <a:pt x="83" y="10"/>
                  <a:pt x="67" y="5"/>
                  <a:pt x="49" y="5"/>
                </a:cubicBezTo>
                <a:cubicBezTo>
                  <a:pt x="23" y="5"/>
                  <a:pt x="5" y="20"/>
                  <a:pt x="5" y="43"/>
                </a:cubicBezTo>
                <a:cubicBezTo>
                  <a:pt x="5" y="43"/>
                  <a:pt x="5" y="43"/>
                  <a:pt x="5" y="43"/>
                </a:cubicBezTo>
                <a:cubicBezTo>
                  <a:pt x="5" y="68"/>
                  <a:pt x="21" y="75"/>
                  <a:pt x="46" y="81"/>
                </a:cubicBezTo>
                <a:cubicBezTo>
                  <a:pt x="67" y="87"/>
                  <a:pt x="72" y="90"/>
                  <a:pt x="72" y="97"/>
                </a:cubicBezTo>
                <a:cubicBezTo>
                  <a:pt x="72" y="98"/>
                  <a:pt x="72" y="98"/>
                  <a:pt x="72" y="98"/>
                </a:cubicBezTo>
                <a:cubicBezTo>
                  <a:pt x="72" y="105"/>
                  <a:pt x="65" y="109"/>
                  <a:pt x="54" y="109"/>
                </a:cubicBezTo>
                <a:cubicBezTo>
                  <a:pt x="39" y="109"/>
                  <a:pt x="27" y="104"/>
                  <a:pt x="16" y="94"/>
                </a:cubicBezTo>
                <a:cubicBezTo>
                  <a:pt x="0" y="114"/>
                  <a:pt x="0" y="114"/>
                  <a:pt x="0" y="114"/>
                </a:cubicBezTo>
                <a:cubicBezTo>
                  <a:pt x="15" y="127"/>
                  <a:pt x="34" y="134"/>
                  <a:pt x="53" y="134"/>
                </a:cubicBezTo>
                <a:cubicBezTo>
                  <a:pt x="80" y="134"/>
                  <a:pt x="99" y="120"/>
                  <a:pt x="99" y="95"/>
                </a:cubicBezTo>
                <a:cubicBezTo>
                  <a:pt x="99" y="95"/>
                  <a:pt x="99" y="95"/>
                  <a:pt x="99" y="95"/>
                </a:cubicBezTo>
                <a:cubicBezTo>
                  <a:pt x="99" y="73"/>
                  <a:pt x="85" y="63"/>
                  <a:pt x="59" y="57"/>
                </a:cubicBezTo>
                <a:close/>
                <a:moveTo>
                  <a:pt x="304" y="35"/>
                </a:moveTo>
                <a:cubicBezTo>
                  <a:pt x="287" y="35"/>
                  <a:pt x="277" y="38"/>
                  <a:pt x="266" y="43"/>
                </a:cubicBezTo>
                <a:cubicBezTo>
                  <a:pt x="273" y="63"/>
                  <a:pt x="273" y="63"/>
                  <a:pt x="273" y="63"/>
                </a:cubicBezTo>
                <a:cubicBezTo>
                  <a:pt x="282" y="60"/>
                  <a:pt x="289" y="58"/>
                  <a:pt x="300" y="58"/>
                </a:cubicBezTo>
                <a:cubicBezTo>
                  <a:pt x="313" y="58"/>
                  <a:pt x="320" y="64"/>
                  <a:pt x="320" y="76"/>
                </a:cubicBezTo>
                <a:cubicBezTo>
                  <a:pt x="320" y="77"/>
                  <a:pt x="320" y="77"/>
                  <a:pt x="320" y="77"/>
                </a:cubicBezTo>
                <a:cubicBezTo>
                  <a:pt x="314" y="75"/>
                  <a:pt x="307" y="73"/>
                  <a:pt x="297" y="73"/>
                </a:cubicBezTo>
                <a:cubicBezTo>
                  <a:pt x="274" y="73"/>
                  <a:pt x="258" y="83"/>
                  <a:pt x="258" y="104"/>
                </a:cubicBezTo>
                <a:cubicBezTo>
                  <a:pt x="258" y="104"/>
                  <a:pt x="258" y="104"/>
                  <a:pt x="258" y="104"/>
                </a:cubicBezTo>
                <a:cubicBezTo>
                  <a:pt x="258" y="123"/>
                  <a:pt x="273" y="134"/>
                  <a:pt x="291" y="134"/>
                </a:cubicBezTo>
                <a:cubicBezTo>
                  <a:pt x="304" y="134"/>
                  <a:pt x="314" y="129"/>
                  <a:pt x="320" y="122"/>
                </a:cubicBezTo>
                <a:cubicBezTo>
                  <a:pt x="320" y="132"/>
                  <a:pt x="320" y="132"/>
                  <a:pt x="320" y="132"/>
                </a:cubicBezTo>
                <a:cubicBezTo>
                  <a:pt x="347" y="132"/>
                  <a:pt x="347" y="132"/>
                  <a:pt x="347" y="132"/>
                </a:cubicBezTo>
                <a:cubicBezTo>
                  <a:pt x="347" y="76"/>
                  <a:pt x="347" y="76"/>
                  <a:pt x="347" y="76"/>
                </a:cubicBezTo>
                <a:cubicBezTo>
                  <a:pt x="347" y="63"/>
                  <a:pt x="343" y="53"/>
                  <a:pt x="336" y="46"/>
                </a:cubicBezTo>
                <a:cubicBezTo>
                  <a:pt x="329" y="39"/>
                  <a:pt x="319" y="35"/>
                  <a:pt x="304" y="35"/>
                </a:cubicBezTo>
                <a:close/>
                <a:moveTo>
                  <a:pt x="321" y="98"/>
                </a:moveTo>
                <a:cubicBezTo>
                  <a:pt x="321" y="108"/>
                  <a:pt x="312" y="115"/>
                  <a:pt x="299" y="115"/>
                </a:cubicBezTo>
                <a:cubicBezTo>
                  <a:pt x="291" y="115"/>
                  <a:pt x="285" y="111"/>
                  <a:pt x="285" y="103"/>
                </a:cubicBezTo>
                <a:cubicBezTo>
                  <a:pt x="285" y="103"/>
                  <a:pt x="285" y="103"/>
                  <a:pt x="285" y="103"/>
                </a:cubicBezTo>
                <a:cubicBezTo>
                  <a:pt x="285" y="94"/>
                  <a:pt x="292" y="90"/>
                  <a:pt x="303" y="90"/>
                </a:cubicBezTo>
                <a:cubicBezTo>
                  <a:pt x="310" y="90"/>
                  <a:pt x="316" y="91"/>
                  <a:pt x="321" y="93"/>
                </a:cubicBezTo>
                <a:lnTo>
                  <a:pt x="321" y="98"/>
                </a:lnTo>
                <a:close/>
                <a:moveTo>
                  <a:pt x="457" y="11"/>
                </a:moveTo>
                <a:cubicBezTo>
                  <a:pt x="429" y="11"/>
                  <a:pt x="429" y="11"/>
                  <a:pt x="429" y="11"/>
                </a:cubicBezTo>
                <a:cubicBezTo>
                  <a:pt x="429" y="36"/>
                  <a:pt x="429" y="36"/>
                  <a:pt x="429" y="36"/>
                </a:cubicBezTo>
                <a:cubicBezTo>
                  <a:pt x="418" y="36"/>
                  <a:pt x="418" y="36"/>
                  <a:pt x="418" y="36"/>
                </a:cubicBezTo>
                <a:cubicBezTo>
                  <a:pt x="418" y="59"/>
                  <a:pt x="418" y="59"/>
                  <a:pt x="418" y="59"/>
                </a:cubicBezTo>
                <a:cubicBezTo>
                  <a:pt x="429" y="59"/>
                  <a:pt x="429" y="59"/>
                  <a:pt x="429" y="59"/>
                </a:cubicBezTo>
                <a:cubicBezTo>
                  <a:pt x="429" y="105"/>
                  <a:pt x="429" y="105"/>
                  <a:pt x="429" y="105"/>
                </a:cubicBezTo>
                <a:cubicBezTo>
                  <a:pt x="429" y="127"/>
                  <a:pt x="441" y="134"/>
                  <a:pt x="457" y="134"/>
                </a:cubicBezTo>
                <a:cubicBezTo>
                  <a:pt x="466" y="134"/>
                  <a:pt x="473" y="132"/>
                  <a:pt x="479" y="128"/>
                </a:cubicBezTo>
                <a:cubicBezTo>
                  <a:pt x="479" y="106"/>
                  <a:pt x="479" y="106"/>
                  <a:pt x="479" y="106"/>
                </a:cubicBezTo>
                <a:cubicBezTo>
                  <a:pt x="475" y="108"/>
                  <a:pt x="470" y="110"/>
                  <a:pt x="465" y="110"/>
                </a:cubicBezTo>
                <a:cubicBezTo>
                  <a:pt x="459" y="110"/>
                  <a:pt x="457" y="107"/>
                  <a:pt x="457" y="100"/>
                </a:cubicBezTo>
                <a:cubicBezTo>
                  <a:pt x="457" y="59"/>
                  <a:pt x="457" y="59"/>
                  <a:pt x="457" y="59"/>
                </a:cubicBezTo>
                <a:cubicBezTo>
                  <a:pt x="479" y="59"/>
                  <a:pt x="479" y="59"/>
                  <a:pt x="479" y="59"/>
                </a:cubicBezTo>
                <a:cubicBezTo>
                  <a:pt x="479" y="36"/>
                  <a:pt x="479" y="36"/>
                  <a:pt x="479" y="36"/>
                </a:cubicBezTo>
                <a:cubicBezTo>
                  <a:pt x="457" y="36"/>
                  <a:pt x="457" y="36"/>
                  <a:pt x="457" y="36"/>
                </a:cubicBezTo>
                <a:lnTo>
                  <a:pt x="457" y="11"/>
                </a:lnTo>
                <a:close/>
                <a:moveTo>
                  <a:pt x="382" y="55"/>
                </a:moveTo>
                <a:cubicBezTo>
                  <a:pt x="382" y="36"/>
                  <a:pt x="382" y="36"/>
                  <a:pt x="382" y="36"/>
                </a:cubicBezTo>
                <a:cubicBezTo>
                  <a:pt x="354" y="36"/>
                  <a:pt x="354" y="36"/>
                  <a:pt x="354" y="36"/>
                </a:cubicBezTo>
                <a:cubicBezTo>
                  <a:pt x="354" y="132"/>
                  <a:pt x="354" y="132"/>
                  <a:pt x="354" y="132"/>
                </a:cubicBezTo>
                <a:cubicBezTo>
                  <a:pt x="382" y="132"/>
                  <a:pt x="382" y="132"/>
                  <a:pt x="382" y="132"/>
                </a:cubicBezTo>
                <a:cubicBezTo>
                  <a:pt x="382" y="97"/>
                  <a:pt x="382" y="97"/>
                  <a:pt x="382" y="97"/>
                </a:cubicBezTo>
                <a:cubicBezTo>
                  <a:pt x="382" y="74"/>
                  <a:pt x="393" y="63"/>
                  <a:pt x="411" y="63"/>
                </a:cubicBezTo>
                <a:cubicBezTo>
                  <a:pt x="412" y="63"/>
                  <a:pt x="412" y="63"/>
                  <a:pt x="412" y="63"/>
                </a:cubicBezTo>
                <a:cubicBezTo>
                  <a:pt x="412" y="34"/>
                  <a:pt x="412" y="34"/>
                  <a:pt x="412" y="34"/>
                </a:cubicBezTo>
                <a:cubicBezTo>
                  <a:pt x="396" y="33"/>
                  <a:pt x="387" y="42"/>
                  <a:pt x="382" y="55"/>
                </a:cubicBezTo>
                <a:close/>
                <a:moveTo>
                  <a:pt x="1335" y="34"/>
                </a:moveTo>
                <a:cubicBezTo>
                  <a:pt x="1305" y="34"/>
                  <a:pt x="1283" y="56"/>
                  <a:pt x="1283" y="84"/>
                </a:cubicBezTo>
                <a:cubicBezTo>
                  <a:pt x="1283" y="84"/>
                  <a:pt x="1283" y="84"/>
                  <a:pt x="1283" y="84"/>
                </a:cubicBezTo>
                <a:cubicBezTo>
                  <a:pt x="1283" y="112"/>
                  <a:pt x="1305" y="134"/>
                  <a:pt x="1335" y="134"/>
                </a:cubicBezTo>
                <a:cubicBezTo>
                  <a:pt x="1365" y="134"/>
                  <a:pt x="1387" y="112"/>
                  <a:pt x="1387" y="84"/>
                </a:cubicBezTo>
                <a:cubicBezTo>
                  <a:pt x="1387" y="84"/>
                  <a:pt x="1387" y="84"/>
                  <a:pt x="1387" y="84"/>
                </a:cubicBezTo>
                <a:cubicBezTo>
                  <a:pt x="1387" y="56"/>
                  <a:pt x="1365" y="34"/>
                  <a:pt x="1335" y="34"/>
                </a:cubicBezTo>
                <a:close/>
                <a:moveTo>
                  <a:pt x="1360" y="84"/>
                </a:moveTo>
                <a:cubicBezTo>
                  <a:pt x="1360" y="99"/>
                  <a:pt x="1351" y="111"/>
                  <a:pt x="1335" y="111"/>
                </a:cubicBezTo>
                <a:cubicBezTo>
                  <a:pt x="1320" y="111"/>
                  <a:pt x="1310" y="98"/>
                  <a:pt x="1310" y="84"/>
                </a:cubicBezTo>
                <a:cubicBezTo>
                  <a:pt x="1310" y="84"/>
                  <a:pt x="1310" y="84"/>
                  <a:pt x="1310" y="84"/>
                </a:cubicBezTo>
                <a:cubicBezTo>
                  <a:pt x="1310" y="70"/>
                  <a:pt x="1319" y="58"/>
                  <a:pt x="1335" y="58"/>
                </a:cubicBezTo>
                <a:cubicBezTo>
                  <a:pt x="1350" y="58"/>
                  <a:pt x="1360" y="70"/>
                  <a:pt x="1360" y="84"/>
                </a:cubicBezTo>
                <a:close/>
                <a:moveTo>
                  <a:pt x="1834" y="55"/>
                </a:moveTo>
                <a:cubicBezTo>
                  <a:pt x="1834" y="36"/>
                  <a:pt x="1834" y="36"/>
                  <a:pt x="1834" y="36"/>
                </a:cubicBezTo>
                <a:cubicBezTo>
                  <a:pt x="1807" y="36"/>
                  <a:pt x="1807" y="36"/>
                  <a:pt x="1807" y="36"/>
                </a:cubicBezTo>
                <a:cubicBezTo>
                  <a:pt x="1807" y="132"/>
                  <a:pt x="1807" y="132"/>
                  <a:pt x="1807" y="132"/>
                </a:cubicBezTo>
                <a:cubicBezTo>
                  <a:pt x="1834" y="132"/>
                  <a:pt x="1834" y="132"/>
                  <a:pt x="1834" y="132"/>
                </a:cubicBezTo>
                <a:cubicBezTo>
                  <a:pt x="1834" y="97"/>
                  <a:pt x="1834" y="97"/>
                  <a:pt x="1834" y="97"/>
                </a:cubicBezTo>
                <a:cubicBezTo>
                  <a:pt x="1834" y="74"/>
                  <a:pt x="1845" y="63"/>
                  <a:pt x="1863" y="63"/>
                </a:cubicBezTo>
                <a:cubicBezTo>
                  <a:pt x="1865" y="63"/>
                  <a:pt x="1865" y="63"/>
                  <a:pt x="1865" y="63"/>
                </a:cubicBezTo>
                <a:cubicBezTo>
                  <a:pt x="1865" y="34"/>
                  <a:pt x="1865" y="34"/>
                  <a:pt x="1865" y="34"/>
                </a:cubicBezTo>
                <a:cubicBezTo>
                  <a:pt x="1848" y="33"/>
                  <a:pt x="1839" y="42"/>
                  <a:pt x="1834" y="55"/>
                </a:cubicBezTo>
                <a:close/>
                <a:moveTo>
                  <a:pt x="1748" y="34"/>
                </a:moveTo>
                <a:cubicBezTo>
                  <a:pt x="1718" y="34"/>
                  <a:pt x="1696" y="56"/>
                  <a:pt x="1696" y="84"/>
                </a:cubicBezTo>
                <a:cubicBezTo>
                  <a:pt x="1696" y="84"/>
                  <a:pt x="1696" y="84"/>
                  <a:pt x="1696" y="84"/>
                </a:cubicBezTo>
                <a:cubicBezTo>
                  <a:pt x="1696" y="112"/>
                  <a:pt x="1718" y="134"/>
                  <a:pt x="1748" y="134"/>
                </a:cubicBezTo>
                <a:cubicBezTo>
                  <a:pt x="1778" y="134"/>
                  <a:pt x="1800" y="112"/>
                  <a:pt x="1800" y="84"/>
                </a:cubicBezTo>
                <a:cubicBezTo>
                  <a:pt x="1800" y="84"/>
                  <a:pt x="1800" y="84"/>
                  <a:pt x="1800" y="84"/>
                </a:cubicBezTo>
                <a:cubicBezTo>
                  <a:pt x="1800" y="56"/>
                  <a:pt x="1778" y="34"/>
                  <a:pt x="1748" y="34"/>
                </a:cubicBezTo>
                <a:close/>
                <a:moveTo>
                  <a:pt x="1773" y="84"/>
                </a:moveTo>
                <a:cubicBezTo>
                  <a:pt x="1773" y="99"/>
                  <a:pt x="1764" y="111"/>
                  <a:pt x="1748" y="111"/>
                </a:cubicBezTo>
                <a:cubicBezTo>
                  <a:pt x="1733" y="111"/>
                  <a:pt x="1723" y="98"/>
                  <a:pt x="1723" y="84"/>
                </a:cubicBezTo>
                <a:cubicBezTo>
                  <a:pt x="1723" y="84"/>
                  <a:pt x="1723" y="84"/>
                  <a:pt x="1723" y="84"/>
                </a:cubicBezTo>
                <a:cubicBezTo>
                  <a:pt x="1723" y="70"/>
                  <a:pt x="1732" y="58"/>
                  <a:pt x="1748" y="58"/>
                </a:cubicBezTo>
                <a:cubicBezTo>
                  <a:pt x="1763" y="58"/>
                  <a:pt x="1773" y="70"/>
                  <a:pt x="1773" y="84"/>
                </a:cubicBezTo>
                <a:close/>
                <a:moveTo>
                  <a:pt x="1465" y="48"/>
                </a:moveTo>
                <a:cubicBezTo>
                  <a:pt x="1458" y="40"/>
                  <a:pt x="1449" y="34"/>
                  <a:pt x="1434" y="34"/>
                </a:cubicBezTo>
                <a:cubicBezTo>
                  <a:pt x="1412" y="34"/>
                  <a:pt x="1391" y="50"/>
                  <a:pt x="1391" y="79"/>
                </a:cubicBezTo>
                <a:cubicBezTo>
                  <a:pt x="1391" y="79"/>
                  <a:pt x="1391" y="79"/>
                  <a:pt x="1391" y="79"/>
                </a:cubicBezTo>
                <a:cubicBezTo>
                  <a:pt x="1391" y="108"/>
                  <a:pt x="1412" y="124"/>
                  <a:pt x="1434" y="124"/>
                </a:cubicBezTo>
                <a:cubicBezTo>
                  <a:pt x="1448" y="124"/>
                  <a:pt x="1457" y="118"/>
                  <a:pt x="1465" y="109"/>
                </a:cubicBezTo>
                <a:cubicBezTo>
                  <a:pt x="1465" y="113"/>
                  <a:pt x="1465" y="113"/>
                  <a:pt x="1465" y="113"/>
                </a:cubicBezTo>
                <a:cubicBezTo>
                  <a:pt x="1465" y="130"/>
                  <a:pt x="1457" y="139"/>
                  <a:pt x="1438" y="139"/>
                </a:cubicBezTo>
                <a:cubicBezTo>
                  <a:pt x="1425" y="139"/>
                  <a:pt x="1415" y="136"/>
                  <a:pt x="1405" y="131"/>
                </a:cubicBezTo>
                <a:cubicBezTo>
                  <a:pt x="1396" y="151"/>
                  <a:pt x="1396" y="151"/>
                  <a:pt x="1396" y="151"/>
                </a:cubicBezTo>
                <a:cubicBezTo>
                  <a:pt x="1408" y="158"/>
                  <a:pt x="1423" y="161"/>
                  <a:pt x="1439" y="161"/>
                </a:cubicBezTo>
                <a:cubicBezTo>
                  <a:pt x="1457" y="161"/>
                  <a:pt x="1471" y="157"/>
                  <a:pt x="1480" y="148"/>
                </a:cubicBezTo>
                <a:cubicBezTo>
                  <a:pt x="1488" y="140"/>
                  <a:pt x="1492" y="128"/>
                  <a:pt x="1492" y="110"/>
                </a:cubicBezTo>
                <a:cubicBezTo>
                  <a:pt x="1492" y="36"/>
                  <a:pt x="1492" y="36"/>
                  <a:pt x="1492" y="36"/>
                </a:cubicBezTo>
                <a:cubicBezTo>
                  <a:pt x="1465" y="36"/>
                  <a:pt x="1465" y="36"/>
                  <a:pt x="1465" y="36"/>
                </a:cubicBezTo>
                <a:lnTo>
                  <a:pt x="1465" y="48"/>
                </a:lnTo>
                <a:close/>
                <a:moveTo>
                  <a:pt x="1465" y="79"/>
                </a:moveTo>
                <a:cubicBezTo>
                  <a:pt x="1465" y="92"/>
                  <a:pt x="1455" y="102"/>
                  <a:pt x="1442" y="102"/>
                </a:cubicBezTo>
                <a:cubicBezTo>
                  <a:pt x="1429" y="102"/>
                  <a:pt x="1419" y="93"/>
                  <a:pt x="1419" y="79"/>
                </a:cubicBezTo>
                <a:cubicBezTo>
                  <a:pt x="1419" y="79"/>
                  <a:pt x="1419" y="79"/>
                  <a:pt x="1419" y="79"/>
                </a:cubicBezTo>
                <a:cubicBezTo>
                  <a:pt x="1419" y="66"/>
                  <a:pt x="1429" y="57"/>
                  <a:pt x="1442" y="57"/>
                </a:cubicBezTo>
                <a:cubicBezTo>
                  <a:pt x="1455" y="57"/>
                  <a:pt x="1465" y="66"/>
                  <a:pt x="1465" y="79"/>
                </a:cubicBezTo>
                <a:close/>
                <a:moveTo>
                  <a:pt x="1697" y="37"/>
                </a:moveTo>
                <a:cubicBezTo>
                  <a:pt x="1675" y="37"/>
                  <a:pt x="1675" y="37"/>
                  <a:pt x="1675" y="37"/>
                </a:cubicBezTo>
                <a:cubicBezTo>
                  <a:pt x="1675" y="33"/>
                  <a:pt x="1675" y="33"/>
                  <a:pt x="1675" y="33"/>
                </a:cubicBezTo>
                <a:cubicBezTo>
                  <a:pt x="1675" y="26"/>
                  <a:pt x="1678" y="23"/>
                  <a:pt x="1684" y="23"/>
                </a:cubicBezTo>
                <a:cubicBezTo>
                  <a:pt x="1689" y="23"/>
                  <a:pt x="1693" y="24"/>
                  <a:pt x="1697" y="25"/>
                </a:cubicBezTo>
                <a:cubicBezTo>
                  <a:pt x="1697" y="2"/>
                  <a:pt x="1697" y="2"/>
                  <a:pt x="1697" y="2"/>
                </a:cubicBezTo>
                <a:cubicBezTo>
                  <a:pt x="1692" y="1"/>
                  <a:pt x="1686" y="0"/>
                  <a:pt x="1677" y="0"/>
                </a:cubicBezTo>
                <a:cubicBezTo>
                  <a:pt x="1668" y="0"/>
                  <a:pt x="1660" y="2"/>
                  <a:pt x="1655" y="7"/>
                </a:cubicBezTo>
                <a:cubicBezTo>
                  <a:pt x="1650" y="12"/>
                  <a:pt x="1648" y="20"/>
                  <a:pt x="1648" y="31"/>
                </a:cubicBezTo>
                <a:cubicBezTo>
                  <a:pt x="1648" y="37"/>
                  <a:pt x="1648" y="37"/>
                  <a:pt x="1648" y="37"/>
                </a:cubicBezTo>
                <a:cubicBezTo>
                  <a:pt x="1636" y="37"/>
                  <a:pt x="1636" y="37"/>
                  <a:pt x="1636" y="37"/>
                </a:cubicBezTo>
                <a:cubicBezTo>
                  <a:pt x="1636" y="59"/>
                  <a:pt x="1636" y="59"/>
                  <a:pt x="1636" y="59"/>
                </a:cubicBezTo>
                <a:cubicBezTo>
                  <a:pt x="1648" y="59"/>
                  <a:pt x="1648" y="59"/>
                  <a:pt x="1648" y="59"/>
                </a:cubicBezTo>
                <a:cubicBezTo>
                  <a:pt x="1648" y="132"/>
                  <a:pt x="1648" y="132"/>
                  <a:pt x="1648" y="132"/>
                </a:cubicBezTo>
                <a:cubicBezTo>
                  <a:pt x="1675" y="132"/>
                  <a:pt x="1675" y="132"/>
                  <a:pt x="1675" y="132"/>
                </a:cubicBezTo>
                <a:cubicBezTo>
                  <a:pt x="1675" y="59"/>
                  <a:pt x="1675" y="59"/>
                  <a:pt x="1675" y="59"/>
                </a:cubicBezTo>
                <a:cubicBezTo>
                  <a:pt x="1697" y="59"/>
                  <a:pt x="1697" y="59"/>
                  <a:pt x="1697" y="59"/>
                </a:cubicBezTo>
                <a:lnTo>
                  <a:pt x="1697" y="37"/>
                </a:lnTo>
                <a:close/>
                <a:moveTo>
                  <a:pt x="1548" y="101"/>
                </a:moveTo>
                <a:cubicBezTo>
                  <a:pt x="1526" y="36"/>
                  <a:pt x="1526" y="36"/>
                  <a:pt x="1526" y="36"/>
                </a:cubicBezTo>
                <a:cubicBezTo>
                  <a:pt x="1497" y="36"/>
                  <a:pt x="1497" y="36"/>
                  <a:pt x="1497" y="36"/>
                </a:cubicBezTo>
                <a:cubicBezTo>
                  <a:pt x="1535" y="132"/>
                  <a:pt x="1535" y="132"/>
                  <a:pt x="1535" y="132"/>
                </a:cubicBezTo>
                <a:cubicBezTo>
                  <a:pt x="1532" y="137"/>
                  <a:pt x="1530" y="139"/>
                  <a:pt x="1525" y="139"/>
                </a:cubicBezTo>
                <a:cubicBezTo>
                  <a:pt x="1521" y="139"/>
                  <a:pt x="1517" y="137"/>
                  <a:pt x="1513" y="135"/>
                </a:cubicBezTo>
                <a:cubicBezTo>
                  <a:pt x="1504" y="155"/>
                  <a:pt x="1504" y="155"/>
                  <a:pt x="1504" y="155"/>
                </a:cubicBezTo>
                <a:cubicBezTo>
                  <a:pt x="1511" y="159"/>
                  <a:pt x="1519" y="161"/>
                  <a:pt x="1528" y="161"/>
                </a:cubicBezTo>
                <a:cubicBezTo>
                  <a:pt x="1545" y="161"/>
                  <a:pt x="1553" y="154"/>
                  <a:pt x="1560" y="134"/>
                </a:cubicBezTo>
                <a:cubicBezTo>
                  <a:pt x="1597" y="36"/>
                  <a:pt x="1597" y="36"/>
                  <a:pt x="1597" y="36"/>
                </a:cubicBezTo>
                <a:cubicBezTo>
                  <a:pt x="1569" y="36"/>
                  <a:pt x="1569" y="36"/>
                  <a:pt x="1569" y="36"/>
                </a:cubicBezTo>
                <a:lnTo>
                  <a:pt x="1548" y="101"/>
                </a:lnTo>
                <a:close/>
                <a:moveTo>
                  <a:pt x="1008" y="34"/>
                </a:moveTo>
                <a:cubicBezTo>
                  <a:pt x="994" y="34"/>
                  <a:pt x="986" y="41"/>
                  <a:pt x="980" y="49"/>
                </a:cubicBezTo>
                <a:cubicBezTo>
                  <a:pt x="980" y="1"/>
                  <a:pt x="980" y="1"/>
                  <a:pt x="980" y="1"/>
                </a:cubicBezTo>
                <a:cubicBezTo>
                  <a:pt x="952" y="1"/>
                  <a:pt x="952" y="1"/>
                  <a:pt x="952" y="1"/>
                </a:cubicBezTo>
                <a:cubicBezTo>
                  <a:pt x="952" y="132"/>
                  <a:pt x="952" y="132"/>
                  <a:pt x="952" y="132"/>
                </a:cubicBezTo>
                <a:cubicBezTo>
                  <a:pt x="980" y="132"/>
                  <a:pt x="980" y="132"/>
                  <a:pt x="980" y="132"/>
                </a:cubicBezTo>
                <a:cubicBezTo>
                  <a:pt x="980" y="78"/>
                  <a:pt x="980" y="78"/>
                  <a:pt x="980" y="78"/>
                </a:cubicBezTo>
                <a:cubicBezTo>
                  <a:pt x="980" y="65"/>
                  <a:pt x="986" y="59"/>
                  <a:pt x="997" y="59"/>
                </a:cubicBezTo>
                <a:cubicBezTo>
                  <a:pt x="1007" y="59"/>
                  <a:pt x="1013" y="65"/>
                  <a:pt x="1013" y="78"/>
                </a:cubicBezTo>
                <a:cubicBezTo>
                  <a:pt x="1013" y="132"/>
                  <a:pt x="1013" y="132"/>
                  <a:pt x="1013" y="132"/>
                </a:cubicBezTo>
                <a:cubicBezTo>
                  <a:pt x="1040" y="132"/>
                  <a:pt x="1040" y="132"/>
                  <a:pt x="1040" y="132"/>
                </a:cubicBezTo>
                <a:cubicBezTo>
                  <a:pt x="1040" y="70"/>
                  <a:pt x="1040" y="70"/>
                  <a:pt x="1040" y="70"/>
                </a:cubicBezTo>
                <a:cubicBezTo>
                  <a:pt x="1040" y="48"/>
                  <a:pt x="1028" y="34"/>
                  <a:pt x="1008" y="34"/>
                </a:cubicBezTo>
                <a:close/>
                <a:moveTo>
                  <a:pt x="1250" y="132"/>
                </a:moveTo>
                <a:cubicBezTo>
                  <a:pt x="1278" y="132"/>
                  <a:pt x="1278" y="132"/>
                  <a:pt x="1278" y="132"/>
                </a:cubicBezTo>
                <a:cubicBezTo>
                  <a:pt x="1278" y="1"/>
                  <a:pt x="1278" y="1"/>
                  <a:pt x="1278" y="1"/>
                </a:cubicBezTo>
                <a:cubicBezTo>
                  <a:pt x="1250" y="1"/>
                  <a:pt x="1250" y="1"/>
                  <a:pt x="1250" y="1"/>
                </a:cubicBezTo>
                <a:lnTo>
                  <a:pt x="1250" y="132"/>
                </a:lnTo>
                <a:close/>
                <a:moveTo>
                  <a:pt x="1103" y="34"/>
                </a:moveTo>
                <a:cubicBezTo>
                  <a:pt x="1089" y="34"/>
                  <a:pt x="1081" y="41"/>
                  <a:pt x="1075" y="49"/>
                </a:cubicBezTo>
                <a:cubicBezTo>
                  <a:pt x="1075" y="36"/>
                  <a:pt x="1075" y="36"/>
                  <a:pt x="1075" y="36"/>
                </a:cubicBezTo>
                <a:cubicBezTo>
                  <a:pt x="1047" y="36"/>
                  <a:pt x="1047" y="36"/>
                  <a:pt x="1047" y="36"/>
                </a:cubicBezTo>
                <a:cubicBezTo>
                  <a:pt x="1047" y="132"/>
                  <a:pt x="1047" y="132"/>
                  <a:pt x="1047" y="132"/>
                </a:cubicBezTo>
                <a:cubicBezTo>
                  <a:pt x="1075" y="132"/>
                  <a:pt x="1075" y="132"/>
                  <a:pt x="1075" y="132"/>
                </a:cubicBezTo>
                <a:cubicBezTo>
                  <a:pt x="1075" y="78"/>
                  <a:pt x="1075" y="78"/>
                  <a:pt x="1075" y="78"/>
                </a:cubicBezTo>
                <a:cubicBezTo>
                  <a:pt x="1075" y="65"/>
                  <a:pt x="1081" y="59"/>
                  <a:pt x="1092" y="59"/>
                </a:cubicBezTo>
                <a:cubicBezTo>
                  <a:pt x="1102" y="59"/>
                  <a:pt x="1108" y="65"/>
                  <a:pt x="1108" y="78"/>
                </a:cubicBezTo>
                <a:cubicBezTo>
                  <a:pt x="1108" y="132"/>
                  <a:pt x="1108" y="132"/>
                  <a:pt x="1108" y="132"/>
                </a:cubicBezTo>
                <a:cubicBezTo>
                  <a:pt x="1135" y="132"/>
                  <a:pt x="1135" y="132"/>
                  <a:pt x="1135" y="132"/>
                </a:cubicBezTo>
                <a:cubicBezTo>
                  <a:pt x="1135" y="70"/>
                  <a:pt x="1135" y="70"/>
                  <a:pt x="1135" y="70"/>
                </a:cubicBezTo>
                <a:cubicBezTo>
                  <a:pt x="1135" y="48"/>
                  <a:pt x="1123" y="34"/>
                  <a:pt x="1103" y="34"/>
                </a:cubicBezTo>
                <a:close/>
                <a:moveTo>
                  <a:pt x="910" y="111"/>
                </a:moveTo>
                <a:cubicBezTo>
                  <a:pt x="895" y="111"/>
                  <a:pt x="885" y="99"/>
                  <a:pt x="885" y="84"/>
                </a:cubicBezTo>
                <a:cubicBezTo>
                  <a:pt x="885" y="84"/>
                  <a:pt x="885" y="84"/>
                  <a:pt x="885" y="84"/>
                </a:cubicBezTo>
                <a:cubicBezTo>
                  <a:pt x="885" y="70"/>
                  <a:pt x="895" y="58"/>
                  <a:pt x="909" y="58"/>
                </a:cubicBezTo>
                <a:cubicBezTo>
                  <a:pt x="918" y="58"/>
                  <a:pt x="925" y="62"/>
                  <a:pt x="931" y="68"/>
                </a:cubicBezTo>
                <a:cubicBezTo>
                  <a:pt x="947" y="50"/>
                  <a:pt x="947" y="50"/>
                  <a:pt x="947" y="50"/>
                </a:cubicBezTo>
                <a:cubicBezTo>
                  <a:pt x="938" y="40"/>
                  <a:pt x="927" y="34"/>
                  <a:pt x="909" y="34"/>
                </a:cubicBezTo>
                <a:cubicBezTo>
                  <a:pt x="880" y="34"/>
                  <a:pt x="859" y="57"/>
                  <a:pt x="859" y="84"/>
                </a:cubicBezTo>
                <a:cubicBezTo>
                  <a:pt x="859" y="84"/>
                  <a:pt x="859" y="84"/>
                  <a:pt x="859" y="84"/>
                </a:cubicBezTo>
                <a:cubicBezTo>
                  <a:pt x="859" y="112"/>
                  <a:pt x="880" y="134"/>
                  <a:pt x="909" y="134"/>
                </a:cubicBezTo>
                <a:cubicBezTo>
                  <a:pt x="928" y="134"/>
                  <a:pt x="939" y="127"/>
                  <a:pt x="948" y="117"/>
                </a:cubicBezTo>
                <a:cubicBezTo>
                  <a:pt x="932" y="100"/>
                  <a:pt x="932" y="100"/>
                  <a:pt x="932" y="100"/>
                </a:cubicBezTo>
                <a:cubicBezTo>
                  <a:pt x="925" y="107"/>
                  <a:pt x="919" y="111"/>
                  <a:pt x="910" y="111"/>
                </a:cubicBezTo>
                <a:close/>
                <a:moveTo>
                  <a:pt x="1945" y="35"/>
                </a:moveTo>
                <a:cubicBezTo>
                  <a:pt x="1929" y="35"/>
                  <a:pt x="1918" y="38"/>
                  <a:pt x="1908" y="42"/>
                </a:cubicBezTo>
                <a:cubicBezTo>
                  <a:pt x="1915" y="63"/>
                  <a:pt x="1915" y="63"/>
                  <a:pt x="1915" y="63"/>
                </a:cubicBezTo>
                <a:cubicBezTo>
                  <a:pt x="1923" y="60"/>
                  <a:pt x="1931" y="58"/>
                  <a:pt x="1941" y="58"/>
                </a:cubicBezTo>
                <a:cubicBezTo>
                  <a:pt x="1955" y="58"/>
                  <a:pt x="1962" y="64"/>
                  <a:pt x="1962" y="76"/>
                </a:cubicBezTo>
                <a:cubicBezTo>
                  <a:pt x="1962" y="77"/>
                  <a:pt x="1962" y="77"/>
                  <a:pt x="1962" y="77"/>
                </a:cubicBezTo>
                <a:cubicBezTo>
                  <a:pt x="1955" y="75"/>
                  <a:pt x="1948" y="73"/>
                  <a:pt x="1938" y="73"/>
                </a:cubicBezTo>
                <a:cubicBezTo>
                  <a:pt x="1915" y="73"/>
                  <a:pt x="1899" y="83"/>
                  <a:pt x="1899" y="104"/>
                </a:cubicBezTo>
                <a:cubicBezTo>
                  <a:pt x="1899" y="104"/>
                  <a:pt x="1899" y="104"/>
                  <a:pt x="1899" y="104"/>
                </a:cubicBezTo>
                <a:cubicBezTo>
                  <a:pt x="1899" y="123"/>
                  <a:pt x="1914" y="134"/>
                  <a:pt x="1932" y="134"/>
                </a:cubicBezTo>
                <a:cubicBezTo>
                  <a:pt x="1946" y="134"/>
                  <a:pt x="1955" y="129"/>
                  <a:pt x="1962" y="122"/>
                </a:cubicBezTo>
                <a:cubicBezTo>
                  <a:pt x="1962" y="132"/>
                  <a:pt x="1962" y="132"/>
                  <a:pt x="1962" y="132"/>
                </a:cubicBezTo>
                <a:cubicBezTo>
                  <a:pt x="1988" y="132"/>
                  <a:pt x="1988" y="132"/>
                  <a:pt x="1988" y="132"/>
                </a:cubicBezTo>
                <a:cubicBezTo>
                  <a:pt x="1988" y="76"/>
                  <a:pt x="1988" y="76"/>
                  <a:pt x="1988" y="76"/>
                </a:cubicBezTo>
                <a:cubicBezTo>
                  <a:pt x="1988" y="63"/>
                  <a:pt x="1985" y="53"/>
                  <a:pt x="1978" y="46"/>
                </a:cubicBezTo>
                <a:cubicBezTo>
                  <a:pt x="1971" y="39"/>
                  <a:pt x="1960" y="35"/>
                  <a:pt x="1945" y="35"/>
                </a:cubicBezTo>
                <a:close/>
                <a:moveTo>
                  <a:pt x="1962" y="98"/>
                </a:moveTo>
                <a:cubicBezTo>
                  <a:pt x="1962" y="108"/>
                  <a:pt x="1953" y="115"/>
                  <a:pt x="1941" y="115"/>
                </a:cubicBezTo>
                <a:cubicBezTo>
                  <a:pt x="1932" y="115"/>
                  <a:pt x="1926" y="111"/>
                  <a:pt x="1926" y="103"/>
                </a:cubicBezTo>
                <a:cubicBezTo>
                  <a:pt x="1926" y="103"/>
                  <a:pt x="1926" y="103"/>
                  <a:pt x="1926" y="103"/>
                </a:cubicBezTo>
                <a:cubicBezTo>
                  <a:pt x="1926" y="94"/>
                  <a:pt x="1933" y="90"/>
                  <a:pt x="1945" y="90"/>
                </a:cubicBezTo>
                <a:cubicBezTo>
                  <a:pt x="1951" y="90"/>
                  <a:pt x="1957" y="91"/>
                  <a:pt x="1962" y="93"/>
                </a:cubicBezTo>
                <a:lnTo>
                  <a:pt x="1962" y="98"/>
                </a:lnTo>
                <a:close/>
                <a:moveTo>
                  <a:pt x="1193" y="34"/>
                </a:moveTo>
                <a:cubicBezTo>
                  <a:pt x="1163" y="34"/>
                  <a:pt x="1141" y="56"/>
                  <a:pt x="1141" y="84"/>
                </a:cubicBezTo>
                <a:cubicBezTo>
                  <a:pt x="1141" y="84"/>
                  <a:pt x="1141" y="84"/>
                  <a:pt x="1141" y="84"/>
                </a:cubicBezTo>
                <a:cubicBezTo>
                  <a:pt x="1141" y="112"/>
                  <a:pt x="1163" y="134"/>
                  <a:pt x="1193" y="134"/>
                </a:cubicBezTo>
                <a:cubicBezTo>
                  <a:pt x="1223" y="134"/>
                  <a:pt x="1245" y="112"/>
                  <a:pt x="1245" y="84"/>
                </a:cubicBezTo>
                <a:cubicBezTo>
                  <a:pt x="1245" y="84"/>
                  <a:pt x="1245" y="84"/>
                  <a:pt x="1245" y="84"/>
                </a:cubicBezTo>
                <a:cubicBezTo>
                  <a:pt x="1245" y="56"/>
                  <a:pt x="1223" y="34"/>
                  <a:pt x="1193" y="34"/>
                </a:cubicBezTo>
                <a:close/>
                <a:moveTo>
                  <a:pt x="1218" y="84"/>
                </a:moveTo>
                <a:cubicBezTo>
                  <a:pt x="1218" y="99"/>
                  <a:pt x="1209" y="111"/>
                  <a:pt x="1193" y="111"/>
                </a:cubicBezTo>
                <a:cubicBezTo>
                  <a:pt x="1178" y="111"/>
                  <a:pt x="1168" y="98"/>
                  <a:pt x="1168" y="84"/>
                </a:cubicBezTo>
                <a:cubicBezTo>
                  <a:pt x="1168" y="84"/>
                  <a:pt x="1168" y="84"/>
                  <a:pt x="1168" y="84"/>
                </a:cubicBezTo>
                <a:cubicBezTo>
                  <a:pt x="1168" y="70"/>
                  <a:pt x="1177" y="58"/>
                  <a:pt x="1193" y="58"/>
                </a:cubicBezTo>
                <a:cubicBezTo>
                  <a:pt x="1208" y="58"/>
                  <a:pt x="1218" y="70"/>
                  <a:pt x="1218" y="8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0375F64-E651-1A0A-ABF1-9C38BA663F9F}"/>
              </a:ext>
            </a:extLst>
          </p:cNvPr>
          <p:cNvSpPr txBox="1"/>
          <p:nvPr userDrawn="1"/>
        </p:nvSpPr>
        <p:spPr>
          <a:xfrm>
            <a:off x="750529" y="6401580"/>
            <a:ext cx="411587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2025 Lenovo Internal.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251149763"/>
      </p:ext>
    </p:extLst>
  </p:cSld>
  <p:clrMapOvr>
    <a:masterClrMapping/>
  </p:clrMapOvr>
  <p:transition spd="med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Closing Slide_Pa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7DC3B2-BF59-7EFF-7D1D-9A8C3F9CA17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6200000">
            <a:off x="2667002" y="-2667001"/>
            <a:ext cx="6857999" cy="12192001"/>
          </a:xfrm>
          <a:prstGeom prst="rect">
            <a:avLst/>
          </a:prstGeom>
        </p:spPr>
      </p:pic>
      <p:sp>
        <p:nvSpPr>
          <p:cNvPr id="107" name="Rectangle 28">
            <a:extLst>
              <a:ext uri="{FF2B5EF4-FFF2-40B4-BE49-F238E27FC236}">
                <a16:creationId xmlns:a16="http://schemas.microsoft.com/office/drawing/2014/main" id="{162181A8-B4A3-6ABE-33D7-3CF58D53B62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559241" y="837416"/>
            <a:ext cx="634346" cy="1898696"/>
          </a:xfrm>
          <a:prstGeom prst="rect">
            <a:avLst/>
          </a:prstGeom>
          <a:solidFill>
            <a:srgbClr val="E1140A"/>
          </a:solidFill>
          <a:ln>
            <a:noFill/>
          </a:ln>
        </p:spPr>
        <p:txBody>
          <a:bodyPr vert="horz" wrap="square" lIns="91426" tIns="45713" rIns="91426" bIns="45713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121874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0CD9248-0A2C-4050-B347-2980229F11A8}"/>
              </a:ext>
            </a:extLst>
          </p:cNvPr>
          <p:cNvGrpSpPr/>
          <p:nvPr userDrawn="1"/>
        </p:nvGrpSpPr>
        <p:grpSpPr>
          <a:xfrm>
            <a:off x="1155043" y="3561909"/>
            <a:ext cx="7853422" cy="1769127"/>
            <a:chOff x="541049" y="2649538"/>
            <a:chExt cx="9285724" cy="2092325"/>
          </a:xfrm>
          <a:solidFill>
            <a:schemeClr val="bg1"/>
          </a:solidFill>
        </p:grpSpPr>
        <p:sp>
          <p:nvSpPr>
            <p:cNvPr id="54" name="Freeform 5">
              <a:extLst>
                <a:ext uri="{FF2B5EF4-FFF2-40B4-BE49-F238E27FC236}">
                  <a16:creationId xmlns:a16="http://schemas.microsoft.com/office/drawing/2014/main" id="{99FEE917-CD84-4C97-B4F9-73DFE2A473D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41049" y="2809876"/>
              <a:ext cx="963613" cy="1928813"/>
            </a:xfrm>
            <a:custGeom>
              <a:avLst/>
              <a:gdLst>
                <a:gd name="T0" fmla="*/ 57 w 301"/>
                <a:gd name="T1" fmla="*/ 458 h 600"/>
                <a:gd name="T2" fmla="*/ 57 w 301"/>
                <a:gd name="T3" fmla="*/ 235 h 600"/>
                <a:gd name="T4" fmla="*/ 0 w 301"/>
                <a:gd name="T5" fmla="*/ 235 h 600"/>
                <a:gd name="T6" fmla="*/ 0 w 301"/>
                <a:gd name="T7" fmla="*/ 121 h 600"/>
                <a:gd name="T8" fmla="*/ 57 w 301"/>
                <a:gd name="T9" fmla="*/ 121 h 600"/>
                <a:gd name="T10" fmla="*/ 57 w 301"/>
                <a:gd name="T11" fmla="*/ 0 h 600"/>
                <a:gd name="T12" fmla="*/ 190 w 301"/>
                <a:gd name="T13" fmla="*/ 0 h 600"/>
                <a:gd name="T14" fmla="*/ 190 w 301"/>
                <a:gd name="T15" fmla="*/ 121 h 600"/>
                <a:gd name="T16" fmla="*/ 301 w 301"/>
                <a:gd name="T17" fmla="*/ 121 h 600"/>
                <a:gd name="T18" fmla="*/ 301 w 301"/>
                <a:gd name="T19" fmla="*/ 235 h 600"/>
                <a:gd name="T20" fmla="*/ 190 w 301"/>
                <a:gd name="T21" fmla="*/ 235 h 600"/>
                <a:gd name="T22" fmla="*/ 190 w 301"/>
                <a:gd name="T23" fmla="*/ 436 h 600"/>
                <a:gd name="T24" fmla="*/ 233 w 301"/>
                <a:gd name="T25" fmla="*/ 482 h 600"/>
                <a:gd name="T26" fmla="*/ 299 w 301"/>
                <a:gd name="T27" fmla="*/ 465 h 600"/>
                <a:gd name="T28" fmla="*/ 299 w 301"/>
                <a:gd name="T29" fmla="*/ 573 h 600"/>
                <a:gd name="T30" fmla="*/ 194 w 301"/>
                <a:gd name="T31" fmla="*/ 600 h 600"/>
                <a:gd name="T32" fmla="*/ 57 w 301"/>
                <a:gd name="T33" fmla="*/ 458 h 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301" h="600">
                  <a:moveTo>
                    <a:pt x="57" y="458"/>
                  </a:moveTo>
                  <a:cubicBezTo>
                    <a:pt x="57" y="235"/>
                    <a:pt x="57" y="235"/>
                    <a:pt x="57" y="235"/>
                  </a:cubicBezTo>
                  <a:cubicBezTo>
                    <a:pt x="0" y="235"/>
                    <a:pt x="0" y="235"/>
                    <a:pt x="0" y="235"/>
                  </a:cubicBezTo>
                  <a:cubicBezTo>
                    <a:pt x="0" y="121"/>
                    <a:pt x="0" y="121"/>
                    <a:pt x="0" y="121"/>
                  </a:cubicBezTo>
                  <a:cubicBezTo>
                    <a:pt x="57" y="121"/>
                    <a:pt x="57" y="121"/>
                    <a:pt x="57" y="121"/>
                  </a:cubicBezTo>
                  <a:cubicBezTo>
                    <a:pt x="57" y="0"/>
                    <a:pt x="57" y="0"/>
                    <a:pt x="57" y="0"/>
                  </a:cubicBezTo>
                  <a:cubicBezTo>
                    <a:pt x="190" y="0"/>
                    <a:pt x="190" y="0"/>
                    <a:pt x="190" y="0"/>
                  </a:cubicBezTo>
                  <a:cubicBezTo>
                    <a:pt x="190" y="121"/>
                    <a:pt x="190" y="121"/>
                    <a:pt x="190" y="121"/>
                  </a:cubicBezTo>
                  <a:cubicBezTo>
                    <a:pt x="301" y="121"/>
                    <a:pt x="301" y="121"/>
                    <a:pt x="301" y="121"/>
                  </a:cubicBezTo>
                  <a:cubicBezTo>
                    <a:pt x="301" y="235"/>
                    <a:pt x="301" y="235"/>
                    <a:pt x="301" y="235"/>
                  </a:cubicBezTo>
                  <a:cubicBezTo>
                    <a:pt x="190" y="235"/>
                    <a:pt x="190" y="235"/>
                    <a:pt x="190" y="235"/>
                  </a:cubicBezTo>
                  <a:cubicBezTo>
                    <a:pt x="190" y="436"/>
                    <a:pt x="190" y="436"/>
                    <a:pt x="190" y="436"/>
                  </a:cubicBezTo>
                  <a:cubicBezTo>
                    <a:pt x="190" y="467"/>
                    <a:pt x="203" y="482"/>
                    <a:pt x="233" y="482"/>
                  </a:cubicBezTo>
                  <a:cubicBezTo>
                    <a:pt x="258" y="482"/>
                    <a:pt x="280" y="476"/>
                    <a:pt x="299" y="465"/>
                  </a:cubicBezTo>
                  <a:cubicBezTo>
                    <a:pt x="299" y="573"/>
                    <a:pt x="299" y="573"/>
                    <a:pt x="299" y="573"/>
                  </a:cubicBezTo>
                  <a:cubicBezTo>
                    <a:pt x="271" y="590"/>
                    <a:pt x="239" y="600"/>
                    <a:pt x="194" y="600"/>
                  </a:cubicBezTo>
                  <a:cubicBezTo>
                    <a:pt x="112" y="600"/>
                    <a:pt x="57" y="568"/>
                    <a:pt x="57" y="45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55" name="Freeform 6">
              <a:extLst>
                <a:ext uri="{FF2B5EF4-FFF2-40B4-BE49-F238E27FC236}">
                  <a16:creationId xmlns:a16="http://schemas.microsoft.com/office/drawing/2014/main" id="{78C9364A-BFFF-4F94-9D90-8A71731D635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708151" y="2649538"/>
              <a:ext cx="1382713" cy="2063750"/>
            </a:xfrm>
            <a:custGeom>
              <a:avLst/>
              <a:gdLst>
                <a:gd name="T0" fmla="*/ 0 w 432"/>
                <a:gd name="T1" fmla="*/ 0 h 642"/>
                <a:gd name="T2" fmla="*/ 134 w 432"/>
                <a:gd name="T3" fmla="*/ 0 h 642"/>
                <a:gd name="T4" fmla="*/ 134 w 432"/>
                <a:gd name="T5" fmla="*/ 237 h 642"/>
                <a:gd name="T6" fmla="*/ 272 w 432"/>
                <a:gd name="T7" fmla="*/ 162 h 642"/>
                <a:gd name="T8" fmla="*/ 432 w 432"/>
                <a:gd name="T9" fmla="*/ 337 h 642"/>
                <a:gd name="T10" fmla="*/ 432 w 432"/>
                <a:gd name="T11" fmla="*/ 642 h 642"/>
                <a:gd name="T12" fmla="*/ 298 w 432"/>
                <a:gd name="T13" fmla="*/ 642 h 642"/>
                <a:gd name="T14" fmla="*/ 298 w 432"/>
                <a:gd name="T15" fmla="*/ 379 h 642"/>
                <a:gd name="T16" fmla="*/ 218 w 432"/>
                <a:gd name="T17" fmla="*/ 283 h 642"/>
                <a:gd name="T18" fmla="*/ 134 w 432"/>
                <a:gd name="T19" fmla="*/ 379 h 642"/>
                <a:gd name="T20" fmla="*/ 134 w 432"/>
                <a:gd name="T21" fmla="*/ 642 h 642"/>
                <a:gd name="T22" fmla="*/ 0 w 432"/>
                <a:gd name="T23" fmla="*/ 642 h 642"/>
                <a:gd name="T24" fmla="*/ 0 w 432"/>
                <a:gd name="T25" fmla="*/ 0 h 6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32" h="642">
                  <a:moveTo>
                    <a:pt x="0" y="0"/>
                  </a:moveTo>
                  <a:cubicBezTo>
                    <a:pt x="134" y="0"/>
                    <a:pt x="134" y="0"/>
                    <a:pt x="134" y="0"/>
                  </a:cubicBezTo>
                  <a:cubicBezTo>
                    <a:pt x="134" y="237"/>
                    <a:pt x="134" y="237"/>
                    <a:pt x="134" y="237"/>
                  </a:cubicBezTo>
                  <a:cubicBezTo>
                    <a:pt x="165" y="198"/>
                    <a:pt x="204" y="162"/>
                    <a:pt x="272" y="162"/>
                  </a:cubicBezTo>
                  <a:cubicBezTo>
                    <a:pt x="373" y="162"/>
                    <a:pt x="432" y="229"/>
                    <a:pt x="432" y="337"/>
                  </a:cubicBezTo>
                  <a:cubicBezTo>
                    <a:pt x="432" y="642"/>
                    <a:pt x="432" y="642"/>
                    <a:pt x="432" y="642"/>
                  </a:cubicBezTo>
                  <a:cubicBezTo>
                    <a:pt x="298" y="642"/>
                    <a:pt x="298" y="642"/>
                    <a:pt x="298" y="642"/>
                  </a:cubicBezTo>
                  <a:cubicBezTo>
                    <a:pt x="298" y="379"/>
                    <a:pt x="298" y="379"/>
                    <a:pt x="298" y="379"/>
                  </a:cubicBezTo>
                  <a:cubicBezTo>
                    <a:pt x="298" y="316"/>
                    <a:pt x="269" y="283"/>
                    <a:pt x="218" y="283"/>
                  </a:cubicBezTo>
                  <a:cubicBezTo>
                    <a:pt x="166" y="283"/>
                    <a:pt x="134" y="316"/>
                    <a:pt x="134" y="379"/>
                  </a:cubicBezTo>
                  <a:cubicBezTo>
                    <a:pt x="134" y="642"/>
                    <a:pt x="134" y="642"/>
                    <a:pt x="134" y="642"/>
                  </a:cubicBezTo>
                  <a:cubicBezTo>
                    <a:pt x="0" y="642"/>
                    <a:pt x="0" y="642"/>
                    <a:pt x="0" y="642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56" name="Freeform 7">
              <a:extLst>
                <a:ext uri="{FF2B5EF4-FFF2-40B4-BE49-F238E27FC236}">
                  <a16:creationId xmlns:a16="http://schemas.microsoft.com/office/drawing/2014/main" id="{E572E624-9DE1-4F42-A7F5-36B7B8A2F63B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261304" y="3179763"/>
              <a:ext cx="1390650" cy="1562100"/>
            </a:xfrm>
            <a:custGeom>
              <a:avLst/>
              <a:gdLst>
                <a:gd name="T0" fmla="*/ 0 w 434"/>
                <a:gd name="T1" fmla="*/ 342 h 486"/>
                <a:gd name="T2" fmla="*/ 0 w 434"/>
                <a:gd name="T3" fmla="*/ 340 h 486"/>
                <a:gd name="T4" fmla="*/ 190 w 434"/>
                <a:gd name="T5" fmla="*/ 189 h 486"/>
                <a:gd name="T6" fmla="*/ 305 w 434"/>
                <a:gd name="T7" fmla="*/ 209 h 486"/>
                <a:gd name="T8" fmla="*/ 305 w 434"/>
                <a:gd name="T9" fmla="*/ 201 h 486"/>
                <a:gd name="T10" fmla="*/ 204 w 434"/>
                <a:gd name="T11" fmla="*/ 115 h 486"/>
                <a:gd name="T12" fmla="*/ 74 w 434"/>
                <a:gd name="T13" fmla="*/ 140 h 486"/>
                <a:gd name="T14" fmla="*/ 40 w 434"/>
                <a:gd name="T15" fmla="*/ 38 h 486"/>
                <a:gd name="T16" fmla="*/ 223 w 434"/>
                <a:gd name="T17" fmla="*/ 0 h 486"/>
                <a:gd name="T18" fmla="*/ 383 w 434"/>
                <a:gd name="T19" fmla="*/ 53 h 486"/>
                <a:gd name="T20" fmla="*/ 434 w 434"/>
                <a:gd name="T21" fmla="*/ 204 h 486"/>
                <a:gd name="T22" fmla="*/ 434 w 434"/>
                <a:gd name="T23" fmla="*/ 477 h 486"/>
                <a:gd name="T24" fmla="*/ 304 w 434"/>
                <a:gd name="T25" fmla="*/ 477 h 486"/>
                <a:gd name="T26" fmla="*/ 304 w 434"/>
                <a:gd name="T27" fmla="*/ 426 h 486"/>
                <a:gd name="T28" fmla="*/ 162 w 434"/>
                <a:gd name="T29" fmla="*/ 486 h 486"/>
                <a:gd name="T30" fmla="*/ 0 w 434"/>
                <a:gd name="T31" fmla="*/ 342 h 486"/>
                <a:gd name="T32" fmla="*/ 307 w 434"/>
                <a:gd name="T33" fmla="*/ 311 h 486"/>
                <a:gd name="T34" fmla="*/ 307 w 434"/>
                <a:gd name="T35" fmla="*/ 287 h 486"/>
                <a:gd name="T36" fmla="*/ 222 w 434"/>
                <a:gd name="T37" fmla="*/ 270 h 486"/>
                <a:gd name="T38" fmla="*/ 129 w 434"/>
                <a:gd name="T39" fmla="*/ 335 h 486"/>
                <a:gd name="T40" fmla="*/ 129 w 434"/>
                <a:gd name="T41" fmla="*/ 336 h 486"/>
                <a:gd name="T42" fmla="*/ 202 w 434"/>
                <a:gd name="T43" fmla="*/ 394 h 486"/>
                <a:gd name="T44" fmla="*/ 307 w 434"/>
                <a:gd name="T45" fmla="*/ 31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434" h="486">
                  <a:moveTo>
                    <a:pt x="0" y="342"/>
                  </a:moveTo>
                  <a:cubicBezTo>
                    <a:pt x="0" y="340"/>
                    <a:pt x="0" y="340"/>
                    <a:pt x="0" y="340"/>
                  </a:cubicBezTo>
                  <a:cubicBezTo>
                    <a:pt x="0" y="237"/>
                    <a:pt x="78" y="189"/>
                    <a:pt x="190" y="189"/>
                  </a:cubicBezTo>
                  <a:cubicBezTo>
                    <a:pt x="237" y="189"/>
                    <a:pt x="272" y="197"/>
                    <a:pt x="305" y="209"/>
                  </a:cubicBezTo>
                  <a:cubicBezTo>
                    <a:pt x="305" y="201"/>
                    <a:pt x="305" y="201"/>
                    <a:pt x="305" y="201"/>
                  </a:cubicBezTo>
                  <a:cubicBezTo>
                    <a:pt x="305" y="145"/>
                    <a:pt x="271" y="115"/>
                    <a:pt x="204" y="115"/>
                  </a:cubicBezTo>
                  <a:cubicBezTo>
                    <a:pt x="153" y="115"/>
                    <a:pt x="117" y="124"/>
                    <a:pt x="74" y="140"/>
                  </a:cubicBezTo>
                  <a:cubicBezTo>
                    <a:pt x="40" y="38"/>
                    <a:pt x="40" y="38"/>
                    <a:pt x="40" y="38"/>
                  </a:cubicBezTo>
                  <a:cubicBezTo>
                    <a:pt x="92" y="15"/>
                    <a:pt x="143" y="0"/>
                    <a:pt x="223" y="0"/>
                  </a:cubicBezTo>
                  <a:cubicBezTo>
                    <a:pt x="296" y="0"/>
                    <a:pt x="349" y="20"/>
                    <a:pt x="383" y="53"/>
                  </a:cubicBezTo>
                  <a:cubicBezTo>
                    <a:pt x="418" y="88"/>
                    <a:pt x="434" y="140"/>
                    <a:pt x="434" y="204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304" y="477"/>
                    <a:pt x="304" y="477"/>
                    <a:pt x="304" y="477"/>
                  </a:cubicBezTo>
                  <a:cubicBezTo>
                    <a:pt x="304" y="426"/>
                    <a:pt x="304" y="426"/>
                    <a:pt x="304" y="426"/>
                  </a:cubicBezTo>
                  <a:cubicBezTo>
                    <a:pt x="272" y="462"/>
                    <a:pt x="227" y="486"/>
                    <a:pt x="162" y="486"/>
                  </a:cubicBezTo>
                  <a:cubicBezTo>
                    <a:pt x="73" y="486"/>
                    <a:pt x="0" y="435"/>
                    <a:pt x="0" y="342"/>
                  </a:cubicBezTo>
                  <a:close/>
                  <a:moveTo>
                    <a:pt x="307" y="311"/>
                  </a:moveTo>
                  <a:cubicBezTo>
                    <a:pt x="307" y="287"/>
                    <a:pt x="307" y="287"/>
                    <a:pt x="307" y="287"/>
                  </a:cubicBezTo>
                  <a:cubicBezTo>
                    <a:pt x="284" y="277"/>
                    <a:pt x="254" y="270"/>
                    <a:pt x="222" y="270"/>
                  </a:cubicBezTo>
                  <a:cubicBezTo>
                    <a:pt x="164" y="270"/>
                    <a:pt x="129" y="292"/>
                    <a:pt x="129" y="335"/>
                  </a:cubicBezTo>
                  <a:cubicBezTo>
                    <a:pt x="129" y="336"/>
                    <a:pt x="129" y="336"/>
                    <a:pt x="129" y="336"/>
                  </a:cubicBezTo>
                  <a:cubicBezTo>
                    <a:pt x="129" y="372"/>
                    <a:pt x="159" y="394"/>
                    <a:pt x="202" y="394"/>
                  </a:cubicBezTo>
                  <a:cubicBezTo>
                    <a:pt x="265" y="394"/>
                    <a:pt x="307" y="359"/>
                    <a:pt x="307" y="3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57" name="Freeform 8">
              <a:extLst>
                <a:ext uri="{FF2B5EF4-FFF2-40B4-BE49-F238E27FC236}">
                  <a16:creationId xmlns:a16="http://schemas.microsoft.com/office/drawing/2014/main" id="{DD8A238C-0295-48D1-8872-FE51165DDEE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859916" y="3170238"/>
              <a:ext cx="1384300" cy="1543050"/>
            </a:xfrm>
            <a:custGeom>
              <a:avLst/>
              <a:gdLst>
                <a:gd name="T0" fmla="*/ 0 w 432"/>
                <a:gd name="T1" fmla="*/ 9 h 480"/>
                <a:gd name="T2" fmla="*/ 133 w 432"/>
                <a:gd name="T3" fmla="*/ 9 h 480"/>
                <a:gd name="T4" fmla="*/ 133 w 432"/>
                <a:gd name="T5" fmla="*/ 75 h 480"/>
                <a:gd name="T6" fmla="*/ 272 w 432"/>
                <a:gd name="T7" fmla="*/ 0 h 480"/>
                <a:gd name="T8" fmla="*/ 432 w 432"/>
                <a:gd name="T9" fmla="*/ 175 h 480"/>
                <a:gd name="T10" fmla="*/ 432 w 432"/>
                <a:gd name="T11" fmla="*/ 480 h 480"/>
                <a:gd name="T12" fmla="*/ 298 w 432"/>
                <a:gd name="T13" fmla="*/ 480 h 480"/>
                <a:gd name="T14" fmla="*/ 298 w 432"/>
                <a:gd name="T15" fmla="*/ 217 h 480"/>
                <a:gd name="T16" fmla="*/ 217 w 432"/>
                <a:gd name="T17" fmla="*/ 121 h 480"/>
                <a:gd name="T18" fmla="*/ 133 w 432"/>
                <a:gd name="T19" fmla="*/ 217 h 480"/>
                <a:gd name="T20" fmla="*/ 133 w 432"/>
                <a:gd name="T21" fmla="*/ 480 h 480"/>
                <a:gd name="T22" fmla="*/ 0 w 432"/>
                <a:gd name="T23" fmla="*/ 480 h 480"/>
                <a:gd name="T24" fmla="*/ 0 w 432"/>
                <a:gd name="T25" fmla="*/ 9 h 4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32" h="480">
                  <a:moveTo>
                    <a:pt x="0" y="9"/>
                  </a:moveTo>
                  <a:cubicBezTo>
                    <a:pt x="133" y="9"/>
                    <a:pt x="133" y="9"/>
                    <a:pt x="133" y="9"/>
                  </a:cubicBezTo>
                  <a:cubicBezTo>
                    <a:pt x="133" y="75"/>
                    <a:pt x="133" y="75"/>
                    <a:pt x="133" y="75"/>
                  </a:cubicBezTo>
                  <a:cubicBezTo>
                    <a:pt x="164" y="36"/>
                    <a:pt x="204" y="0"/>
                    <a:pt x="272" y="0"/>
                  </a:cubicBezTo>
                  <a:cubicBezTo>
                    <a:pt x="373" y="0"/>
                    <a:pt x="432" y="67"/>
                    <a:pt x="432" y="175"/>
                  </a:cubicBezTo>
                  <a:cubicBezTo>
                    <a:pt x="432" y="480"/>
                    <a:pt x="432" y="480"/>
                    <a:pt x="432" y="480"/>
                  </a:cubicBezTo>
                  <a:cubicBezTo>
                    <a:pt x="298" y="480"/>
                    <a:pt x="298" y="480"/>
                    <a:pt x="298" y="480"/>
                  </a:cubicBezTo>
                  <a:cubicBezTo>
                    <a:pt x="298" y="217"/>
                    <a:pt x="298" y="217"/>
                    <a:pt x="298" y="217"/>
                  </a:cubicBezTo>
                  <a:cubicBezTo>
                    <a:pt x="298" y="154"/>
                    <a:pt x="268" y="121"/>
                    <a:pt x="217" y="121"/>
                  </a:cubicBezTo>
                  <a:cubicBezTo>
                    <a:pt x="166" y="121"/>
                    <a:pt x="133" y="154"/>
                    <a:pt x="133" y="217"/>
                  </a:cubicBezTo>
                  <a:cubicBezTo>
                    <a:pt x="133" y="480"/>
                    <a:pt x="133" y="480"/>
                    <a:pt x="133" y="480"/>
                  </a:cubicBezTo>
                  <a:cubicBezTo>
                    <a:pt x="0" y="480"/>
                    <a:pt x="0" y="480"/>
                    <a:pt x="0" y="480"/>
                  </a:cubicBezTo>
                  <a:lnTo>
                    <a:pt x="0" y="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58" name="Freeform 9">
              <a:extLst>
                <a:ext uri="{FF2B5EF4-FFF2-40B4-BE49-F238E27FC236}">
                  <a16:creationId xmlns:a16="http://schemas.microsoft.com/office/drawing/2014/main" id="{6849E95A-0C53-4220-85E0-6DFCEA7D1C4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436593" y="2649538"/>
              <a:ext cx="1460500" cy="2063750"/>
            </a:xfrm>
            <a:custGeom>
              <a:avLst/>
              <a:gdLst>
                <a:gd name="T0" fmla="*/ 0 w 920"/>
                <a:gd name="T1" fmla="*/ 0 h 1300"/>
                <a:gd name="T2" fmla="*/ 270 w 920"/>
                <a:gd name="T3" fmla="*/ 0 h 1300"/>
                <a:gd name="T4" fmla="*/ 270 w 920"/>
                <a:gd name="T5" fmla="*/ 692 h 1300"/>
                <a:gd name="T6" fmla="*/ 585 w 920"/>
                <a:gd name="T7" fmla="*/ 346 h 1300"/>
                <a:gd name="T8" fmla="*/ 908 w 920"/>
                <a:gd name="T9" fmla="*/ 346 h 1300"/>
                <a:gd name="T10" fmla="*/ 547 w 920"/>
                <a:gd name="T11" fmla="*/ 721 h 1300"/>
                <a:gd name="T12" fmla="*/ 920 w 920"/>
                <a:gd name="T13" fmla="*/ 1300 h 1300"/>
                <a:gd name="T14" fmla="*/ 609 w 920"/>
                <a:gd name="T15" fmla="*/ 1300 h 1300"/>
                <a:gd name="T16" fmla="*/ 365 w 920"/>
                <a:gd name="T17" fmla="*/ 909 h 1300"/>
                <a:gd name="T18" fmla="*/ 270 w 920"/>
                <a:gd name="T19" fmla="*/ 1010 h 1300"/>
                <a:gd name="T20" fmla="*/ 270 w 920"/>
                <a:gd name="T21" fmla="*/ 1300 h 1300"/>
                <a:gd name="T22" fmla="*/ 0 w 920"/>
                <a:gd name="T23" fmla="*/ 1300 h 1300"/>
                <a:gd name="T24" fmla="*/ 0 w 920"/>
                <a:gd name="T25" fmla="*/ 0 h 13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20" h="1300">
                  <a:moveTo>
                    <a:pt x="0" y="0"/>
                  </a:moveTo>
                  <a:lnTo>
                    <a:pt x="270" y="0"/>
                  </a:lnTo>
                  <a:lnTo>
                    <a:pt x="270" y="692"/>
                  </a:lnTo>
                  <a:lnTo>
                    <a:pt x="585" y="346"/>
                  </a:lnTo>
                  <a:lnTo>
                    <a:pt x="908" y="346"/>
                  </a:lnTo>
                  <a:lnTo>
                    <a:pt x="547" y="721"/>
                  </a:lnTo>
                  <a:lnTo>
                    <a:pt x="920" y="1300"/>
                  </a:lnTo>
                  <a:lnTo>
                    <a:pt x="609" y="1300"/>
                  </a:lnTo>
                  <a:lnTo>
                    <a:pt x="365" y="909"/>
                  </a:lnTo>
                  <a:lnTo>
                    <a:pt x="270" y="1010"/>
                  </a:lnTo>
                  <a:lnTo>
                    <a:pt x="270" y="1300"/>
                  </a:lnTo>
                  <a:lnTo>
                    <a:pt x="0" y="130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59" name="Freeform 10">
              <a:extLst>
                <a:ext uri="{FF2B5EF4-FFF2-40B4-BE49-F238E27FC236}">
                  <a16:creationId xmlns:a16="http://schemas.microsoft.com/office/drawing/2014/main" id="{056EAF60-5381-416A-895C-D1FAED9FDFFF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7919896" y="3173413"/>
              <a:ext cx="1227138" cy="1568450"/>
            </a:xfrm>
            <a:custGeom>
              <a:avLst/>
              <a:gdLst>
                <a:gd name="T0" fmla="*/ 0 w 383"/>
                <a:gd name="T1" fmla="*/ 417 h 488"/>
                <a:gd name="T2" fmla="*/ 57 w 383"/>
                <a:gd name="T3" fmla="*/ 329 h 488"/>
                <a:gd name="T4" fmla="*/ 206 w 383"/>
                <a:gd name="T5" fmla="*/ 385 h 488"/>
                <a:gd name="T6" fmla="*/ 262 w 383"/>
                <a:gd name="T7" fmla="*/ 350 h 488"/>
                <a:gd name="T8" fmla="*/ 262 w 383"/>
                <a:gd name="T9" fmla="*/ 348 h 488"/>
                <a:gd name="T10" fmla="*/ 165 w 383"/>
                <a:gd name="T11" fmla="*/ 294 h 488"/>
                <a:gd name="T12" fmla="*/ 24 w 383"/>
                <a:gd name="T13" fmla="*/ 152 h 488"/>
                <a:gd name="T14" fmla="*/ 24 w 383"/>
                <a:gd name="T15" fmla="*/ 150 h 488"/>
                <a:gd name="T16" fmla="*/ 196 w 383"/>
                <a:gd name="T17" fmla="*/ 0 h 488"/>
                <a:gd name="T18" fmla="*/ 372 w 383"/>
                <a:gd name="T19" fmla="*/ 55 h 488"/>
                <a:gd name="T20" fmla="*/ 321 w 383"/>
                <a:gd name="T21" fmla="*/ 147 h 488"/>
                <a:gd name="T22" fmla="*/ 194 w 383"/>
                <a:gd name="T23" fmla="*/ 103 h 488"/>
                <a:gd name="T24" fmla="*/ 144 w 383"/>
                <a:gd name="T25" fmla="*/ 136 h 488"/>
                <a:gd name="T26" fmla="*/ 144 w 383"/>
                <a:gd name="T27" fmla="*/ 138 h 488"/>
                <a:gd name="T28" fmla="*/ 240 w 383"/>
                <a:gd name="T29" fmla="*/ 194 h 488"/>
                <a:gd name="T30" fmla="*/ 383 w 383"/>
                <a:gd name="T31" fmla="*/ 334 h 488"/>
                <a:gd name="T32" fmla="*/ 383 w 383"/>
                <a:gd name="T33" fmla="*/ 336 h 488"/>
                <a:gd name="T34" fmla="*/ 203 w 383"/>
                <a:gd name="T35" fmla="*/ 488 h 488"/>
                <a:gd name="T36" fmla="*/ 0 w 383"/>
                <a:gd name="T37" fmla="*/ 417 h 4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83" h="488">
                  <a:moveTo>
                    <a:pt x="0" y="417"/>
                  </a:moveTo>
                  <a:cubicBezTo>
                    <a:pt x="57" y="329"/>
                    <a:pt x="57" y="329"/>
                    <a:pt x="57" y="329"/>
                  </a:cubicBezTo>
                  <a:cubicBezTo>
                    <a:pt x="108" y="366"/>
                    <a:pt x="162" y="385"/>
                    <a:pt x="206" y="385"/>
                  </a:cubicBezTo>
                  <a:cubicBezTo>
                    <a:pt x="245" y="385"/>
                    <a:pt x="262" y="371"/>
                    <a:pt x="262" y="350"/>
                  </a:cubicBezTo>
                  <a:cubicBezTo>
                    <a:pt x="262" y="348"/>
                    <a:pt x="262" y="348"/>
                    <a:pt x="262" y="348"/>
                  </a:cubicBezTo>
                  <a:cubicBezTo>
                    <a:pt x="262" y="319"/>
                    <a:pt x="217" y="309"/>
                    <a:pt x="165" y="294"/>
                  </a:cubicBezTo>
                  <a:cubicBezTo>
                    <a:pt x="99" y="274"/>
                    <a:pt x="24" y="243"/>
                    <a:pt x="24" y="152"/>
                  </a:cubicBezTo>
                  <a:cubicBezTo>
                    <a:pt x="24" y="150"/>
                    <a:pt x="24" y="150"/>
                    <a:pt x="24" y="150"/>
                  </a:cubicBezTo>
                  <a:cubicBezTo>
                    <a:pt x="24" y="54"/>
                    <a:pt x="101" y="0"/>
                    <a:pt x="196" y="0"/>
                  </a:cubicBezTo>
                  <a:cubicBezTo>
                    <a:pt x="256" y="0"/>
                    <a:pt x="321" y="21"/>
                    <a:pt x="372" y="55"/>
                  </a:cubicBezTo>
                  <a:cubicBezTo>
                    <a:pt x="321" y="147"/>
                    <a:pt x="321" y="147"/>
                    <a:pt x="321" y="147"/>
                  </a:cubicBezTo>
                  <a:cubicBezTo>
                    <a:pt x="275" y="120"/>
                    <a:pt x="228" y="103"/>
                    <a:pt x="194" y="103"/>
                  </a:cubicBezTo>
                  <a:cubicBezTo>
                    <a:pt x="161" y="103"/>
                    <a:pt x="144" y="118"/>
                    <a:pt x="144" y="136"/>
                  </a:cubicBezTo>
                  <a:cubicBezTo>
                    <a:pt x="144" y="138"/>
                    <a:pt x="144" y="138"/>
                    <a:pt x="144" y="138"/>
                  </a:cubicBezTo>
                  <a:cubicBezTo>
                    <a:pt x="144" y="164"/>
                    <a:pt x="189" y="176"/>
                    <a:pt x="240" y="194"/>
                  </a:cubicBezTo>
                  <a:cubicBezTo>
                    <a:pt x="306" y="216"/>
                    <a:pt x="383" y="248"/>
                    <a:pt x="383" y="334"/>
                  </a:cubicBezTo>
                  <a:cubicBezTo>
                    <a:pt x="383" y="336"/>
                    <a:pt x="383" y="336"/>
                    <a:pt x="383" y="336"/>
                  </a:cubicBezTo>
                  <a:cubicBezTo>
                    <a:pt x="383" y="440"/>
                    <a:pt x="305" y="488"/>
                    <a:pt x="203" y="488"/>
                  </a:cubicBezTo>
                  <a:cubicBezTo>
                    <a:pt x="137" y="488"/>
                    <a:pt x="63" y="466"/>
                    <a:pt x="0" y="4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60" name="Oval 11">
              <a:extLst>
                <a:ext uri="{FF2B5EF4-FFF2-40B4-BE49-F238E27FC236}">
                  <a16:creationId xmlns:a16="http://schemas.microsoft.com/office/drawing/2014/main" id="{0154DA0C-208D-4580-AFAD-81B221FB1EE9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282260" y="4167188"/>
              <a:ext cx="544513" cy="546100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289D8385-18A9-B3F2-CD4F-85659B0D324E}"/>
              </a:ext>
            </a:extLst>
          </p:cNvPr>
          <p:cNvGrpSpPr/>
          <p:nvPr userDrawn="1"/>
        </p:nvGrpSpPr>
        <p:grpSpPr>
          <a:xfrm>
            <a:off x="11704170" y="1007069"/>
            <a:ext cx="321578" cy="1552800"/>
            <a:chOff x="7313961" y="501936"/>
            <a:chExt cx="323594" cy="1566108"/>
          </a:xfrm>
        </p:grpSpPr>
        <p:sp>
          <p:nvSpPr>
            <p:cNvPr id="36" name="Freeform 29">
              <a:extLst>
                <a:ext uri="{FF2B5EF4-FFF2-40B4-BE49-F238E27FC236}">
                  <a16:creationId xmlns:a16="http://schemas.microsoft.com/office/drawing/2014/main" id="{E3BA179E-E03A-BDA6-B43E-BC52081B185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7383556" y="1311808"/>
              <a:ext cx="249567" cy="247350"/>
            </a:xfrm>
            <a:custGeom>
              <a:avLst/>
              <a:gdLst>
                <a:gd name="T0" fmla="*/ 0 w 574"/>
                <a:gd name="T1" fmla="*/ 229 h 569"/>
                <a:gd name="T2" fmla="*/ 90 w 574"/>
                <a:gd name="T3" fmla="*/ 413 h 569"/>
                <a:gd name="T4" fmla="*/ 90 w 574"/>
                <a:gd name="T5" fmla="*/ 413 h 569"/>
                <a:gd name="T6" fmla="*/ 90 w 574"/>
                <a:gd name="T7" fmla="*/ 413 h 569"/>
                <a:gd name="T8" fmla="*/ 9 w 574"/>
                <a:gd name="T9" fmla="*/ 413 h 569"/>
                <a:gd name="T10" fmla="*/ 9 w 574"/>
                <a:gd name="T11" fmla="*/ 569 h 569"/>
                <a:gd name="T12" fmla="*/ 574 w 574"/>
                <a:gd name="T13" fmla="*/ 569 h 569"/>
                <a:gd name="T14" fmla="*/ 574 w 574"/>
                <a:gd name="T15" fmla="*/ 413 h 569"/>
                <a:gd name="T16" fmla="*/ 253 w 574"/>
                <a:gd name="T17" fmla="*/ 413 h 569"/>
                <a:gd name="T18" fmla="*/ 133 w 574"/>
                <a:gd name="T19" fmla="*/ 286 h 569"/>
                <a:gd name="T20" fmla="*/ 253 w 574"/>
                <a:gd name="T21" fmla="*/ 155 h 569"/>
                <a:gd name="T22" fmla="*/ 574 w 574"/>
                <a:gd name="T23" fmla="*/ 155 h 569"/>
                <a:gd name="T24" fmla="*/ 574 w 574"/>
                <a:gd name="T25" fmla="*/ 0 h 569"/>
                <a:gd name="T26" fmla="*/ 224 w 574"/>
                <a:gd name="T27" fmla="*/ 0 h 569"/>
                <a:gd name="T28" fmla="*/ 0 w 574"/>
                <a:gd name="T29" fmla="*/ 229 h 5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74" h="569">
                  <a:moveTo>
                    <a:pt x="0" y="229"/>
                  </a:moveTo>
                  <a:cubicBezTo>
                    <a:pt x="0" y="294"/>
                    <a:pt x="30" y="368"/>
                    <a:pt x="90" y="413"/>
                  </a:cubicBezTo>
                  <a:cubicBezTo>
                    <a:pt x="90" y="413"/>
                    <a:pt x="90" y="413"/>
                    <a:pt x="90" y="413"/>
                  </a:cubicBezTo>
                  <a:cubicBezTo>
                    <a:pt x="90" y="413"/>
                    <a:pt x="90" y="413"/>
                    <a:pt x="90" y="413"/>
                  </a:cubicBezTo>
                  <a:cubicBezTo>
                    <a:pt x="9" y="413"/>
                    <a:pt x="9" y="413"/>
                    <a:pt x="9" y="413"/>
                  </a:cubicBezTo>
                  <a:cubicBezTo>
                    <a:pt x="9" y="569"/>
                    <a:pt x="9" y="569"/>
                    <a:pt x="9" y="569"/>
                  </a:cubicBezTo>
                  <a:cubicBezTo>
                    <a:pt x="574" y="569"/>
                    <a:pt x="574" y="569"/>
                    <a:pt x="574" y="569"/>
                  </a:cubicBezTo>
                  <a:cubicBezTo>
                    <a:pt x="574" y="413"/>
                    <a:pt x="574" y="413"/>
                    <a:pt x="574" y="413"/>
                  </a:cubicBezTo>
                  <a:cubicBezTo>
                    <a:pt x="253" y="413"/>
                    <a:pt x="253" y="413"/>
                    <a:pt x="253" y="413"/>
                  </a:cubicBezTo>
                  <a:cubicBezTo>
                    <a:pt x="195" y="413"/>
                    <a:pt x="133" y="369"/>
                    <a:pt x="133" y="286"/>
                  </a:cubicBezTo>
                  <a:cubicBezTo>
                    <a:pt x="133" y="221"/>
                    <a:pt x="178" y="155"/>
                    <a:pt x="253" y="155"/>
                  </a:cubicBezTo>
                  <a:cubicBezTo>
                    <a:pt x="574" y="155"/>
                    <a:pt x="574" y="155"/>
                    <a:pt x="574" y="155"/>
                  </a:cubicBezTo>
                  <a:cubicBezTo>
                    <a:pt x="574" y="0"/>
                    <a:pt x="574" y="0"/>
                    <a:pt x="574" y="0"/>
                  </a:cubicBezTo>
                  <a:cubicBezTo>
                    <a:pt x="224" y="0"/>
                    <a:pt x="224" y="0"/>
                    <a:pt x="224" y="0"/>
                  </a:cubicBezTo>
                  <a:cubicBezTo>
                    <a:pt x="94" y="0"/>
                    <a:pt x="0" y="93"/>
                    <a:pt x="0" y="229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121874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44" name="Freeform 30">
              <a:extLst>
                <a:ext uri="{FF2B5EF4-FFF2-40B4-BE49-F238E27FC236}">
                  <a16:creationId xmlns:a16="http://schemas.microsoft.com/office/drawing/2014/main" id="{65F0261C-1D6E-C448-5607-0EE1E298A3C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7387546" y="755049"/>
              <a:ext cx="245577" cy="276163"/>
            </a:xfrm>
            <a:custGeom>
              <a:avLst/>
              <a:gdLst>
                <a:gd name="T0" fmla="*/ 0 w 554"/>
                <a:gd name="T1" fmla="*/ 174 h 623"/>
                <a:gd name="T2" fmla="*/ 377 w 554"/>
                <a:gd name="T3" fmla="*/ 311 h 623"/>
                <a:gd name="T4" fmla="*/ 0 w 554"/>
                <a:gd name="T5" fmla="*/ 450 h 623"/>
                <a:gd name="T6" fmla="*/ 0 w 554"/>
                <a:gd name="T7" fmla="*/ 623 h 623"/>
                <a:gd name="T8" fmla="*/ 554 w 554"/>
                <a:gd name="T9" fmla="*/ 395 h 623"/>
                <a:gd name="T10" fmla="*/ 554 w 554"/>
                <a:gd name="T11" fmla="*/ 228 h 623"/>
                <a:gd name="T12" fmla="*/ 0 w 554"/>
                <a:gd name="T13" fmla="*/ 0 h 623"/>
                <a:gd name="T14" fmla="*/ 0 w 554"/>
                <a:gd name="T15" fmla="*/ 174 h 6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554" h="623">
                  <a:moveTo>
                    <a:pt x="0" y="174"/>
                  </a:moveTo>
                  <a:lnTo>
                    <a:pt x="377" y="311"/>
                  </a:lnTo>
                  <a:lnTo>
                    <a:pt x="0" y="450"/>
                  </a:lnTo>
                  <a:lnTo>
                    <a:pt x="0" y="623"/>
                  </a:lnTo>
                  <a:lnTo>
                    <a:pt x="554" y="395"/>
                  </a:lnTo>
                  <a:lnTo>
                    <a:pt x="554" y="228"/>
                  </a:lnTo>
                  <a:lnTo>
                    <a:pt x="0" y="0"/>
                  </a:lnTo>
                  <a:lnTo>
                    <a:pt x="0" y="1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121874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78" name="Freeform 31">
              <a:extLst>
                <a:ext uri="{FF2B5EF4-FFF2-40B4-BE49-F238E27FC236}">
                  <a16:creationId xmlns:a16="http://schemas.microsoft.com/office/drawing/2014/main" id="{47199BBB-42F8-171B-BC7A-793C905E412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383556" y="1583096"/>
              <a:ext cx="253999" cy="256659"/>
            </a:xfrm>
            <a:custGeom>
              <a:avLst/>
              <a:gdLst>
                <a:gd name="T0" fmla="*/ 401 w 584"/>
                <a:gd name="T1" fmla="*/ 110 h 590"/>
                <a:gd name="T2" fmla="*/ 460 w 584"/>
                <a:gd name="T3" fmla="*/ 272 h 590"/>
                <a:gd name="T4" fmla="*/ 415 w 584"/>
                <a:gd name="T5" fmla="*/ 397 h 590"/>
                <a:gd name="T6" fmla="*/ 250 w 584"/>
                <a:gd name="T7" fmla="*/ 0 h 590"/>
                <a:gd name="T8" fmla="*/ 92 w 584"/>
                <a:gd name="T9" fmla="*/ 68 h 590"/>
                <a:gd name="T10" fmla="*/ 0 w 584"/>
                <a:gd name="T11" fmla="*/ 291 h 590"/>
                <a:gd name="T12" fmla="*/ 292 w 584"/>
                <a:gd name="T13" fmla="*/ 590 h 590"/>
                <a:gd name="T14" fmla="*/ 584 w 584"/>
                <a:gd name="T15" fmla="*/ 274 h 590"/>
                <a:gd name="T16" fmla="*/ 476 w 584"/>
                <a:gd name="T17" fmla="*/ 12 h 590"/>
                <a:gd name="T18" fmla="*/ 401 w 584"/>
                <a:gd name="T19" fmla="*/ 110 h 590"/>
                <a:gd name="T20" fmla="*/ 179 w 584"/>
                <a:gd name="T21" fmla="*/ 408 h 590"/>
                <a:gd name="T22" fmla="*/ 123 w 584"/>
                <a:gd name="T23" fmla="*/ 288 h 590"/>
                <a:gd name="T24" fmla="*/ 202 w 584"/>
                <a:gd name="T25" fmla="*/ 168 h 590"/>
                <a:gd name="T26" fmla="*/ 315 w 584"/>
                <a:gd name="T27" fmla="*/ 439 h 590"/>
                <a:gd name="T28" fmla="*/ 179 w 584"/>
                <a:gd name="T29" fmla="*/ 408 h 5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84" h="590">
                  <a:moveTo>
                    <a:pt x="401" y="110"/>
                  </a:moveTo>
                  <a:cubicBezTo>
                    <a:pt x="449" y="175"/>
                    <a:pt x="460" y="212"/>
                    <a:pt x="460" y="272"/>
                  </a:cubicBezTo>
                  <a:cubicBezTo>
                    <a:pt x="460" y="325"/>
                    <a:pt x="444" y="367"/>
                    <a:pt x="415" y="397"/>
                  </a:cubicBezTo>
                  <a:cubicBezTo>
                    <a:pt x="250" y="0"/>
                    <a:pt x="250" y="0"/>
                    <a:pt x="250" y="0"/>
                  </a:cubicBezTo>
                  <a:cubicBezTo>
                    <a:pt x="189" y="9"/>
                    <a:pt x="134" y="32"/>
                    <a:pt x="92" y="68"/>
                  </a:cubicBezTo>
                  <a:cubicBezTo>
                    <a:pt x="32" y="120"/>
                    <a:pt x="0" y="197"/>
                    <a:pt x="0" y="291"/>
                  </a:cubicBezTo>
                  <a:cubicBezTo>
                    <a:pt x="0" y="462"/>
                    <a:pt x="126" y="590"/>
                    <a:pt x="292" y="590"/>
                  </a:cubicBezTo>
                  <a:cubicBezTo>
                    <a:pt x="462" y="590"/>
                    <a:pt x="584" y="462"/>
                    <a:pt x="584" y="274"/>
                  </a:cubicBezTo>
                  <a:cubicBezTo>
                    <a:pt x="584" y="169"/>
                    <a:pt x="534" y="62"/>
                    <a:pt x="476" y="12"/>
                  </a:cubicBezTo>
                  <a:lnTo>
                    <a:pt x="401" y="110"/>
                  </a:lnTo>
                  <a:close/>
                  <a:moveTo>
                    <a:pt x="179" y="408"/>
                  </a:moveTo>
                  <a:cubicBezTo>
                    <a:pt x="144" y="381"/>
                    <a:pt x="123" y="339"/>
                    <a:pt x="123" y="288"/>
                  </a:cubicBezTo>
                  <a:cubicBezTo>
                    <a:pt x="123" y="232"/>
                    <a:pt x="155" y="190"/>
                    <a:pt x="202" y="168"/>
                  </a:cubicBezTo>
                  <a:cubicBezTo>
                    <a:pt x="315" y="439"/>
                    <a:pt x="315" y="439"/>
                    <a:pt x="315" y="439"/>
                  </a:cubicBezTo>
                  <a:cubicBezTo>
                    <a:pt x="257" y="447"/>
                    <a:pt x="212" y="432"/>
                    <a:pt x="179" y="408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121874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79" name="Freeform 32">
              <a:extLst>
                <a:ext uri="{FF2B5EF4-FFF2-40B4-BE49-F238E27FC236}">
                  <a16:creationId xmlns:a16="http://schemas.microsoft.com/office/drawing/2014/main" id="{C843087F-6946-6AC0-B471-20C357A0CBD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7313961" y="1846404"/>
              <a:ext cx="319161" cy="221640"/>
            </a:xfrm>
            <a:custGeom>
              <a:avLst/>
              <a:gdLst>
                <a:gd name="T0" fmla="*/ 580 w 720"/>
                <a:gd name="T1" fmla="*/ 0 h 500"/>
                <a:gd name="T2" fmla="*/ 580 w 720"/>
                <a:gd name="T3" fmla="*/ 346 h 500"/>
                <a:gd name="T4" fmla="*/ 0 w 720"/>
                <a:gd name="T5" fmla="*/ 346 h 500"/>
                <a:gd name="T6" fmla="*/ 0 w 720"/>
                <a:gd name="T7" fmla="*/ 500 h 500"/>
                <a:gd name="T8" fmla="*/ 720 w 720"/>
                <a:gd name="T9" fmla="*/ 500 h 500"/>
                <a:gd name="T10" fmla="*/ 720 w 720"/>
                <a:gd name="T11" fmla="*/ 0 h 500"/>
                <a:gd name="T12" fmla="*/ 580 w 720"/>
                <a:gd name="T13" fmla="*/ 0 h 5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0" h="500">
                  <a:moveTo>
                    <a:pt x="580" y="0"/>
                  </a:moveTo>
                  <a:lnTo>
                    <a:pt x="580" y="346"/>
                  </a:lnTo>
                  <a:lnTo>
                    <a:pt x="0" y="346"/>
                  </a:lnTo>
                  <a:lnTo>
                    <a:pt x="0" y="500"/>
                  </a:lnTo>
                  <a:lnTo>
                    <a:pt x="720" y="500"/>
                  </a:lnTo>
                  <a:lnTo>
                    <a:pt x="720" y="0"/>
                  </a:lnTo>
                  <a:lnTo>
                    <a:pt x="58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121874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80" name="Freeform 33">
              <a:extLst>
                <a:ext uri="{FF2B5EF4-FFF2-40B4-BE49-F238E27FC236}">
                  <a16:creationId xmlns:a16="http://schemas.microsoft.com/office/drawing/2014/main" id="{0735E3DE-07F6-5ACE-9B6C-8486746A691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383556" y="501936"/>
              <a:ext cx="253999" cy="263752"/>
            </a:xfrm>
            <a:custGeom>
              <a:avLst/>
              <a:gdLst>
                <a:gd name="T0" fmla="*/ 584 w 584"/>
                <a:gd name="T1" fmla="*/ 304 h 607"/>
                <a:gd name="T2" fmla="*/ 292 w 584"/>
                <a:gd name="T3" fmla="*/ 607 h 607"/>
                <a:gd name="T4" fmla="*/ 0 w 584"/>
                <a:gd name="T5" fmla="*/ 302 h 607"/>
                <a:gd name="T6" fmla="*/ 292 w 584"/>
                <a:gd name="T7" fmla="*/ 0 h 607"/>
                <a:gd name="T8" fmla="*/ 584 w 584"/>
                <a:gd name="T9" fmla="*/ 304 h 607"/>
                <a:gd name="T10" fmla="*/ 133 w 584"/>
                <a:gd name="T11" fmla="*/ 304 h 607"/>
                <a:gd name="T12" fmla="*/ 292 w 584"/>
                <a:gd name="T13" fmla="*/ 454 h 607"/>
                <a:gd name="T14" fmla="*/ 451 w 584"/>
                <a:gd name="T15" fmla="*/ 302 h 607"/>
                <a:gd name="T16" fmla="*/ 292 w 584"/>
                <a:gd name="T17" fmla="*/ 153 h 607"/>
                <a:gd name="T18" fmla="*/ 133 w 584"/>
                <a:gd name="T19" fmla="*/ 304 h 6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84" h="607">
                  <a:moveTo>
                    <a:pt x="584" y="304"/>
                  </a:moveTo>
                  <a:cubicBezTo>
                    <a:pt x="584" y="474"/>
                    <a:pt x="457" y="607"/>
                    <a:pt x="292" y="607"/>
                  </a:cubicBezTo>
                  <a:cubicBezTo>
                    <a:pt x="128" y="607"/>
                    <a:pt x="0" y="473"/>
                    <a:pt x="0" y="302"/>
                  </a:cubicBezTo>
                  <a:cubicBezTo>
                    <a:pt x="0" y="133"/>
                    <a:pt x="126" y="0"/>
                    <a:pt x="292" y="0"/>
                  </a:cubicBezTo>
                  <a:cubicBezTo>
                    <a:pt x="455" y="0"/>
                    <a:pt x="584" y="133"/>
                    <a:pt x="584" y="304"/>
                  </a:cubicBezTo>
                  <a:moveTo>
                    <a:pt x="133" y="304"/>
                  </a:moveTo>
                  <a:cubicBezTo>
                    <a:pt x="133" y="391"/>
                    <a:pt x="198" y="454"/>
                    <a:pt x="292" y="454"/>
                  </a:cubicBezTo>
                  <a:cubicBezTo>
                    <a:pt x="381" y="454"/>
                    <a:pt x="451" y="387"/>
                    <a:pt x="451" y="302"/>
                  </a:cubicBezTo>
                  <a:cubicBezTo>
                    <a:pt x="451" y="216"/>
                    <a:pt x="383" y="153"/>
                    <a:pt x="292" y="153"/>
                  </a:cubicBezTo>
                  <a:cubicBezTo>
                    <a:pt x="203" y="153"/>
                    <a:pt x="133" y="219"/>
                    <a:pt x="133" y="304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121874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81" name="Freeform 34">
              <a:extLst>
                <a:ext uri="{FF2B5EF4-FFF2-40B4-BE49-F238E27FC236}">
                  <a16:creationId xmlns:a16="http://schemas.microsoft.com/office/drawing/2014/main" id="{E908C976-1C06-60D5-6B16-65E7558C46A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383556" y="1021017"/>
              <a:ext cx="253999" cy="263752"/>
            </a:xfrm>
            <a:custGeom>
              <a:avLst/>
              <a:gdLst>
                <a:gd name="T0" fmla="*/ 584 w 584"/>
                <a:gd name="T1" fmla="*/ 305 h 607"/>
                <a:gd name="T2" fmla="*/ 292 w 584"/>
                <a:gd name="T3" fmla="*/ 607 h 607"/>
                <a:gd name="T4" fmla="*/ 0 w 584"/>
                <a:gd name="T5" fmla="*/ 303 h 607"/>
                <a:gd name="T6" fmla="*/ 292 w 584"/>
                <a:gd name="T7" fmla="*/ 0 h 607"/>
                <a:gd name="T8" fmla="*/ 584 w 584"/>
                <a:gd name="T9" fmla="*/ 305 h 607"/>
                <a:gd name="T10" fmla="*/ 133 w 584"/>
                <a:gd name="T11" fmla="*/ 305 h 607"/>
                <a:gd name="T12" fmla="*/ 292 w 584"/>
                <a:gd name="T13" fmla="*/ 454 h 607"/>
                <a:gd name="T14" fmla="*/ 451 w 584"/>
                <a:gd name="T15" fmla="*/ 303 h 607"/>
                <a:gd name="T16" fmla="*/ 292 w 584"/>
                <a:gd name="T17" fmla="*/ 153 h 607"/>
                <a:gd name="T18" fmla="*/ 133 w 584"/>
                <a:gd name="T19" fmla="*/ 305 h 6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84" h="607">
                  <a:moveTo>
                    <a:pt x="584" y="305"/>
                  </a:moveTo>
                  <a:cubicBezTo>
                    <a:pt x="584" y="474"/>
                    <a:pt x="457" y="607"/>
                    <a:pt x="292" y="607"/>
                  </a:cubicBezTo>
                  <a:cubicBezTo>
                    <a:pt x="128" y="607"/>
                    <a:pt x="0" y="474"/>
                    <a:pt x="0" y="303"/>
                  </a:cubicBezTo>
                  <a:cubicBezTo>
                    <a:pt x="0" y="133"/>
                    <a:pt x="126" y="0"/>
                    <a:pt x="292" y="0"/>
                  </a:cubicBezTo>
                  <a:cubicBezTo>
                    <a:pt x="455" y="0"/>
                    <a:pt x="584" y="134"/>
                    <a:pt x="584" y="305"/>
                  </a:cubicBezTo>
                  <a:moveTo>
                    <a:pt x="133" y="305"/>
                  </a:moveTo>
                  <a:cubicBezTo>
                    <a:pt x="133" y="391"/>
                    <a:pt x="198" y="454"/>
                    <a:pt x="292" y="454"/>
                  </a:cubicBezTo>
                  <a:cubicBezTo>
                    <a:pt x="381" y="454"/>
                    <a:pt x="451" y="388"/>
                    <a:pt x="451" y="303"/>
                  </a:cubicBezTo>
                  <a:cubicBezTo>
                    <a:pt x="451" y="216"/>
                    <a:pt x="383" y="153"/>
                    <a:pt x="292" y="153"/>
                  </a:cubicBezTo>
                  <a:cubicBezTo>
                    <a:pt x="203" y="153"/>
                    <a:pt x="133" y="220"/>
                    <a:pt x="133" y="305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121874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353E22CE-6CE9-A7DF-E1E4-32283C5D79F2}"/>
              </a:ext>
            </a:extLst>
          </p:cNvPr>
          <p:cNvGrpSpPr/>
          <p:nvPr userDrawn="1"/>
        </p:nvGrpSpPr>
        <p:grpSpPr>
          <a:xfrm>
            <a:off x="9392772" y="1007070"/>
            <a:ext cx="1966475" cy="1042086"/>
            <a:chOff x="4988072" y="501936"/>
            <a:chExt cx="1978802" cy="1051017"/>
          </a:xfrm>
          <a:solidFill>
            <a:sysClr val="window" lastClr="FFFFFF"/>
          </a:solidFill>
        </p:grpSpPr>
        <p:sp>
          <p:nvSpPr>
            <p:cNvPr id="83" name="Freeform 5">
              <a:extLst>
                <a:ext uri="{FF2B5EF4-FFF2-40B4-BE49-F238E27FC236}">
                  <a16:creationId xmlns:a16="http://schemas.microsoft.com/office/drawing/2014/main" id="{46832762-1FDB-79DE-0116-590EFE1BF59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559016" y="501936"/>
              <a:ext cx="218094" cy="282813"/>
            </a:xfrm>
            <a:custGeom>
              <a:avLst/>
              <a:gdLst>
                <a:gd name="T0" fmla="*/ 0 w 502"/>
                <a:gd name="T1" fmla="*/ 550 h 651"/>
                <a:gd name="T2" fmla="*/ 83 w 502"/>
                <a:gd name="T3" fmla="*/ 451 h 651"/>
                <a:gd name="T4" fmla="*/ 272 w 502"/>
                <a:gd name="T5" fmla="*/ 528 h 651"/>
                <a:gd name="T6" fmla="*/ 363 w 502"/>
                <a:gd name="T7" fmla="*/ 469 h 651"/>
                <a:gd name="T8" fmla="*/ 363 w 502"/>
                <a:gd name="T9" fmla="*/ 467 h 651"/>
                <a:gd name="T10" fmla="*/ 236 w 502"/>
                <a:gd name="T11" fmla="*/ 386 h 651"/>
                <a:gd name="T12" fmla="*/ 26 w 502"/>
                <a:gd name="T13" fmla="*/ 192 h 651"/>
                <a:gd name="T14" fmla="*/ 26 w 502"/>
                <a:gd name="T15" fmla="*/ 191 h 651"/>
                <a:gd name="T16" fmla="*/ 247 w 502"/>
                <a:gd name="T17" fmla="*/ 0 h 651"/>
                <a:gd name="T18" fmla="*/ 483 w 502"/>
                <a:gd name="T19" fmla="*/ 80 h 651"/>
                <a:gd name="T20" fmla="*/ 410 w 502"/>
                <a:gd name="T21" fmla="*/ 185 h 651"/>
                <a:gd name="T22" fmla="*/ 246 w 502"/>
                <a:gd name="T23" fmla="*/ 123 h 651"/>
                <a:gd name="T24" fmla="*/ 164 w 502"/>
                <a:gd name="T25" fmla="*/ 178 h 651"/>
                <a:gd name="T26" fmla="*/ 164 w 502"/>
                <a:gd name="T27" fmla="*/ 180 h 651"/>
                <a:gd name="T28" fmla="*/ 301 w 502"/>
                <a:gd name="T29" fmla="*/ 263 h 651"/>
                <a:gd name="T30" fmla="*/ 502 w 502"/>
                <a:gd name="T31" fmla="*/ 453 h 651"/>
                <a:gd name="T32" fmla="*/ 502 w 502"/>
                <a:gd name="T33" fmla="*/ 455 h 651"/>
                <a:gd name="T34" fmla="*/ 269 w 502"/>
                <a:gd name="T35" fmla="*/ 651 h 651"/>
                <a:gd name="T36" fmla="*/ 0 w 502"/>
                <a:gd name="T37" fmla="*/ 550 h 6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02" h="651">
                  <a:moveTo>
                    <a:pt x="0" y="550"/>
                  </a:moveTo>
                  <a:cubicBezTo>
                    <a:pt x="83" y="451"/>
                    <a:pt x="83" y="451"/>
                    <a:pt x="83" y="451"/>
                  </a:cubicBezTo>
                  <a:cubicBezTo>
                    <a:pt x="140" y="498"/>
                    <a:pt x="200" y="528"/>
                    <a:pt x="272" y="528"/>
                  </a:cubicBezTo>
                  <a:cubicBezTo>
                    <a:pt x="329" y="528"/>
                    <a:pt x="363" y="506"/>
                    <a:pt x="363" y="469"/>
                  </a:cubicBezTo>
                  <a:cubicBezTo>
                    <a:pt x="363" y="467"/>
                    <a:pt x="363" y="467"/>
                    <a:pt x="363" y="467"/>
                  </a:cubicBezTo>
                  <a:cubicBezTo>
                    <a:pt x="363" y="431"/>
                    <a:pt x="342" y="413"/>
                    <a:pt x="236" y="386"/>
                  </a:cubicBezTo>
                  <a:cubicBezTo>
                    <a:pt x="108" y="354"/>
                    <a:pt x="26" y="318"/>
                    <a:pt x="26" y="192"/>
                  </a:cubicBezTo>
                  <a:cubicBezTo>
                    <a:pt x="26" y="191"/>
                    <a:pt x="26" y="191"/>
                    <a:pt x="26" y="191"/>
                  </a:cubicBezTo>
                  <a:cubicBezTo>
                    <a:pt x="26" y="76"/>
                    <a:pt x="118" y="0"/>
                    <a:pt x="247" y="0"/>
                  </a:cubicBezTo>
                  <a:cubicBezTo>
                    <a:pt x="340" y="0"/>
                    <a:pt x="419" y="29"/>
                    <a:pt x="483" y="80"/>
                  </a:cubicBezTo>
                  <a:cubicBezTo>
                    <a:pt x="410" y="185"/>
                    <a:pt x="410" y="185"/>
                    <a:pt x="410" y="185"/>
                  </a:cubicBezTo>
                  <a:cubicBezTo>
                    <a:pt x="354" y="146"/>
                    <a:pt x="299" y="123"/>
                    <a:pt x="246" y="123"/>
                  </a:cubicBezTo>
                  <a:cubicBezTo>
                    <a:pt x="192" y="123"/>
                    <a:pt x="164" y="147"/>
                    <a:pt x="164" y="178"/>
                  </a:cubicBezTo>
                  <a:cubicBezTo>
                    <a:pt x="164" y="180"/>
                    <a:pt x="164" y="180"/>
                    <a:pt x="164" y="180"/>
                  </a:cubicBezTo>
                  <a:cubicBezTo>
                    <a:pt x="164" y="221"/>
                    <a:pt x="191" y="235"/>
                    <a:pt x="301" y="263"/>
                  </a:cubicBezTo>
                  <a:cubicBezTo>
                    <a:pt x="429" y="297"/>
                    <a:pt x="502" y="343"/>
                    <a:pt x="502" y="453"/>
                  </a:cubicBezTo>
                  <a:cubicBezTo>
                    <a:pt x="502" y="455"/>
                    <a:pt x="502" y="455"/>
                    <a:pt x="502" y="455"/>
                  </a:cubicBezTo>
                  <a:cubicBezTo>
                    <a:pt x="502" y="581"/>
                    <a:pt x="406" y="651"/>
                    <a:pt x="269" y="651"/>
                  </a:cubicBezTo>
                  <a:cubicBezTo>
                    <a:pt x="173" y="651"/>
                    <a:pt x="76" y="618"/>
                    <a:pt x="0" y="55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121874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84" name="Freeform 6">
              <a:extLst>
                <a:ext uri="{FF2B5EF4-FFF2-40B4-BE49-F238E27FC236}">
                  <a16:creationId xmlns:a16="http://schemas.microsoft.com/office/drawing/2014/main" id="{F88E21DB-AACA-7BB4-F6D2-1F4C5401CE4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791295" y="566212"/>
              <a:ext cx="322264" cy="214547"/>
            </a:xfrm>
            <a:custGeom>
              <a:avLst/>
              <a:gdLst>
                <a:gd name="T0" fmla="*/ 0 w 741"/>
                <a:gd name="T1" fmla="*/ 9 h 494"/>
                <a:gd name="T2" fmla="*/ 138 w 741"/>
                <a:gd name="T3" fmla="*/ 9 h 494"/>
                <a:gd name="T4" fmla="*/ 138 w 741"/>
                <a:gd name="T5" fmla="*/ 78 h 494"/>
                <a:gd name="T6" fmla="*/ 281 w 741"/>
                <a:gd name="T7" fmla="*/ 0 h 494"/>
                <a:gd name="T8" fmla="*/ 418 w 741"/>
                <a:gd name="T9" fmla="*/ 77 h 494"/>
                <a:gd name="T10" fmla="*/ 577 w 741"/>
                <a:gd name="T11" fmla="*/ 0 h 494"/>
                <a:gd name="T12" fmla="*/ 741 w 741"/>
                <a:gd name="T13" fmla="*/ 178 h 494"/>
                <a:gd name="T14" fmla="*/ 741 w 741"/>
                <a:gd name="T15" fmla="*/ 494 h 494"/>
                <a:gd name="T16" fmla="*/ 603 w 741"/>
                <a:gd name="T17" fmla="*/ 494 h 494"/>
                <a:gd name="T18" fmla="*/ 603 w 741"/>
                <a:gd name="T19" fmla="*/ 224 h 494"/>
                <a:gd name="T20" fmla="*/ 523 w 741"/>
                <a:gd name="T21" fmla="*/ 125 h 494"/>
                <a:gd name="T22" fmla="*/ 439 w 741"/>
                <a:gd name="T23" fmla="*/ 224 h 494"/>
                <a:gd name="T24" fmla="*/ 439 w 741"/>
                <a:gd name="T25" fmla="*/ 494 h 494"/>
                <a:gd name="T26" fmla="*/ 302 w 741"/>
                <a:gd name="T27" fmla="*/ 494 h 494"/>
                <a:gd name="T28" fmla="*/ 302 w 741"/>
                <a:gd name="T29" fmla="*/ 224 h 494"/>
                <a:gd name="T30" fmla="*/ 221 w 741"/>
                <a:gd name="T31" fmla="*/ 125 h 494"/>
                <a:gd name="T32" fmla="*/ 138 w 741"/>
                <a:gd name="T33" fmla="*/ 224 h 494"/>
                <a:gd name="T34" fmla="*/ 138 w 741"/>
                <a:gd name="T35" fmla="*/ 494 h 494"/>
                <a:gd name="T36" fmla="*/ 0 w 741"/>
                <a:gd name="T37" fmla="*/ 494 h 494"/>
                <a:gd name="T38" fmla="*/ 0 w 741"/>
                <a:gd name="T39" fmla="*/ 9 h 4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741" h="494">
                  <a:moveTo>
                    <a:pt x="0" y="9"/>
                  </a:moveTo>
                  <a:cubicBezTo>
                    <a:pt x="138" y="9"/>
                    <a:pt x="138" y="9"/>
                    <a:pt x="138" y="9"/>
                  </a:cubicBezTo>
                  <a:cubicBezTo>
                    <a:pt x="138" y="78"/>
                    <a:pt x="138" y="78"/>
                    <a:pt x="138" y="78"/>
                  </a:cubicBezTo>
                  <a:cubicBezTo>
                    <a:pt x="170" y="37"/>
                    <a:pt x="211" y="0"/>
                    <a:pt x="281" y="0"/>
                  </a:cubicBezTo>
                  <a:cubicBezTo>
                    <a:pt x="344" y="0"/>
                    <a:pt x="392" y="28"/>
                    <a:pt x="418" y="77"/>
                  </a:cubicBezTo>
                  <a:cubicBezTo>
                    <a:pt x="460" y="27"/>
                    <a:pt x="511" y="0"/>
                    <a:pt x="577" y="0"/>
                  </a:cubicBezTo>
                  <a:cubicBezTo>
                    <a:pt x="679" y="0"/>
                    <a:pt x="741" y="62"/>
                    <a:pt x="741" y="178"/>
                  </a:cubicBezTo>
                  <a:cubicBezTo>
                    <a:pt x="741" y="494"/>
                    <a:pt x="741" y="494"/>
                    <a:pt x="741" y="494"/>
                  </a:cubicBezTo>
                  <a:cubicBezTo>
                    <a:pt x="603" y="494"/>
                    <a:pt x="603" y="494"/>
                    <a:pt x="603" y="494"/>
                  </a:cubicBezTo>
                  <a:cubicBezTo>
                    <a:pt x="603" y="224"/>
                    <a:pt x="603" y="224"/>
                    <a:pt x="603" y="224"/>
                  </a:cubicBezTo>
                  <a:cubicBezTo>
                    <a:pt x="603" y="159"/>
                    <a:pt x="574" y="125"/>
                    <a:pt x="523" y="125"/>
                  </a:cubicBezTo>
                  <a:cubicBezTo>
                    <a:pt x="471" y="125"/>
                    <a:pt x="439" y="159"/>
                    <a:pt x="439" y="224"/>
                  </a:cubicBezTo>
                  <a:cubicBezTo>
                    <a:pt x="439" y="494"/>
                    <a:pt x="439" y="494"/>
                    <a:pt x="439" y="494"/>
                  </a:cubicBezTo>
                  <a:cubicBezTo>
                    <a:pt x="302" y="494"/>
                    <a:pt x="302" y="494"/>
                    <a:pt x="302" y="494"/>
                  </a:cubicBezTo>
                  <a:cubicBezTo>
                    <a:pt x="302" y="224"/>
                    <a:pt x="302" y="224"/>
                    <a:pt x="302" y="224"/>
                  </a:cubicBezTo>
                  <a:cubicBezTo>
                    <a:pt x="302" y="159"/>
                    <a:pt x="273" y="125"/>
                    <a:pt x="221" y="125"/>
                  </a:cubicBezTo>
                  <a:cubicBezTo>
                    <a:pt x="170" y="125"/>
                    <a:pt x="138" y="159"/>
                    <a:pt x="138" y="224"/>
                  </a:cubicBezTo>
                  <a:cubicBezTo>
                    <a:pt x="138" y="494"/>
                    <a:pt x="138" y="494"/>
                    <a:pt x="138" y="494"/>
                  </a:cubicBezTo>
                  <a:cubicBezTo>
                    <a:pt x="0" y="494"/>
                    <a:pt x="0" y="494"/>
                    <a:pt x="0" y="494"/>
                  </a:cubicBezTo>
                  <a:lnTo>
                    <a:pt x="0" y="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121874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85" name="Freeform 7">
              <a:extLst>
                <a:ext uri="{FF2B5EF4-FFF2-40B4-BE49-F238E27FC236}">
                  <a16:creationId xmlns:a16="http://schemas.microsoft.com/office/drawing/2014/main" id="{52B3821B-BD3F-5903-AC9F-3A823316CEDD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125971" y="567985"/>
              <a:ext cx="193713" cy="216764"/>
            </a:xfrm>
            <a:custGeom>
              <a:avLst/>
              <a:gdLst>
                <a:gd name="T0" fmla="*/ 0 w 446"/>
                <a:gd name="T1" fmla="*/ 351 h 499"/>
                <a:gd name="T2" fmla="*/ 0 w 446"/>
                <a:gd name="T3" fmla="*/ 349 h 499"/>
                <a:gd name="T4" fmla="*/ 195 w 446"/>
                <a:gd name="T5" fmla="*/ 194 h 499"/>
                <a:gd name="T6" fmla="*/ 314 w 446"/>
                <a:gd name="T7" fmla="*/ 214 h 499"/>
                <a:gd name="T8" fmla="*/ 314 w 446"/>
                <a:gd name="T9" fmla="*/ 206 h 499"/>
                <a:gd name="T10" fmla="*/ 210 w 446"/>
                <a:gd name="T11" fmla="*/ 117 h 499"/>
                <a:gd name="T12" fmla="*/ 76 w 446"/>
                <a:gd name="T13" fmla="*/ 144 h 499"/>
                <a:gd name="T14" fmla="*/ 42 w 446"/>
                <a:gd name="T15" fmla="*/ 39 h 499"/>
                <a:gd name="T16" fmla="*/ 230 w 446"/>
                <a:gd name="T17" fmla="*/ 0 h 499"/>
                <a:gd name="T18" fmla="*/ 394 w 446"/>
                <a:gd name="T19" fmla="*/ 54 h 499"/>
                <a:gd name="T20" fmla="*/ 446 w 446"/>
                <a:gd name="T21" fmla="*/ 209 h 499"/>
                <a:gd name="T22" fmla="*/ 446 w 446"/>
                <a:gd name="T23" fmla="*/ 490 h 499"/>
                <a:gd name="T24" fmla="*/ 313 w 446"/>
                <a:gd name="T25" fmla="*/ 490 h 499"/>
                <a:gd name="T26" fmla="*/ 313 w 446"/>
                <a:gd name="T27" fmla="*/ 438 h 499"/>
                <a:gd name="T28" fmla="*/ 166 w 446"/>
                <a:gd name="T29" fmla="*/ 499 h 499"/>
                <a:gd name="T30" fmla="*/ 0 w 446"/>
                <a:gd name="T31" fmla="*/ 351 h 499"/>
                <a:gd name="T32" fmla="*/ 316 w 446"/>
                <a:gd name="T33" fmla="*/ 319 h 499"/>
                <a:gd name="T34" fmla="*/ 316 w 446"/>
                <a:gd name="T35" fmla="*/ 295 h 499"/>
                <a:gd name="T36" fmla="*/ 228 w 446"/>
                <a:gd name="T37" fmla="*/ 277 h 499"/>
                <a:gd name="T38" fmla="*/ 133 w 446"/>
                <a:gd name="T39" fmla="*/ 344 h 499"/>
                <a:gd name="T40" fmla="*/ 133 w 446"/>
                <a:gd name="T41" fmla="*/ 346 h 499"/>
                <a:gd name="T42" fmla="*/ 208 w 446"/>
                <a:gd name="T43" fmla="*/ 404 h 499"/>
                <a:gd name="T44" fmla="*/ 316 w 446"/>
                <a:gd name="T45" fmla="*/ 319 h 4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446" h="499">
                  <a:moveTo>
                    <a:pt x="0" y="351"/>
                  </a:moveTo>
                  <a:cubicBezTo>
                    <a:pt x="0" y="349"/>
                    <a:pt x="0" y="349"/>
                    <a:pt x="0" y="349"/>
                  </a:cubicBezTo>
                  <a:cubicBezTo>
                    <a:pt x="0" y="243"/>
                    <a:pt x="80" y="194"/>
                    <a:pt x="195" y="194"/>
                  </a:cubicBezTo>
                  <a:cubicBezTo>
                    <a:pt x="244" y="194"/>
                    <a:pt x="280" y="202"/>
                    <a:pt x="314" y="214"/>
                  </a:cubicBezTo>
                  <a:cubicBezTo>
                    <a:pt x="314" y="206"/>
                    <a:pt x="314" y="206"/>
                    <a:pt x="314" y="206"/>
                  </a:cubicBezTo>
                  <a:cubicBezTo>
                    <a:pt x="314" y="149"/>
                    <a:pt x="279" y="117"/>
                    <a:pt x="210" y="117"/>
                  </a:cubicBezTo>
                  <a:cubicBezTo>
                    <a:pt x="157" y="117"/>
                    <a:pt x="120" y="127"/>
                    <a:pt x="76" y="144"/>
                  </a:cubicBezTo>
                  <a:cubicBezTo>
                    <a:pt x="42" y="39"/>
                    <a:pt x="42" y="39"/>
                    <a:pt x="42" y="39"/>
                  </a:cubicBezTo>
                  <a:cubicBezTo>
                    <a:pt x="95" y="15"/>
                    <a:pt x="147" y="0"/>
                    <a:pt x="230" y="0"/>
                  </a:cubicBezTo>
                  <a:cubicBezTo>
                    <a:pt x="305" y="0"/>
                    <a:pt x="359" y="20"/>
                    <a:pt x="394" y="54"/>
                  </a:cubicBezTo>
                  <a:cubicBezTo>
                    <a:pt x="430" y="90"/>
                    <a:pt x="446" y="144"/>
                    <a:pt x="446" y="209"/>
                  </a:cubicBezTo>
                  <a:cubicBezTo>
                    <a:pt x="446" y="490"/>
                    <a:pt x="446" y="490"/>
                    <a:pt x="446" y="490"/>
                  </a:cubicBezTo>
                  <a:cubicBezTo>
                    <a:pt x="313" y="490"/>
                    <a:pt x="313" y="490"/>
                    <a:pt x="313" y="490"/>
                  </a:cubicBezTo>
                  <a:cubicBezTo>
                    <a:pt x="313" y="438"/>
                    <a:pt x="313" y="438"/>
                    <a:pt x="313" y="438"/>
                  </a:cubicBezTo>
                  <a:cubicBezTo>
                    <a:pt x="280" y="475"/>
                    <a:pt x="233" y="499"/>
                    <a:pt x="166" y="499"/>
                  </a:cubicBezTo>
                  <a:cubicBezTo>
                    <a:pt x="75" y="499"/>
                    <a:pt x="0" y="447"/>
                    <a:pt x="0" y="351"/>
                  </a:cubicBezTo>
                  <a:close/>
                  <a:moveTo>
                    <a:pt x="316" y="319"/>
                  </a:moveTo>
                  <a:cubicBezTo>
                    <a:pt x="316" y="295"/>
                    <a:pt x="316" y="295"/>
                    <a:pt x="316" y="295"/>
                  </a:cubicBezTo>
                  <a:cubicBezTo>
                    <a:pt x="292" y="284"/>
                    <a:pt x="262" y="277"/>
                    <a:pt x="228" y="277"/>
                  </a:cubicBezTo>
                  <a:cubicBezTo>
                    <a:pt x="169" y="277"/>
                    <a:pt x="133" y="300"/>
                    <a:pt x="133" y="344"/>
                  </a:cubicBezTo>
                  <a:cubicBezTo>
                    <a:pt x="133" y="346"/>
                    <a:pt x="133" y="346"/>
                    <a:pt x="133" y="346"/>
                  </a:cubicBezTo>
                  <a:cubicBezTo>
                    <a:pt x="133" y="383"/>
                    <a:pt x="164" y="404"/>
                    <a:pt x="208" y="404"/>
                  </a:cubicBezTo>
                  <a:cubicBezTo>
                    <a:pt x="272" y="404"/>
                    <a:pt x="316" y="369"/>
                    <a:pt x="316" y="31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121874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86" name="Freeform 8">
              <a:extLst>
                <a:ext uri="{FF2B5EF4-FFF2-40B4-BE49-F238E27FC236}">
                  <a16:creationId xmlns:a16="http://schemas.microsoft.com/office/drawing/2014/main" id="{7615787A-DBE6-8A88-69F5-5A743A3602A9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36529" y="564438"/>
              <a:ext cx="127665" cy="216321"/>
            </a:xfrm>
            <a:custGeom>
              <a:avLst/>
              <a:gdLst>
                <a:gd name="T0" fmla="*/ 0 w 293"/>
                <a:gd name="T1" fmla="*/ 13 h 498"/>
                <a:gd name="T2" fmla="*/ 138 w 293"/>
                <a:gd name="T3" fmla="*/ 13 h 498"/>
                <a:gd name="T4" fmla="*/ 138 w 293"/>
                <a:gd name="T5" fmla="*/ 111 h 498"/>
                <a:gd name="T6" fmla="*/ 293 w 293"/>
                <a:gd name="T7" fmla="*/ 4 h 498"/>
                <a:gd name="T8" fmla="*/ 293 w 293"/>
                <a:gd name="T9" fmla="*/ 148 h 498"/>
                <a:gd name="T10" fmla="*/ 285 w 293"/>
                <a:gd name="T11" fmla="*/ 148 h 498"/>
                <a:gd name="T12" fmla="*/ 138 w 293"/>
                <a:gd name="T13" fmla="*/ 319 h 498"/>
                <a:gd name="T14" fmla="*/ 138 w 293"/>
                <a:gd name="T15" fmla="*/ 498 h 498"/>
                <a:gd name="T16" fmla="*/ 0 w 293"/>
                <a:gd name="T17" fmla="*/ 498 h 498"/>
                <a:gd name="T18" fmla="*/ 0 w 293"/>
                <a:gd name="T19" fmla="*/ 13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93" h="498">
                  <a:moveTo>
                    <a:pt x="0" y="13"/>
                  </a:moveTo>
                  <a:cubicBezTo>
                    <a:pt x="138" y="13"/>
                    <a:pt x="138" y="13"/>
                    <a:pt x="138" y="13"/>
                  </a:cubicBezTo>
                  <a:cubicBezTo>
                    <a:pt x="138" y="111"/>
                    <a:pt x="138" y="111"/>
                    <a:pt x="138" y="111"/>
                  </a:cubicBezTo>
                  <a:cubicBezTo>
                    <a:pt x="166" y="44"/>
                    <a:pt x="211" y="0"/>
                    <a:pt x="293" y="4"/>
                  </a:cubicBezTo>
                  <a:cubicBezTo>
                    <a:pt x="293" y="148"/>
                    <a:pt x="293" y="148"/>
                    <a:pt x="293" y="148"/>
                  </a:cubicBezTo>
                  <a:cubicBezTo>
                    <a:pt x="285" y="148"/>
                    <a:pt x="285" y="148"/>
                    <a:pt x="285" y="148"/>
                  </a:cubicBezTo>
                  <a:cubicBezTo>
                    <a:pt x="194" y="148"/>
                    <a:pt x="138" y="203"/>
                    <a:pt x="138" y="319"/>
                  </a:cubicBezTo>
                  <a:cubicBezTo>
                    <a:pt x="138" y="498"/>
                    <a:pt x="138" y="498"/>
                    <a:pt x="138" y="498"/>
                  </a:cubicBezTo>
                  <a:cubicBezTo>
                    <a:pt x="0" y="498"/>
                    <a:pt x="0" y="498"/>
                    <a:pt x="0" y="498"/>
                  </a:cubicBezTo>
                  <a:lnTo>
                    <a:pt x="0" y="1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121874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87" name="Freeform 9">
              <a:extLst>
                <a:ext uri="{FF2B5EF4-FFF2-40B4-BE49-F238E27FC236}">
                  <a16:creationId xmlns:a16="http://schemas.microsoft.com/office/drawing/2014/main" id="{64925F2E-2156-2133-05C7-39B4E06355D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475719" y="516121"/>
              <a:ext cx="134757" cy="268184"/>
            </a:xfrm>
            <a:custGeom>
              <a:avLst/>
              <a:gdLst>
                <a:gd name="T0" fmla="*/ 58 w 310"/>
                <a:gd name="T1" fmla="*/ 472 h 617"/>
                <a:gd name="T2" fmla="*/ 58 w 310"/>
                <a:gd name="T3" fmla="*/ 242 h 617"/>
                <a:gd name="T4" fmla="*/ 0 w 310"/>
                <a:gd name="T5" fmla="*/ 242 h 617"/>
                <a:gd name="T6" fmla="*/ 0 w 310"/>
                <a:gd name="T7" fmla="*/ 124 h 617"/>
                <a:gd name="T8" fmla="*/ 58 w 310"/>
                <a:gd name="T9" fmla="*/ 124 h 617"/>
                <a:gd name="T10" fmla="*/ 58 w 310"/>
                <a:gd name="T11" fmla="*/ 0 h 617"/>
                <a:gd name="T12" fmla="*/ 196 w 310"/>
                <a:gd name="T13" fmla="*/ 0 h 617"/>
                <a:gd name="T14" fmla="*/ 196 w 310"/>
                <a:gd name="T15" fmla="*/ 124 h 617"/>
                <a:gd name="T16" fmla="*/ 310 w 310"/>
                <a:gd name="T17" fmla="*/ 124 h 617"/>
                <a:gd name="T18" fmla="*/ 310 w 310"/>
                <a:gd name="T19" fmla="*/ 242 h 617"/>
                <a:gd name="T20" fmla="*/ 196 w 310"/>
                <a:gd name="T21" fmla="*/ 242 h 617"/>
                <a:gd name="T22" fmla="*/ 196 w 310"/>
                <a:gd name="T23" fmla="*/ 449 h 617"/>
                <a:gd name="T24" fmla="*/ 240 w 310"/>
                <a:gd name="T25" fmla="*/ 496 h 617"/>
                <a:gd name="T26" fmla="*/ 308 w 310"/>
                <a:gd name="T27" fmla="*/ 479 h 617"/>
                <a:gd name="T28" fmla="*/ 308 w 310"/>
                <a:gd name="T29" fmla="*/ 589 h 617"/>
                <a:gd name="T30" fmla="*/ 199 w 310"/>
                <a:gd name="T31" fmla="*/ 617 h 617"/>
                <a:gd name="T32" fmla="*/ 58 w 310"/>
                <a:gd name="T33" fmla="*/ 472 h 6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310" h="617">
                  <a:moveTo>
                    <a:pt x="58" y="472"/>
                  </a:moveTo>
                  <a:cubicBezTo>
                    <a:pt x="58" y="242"/>
                    <a:pt x="58" y="242"/>
                    <a:pt x="58" y="242"/>
                  </a:cubicBezTo>
                  <a:cubicBezTo>
                    <a:pt x="0" y="242"/>
                    <a:pt x="0" y="242"/>
                    <a:pt x="0" y="242"/>
                  </a:cubicBezTo>
                  <a:cubicBezTo>
                    <a:pt x="0" y="124"/>
                    <a:pt x="0" y="124"/>
                    <a:pt x="0" y="124"/>
                  </a:cubicBezTo>
                  <a:cubicBezTo>
                    <a:pt x="58" y="124"/>
                    <a:pt x="58" y="124"/>
                    <a:pt x="58" y="124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196" y="0"/>
                    <a:pt x="196" y="0"/>
                    <a:pt x="196" y="0"/>
                  </a:cubicBezTo>
                  <a:cubicBezTo>
                    <a:pt x="196" y="124"/>
                    <a:pt x="196" y="124"/>
                    <a:pt x="196" y="124"/>
                  </a:cubicBezTo>
                  <a:cubicBezTo>
                    <a:pt x="310" y="124"/>
                    <a:pt x="310" y="124"/>
                    <a:pt x="310" y="124"/>
                  </a:cubicBezTo>
                  <a:cubicBezTo>
                    <a:pt x="310" y="242"/>
                    <a:pt x="310" y="242"/>
                    <a:pt x="310" y="242"/>
                  </a:cubicBezTo>
                  <a:cubicBezTo>
                    <a:pt x="196" y="242"/>
                    <a:pt x="196" y="242"/>
                    <a:pt x="196" y="242"/>
                  </a:cubicBezTo>
                  <a:cubicBezTo>
                    <a:pt x="196" y="449"/>
                    <a:pt x="196" y="449"/>
                    <a:pt x="196" y="449"/>
                  </a:cubicBezTo>
                  <a:cubicBezTo>
                    <a:pt x="196" y="481"/>
                    <a:pt x="209" y="496"/>
                    <a:pt x="240" y="496"/>
                  </a:cubicBezTo>
                  <a:cubicBezTo>
                    <a:pt x="265" y="496"/>
                    <a:pt x="288" y="490"/>
                    <a:pt x="308" y="479"/>
                  </a:cubicBezTo>
                  <a:cubicBezTo>
                    <a:pt x="308" y="589"/>
                    <a:pt x="308" y="589"/>
                    <a:pt x="308" y="589"/>
                  </a:cubicBezTo>
                  <a:cubicBezTo>
                    <a:pt x="279" y="607"/>
                    <a:pt x="245" y="617"/>
                    <a:pt x="199" y="617"/>
                  </a:cubicBezTo>
                  <a:cubicBezTo>
                    <a:pt x="115" y="617"/>
                    <a:pt x="58" y="584"/>
                    <a:pt x="58" y="47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121874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88" name="Freeform 10">
              <a:extLst>
                <a:ext uri="{FF2B5EF4-FFF2-40B4-BE49-F238E27FC236}">
                  <a16:creationId xmlns:a16="http://schemas.microsoft.com/office/drawing/2014/main" id="{B7C49DB2-058E-4C3A-3CD8-D3775C452C14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18455" y="566212"/>
              <a:ext cx="207012" cy="219424"/>
            </a:xfrm>
            <a:custGeom>
              <a:avLst/>
              <a:gdLst>
                <a:gd name="T0" fmla="*/ 0 w 476"/>
                <a:gd name="T1" fmla="*/ 254 h 505"/>
                <a:gd name="T2" fmla="*/ 0 w 476"/>
                <a:gd name="T3" fmla="*/ 253 h 505"/>
                <a:gd name="T4" fmla="*/ 240 w 476"/>
                <a:gd name="T5" fmla="*/ 0 h 505"/>
                <a:gd name="T6" fmla="*/ 476 w 476"/>
                <a:gd name="T7" fmla="*/ 263 h 505"/>
                <a:gd name="T8" fmla="*/ 475 w 476"/>
                <a:gd name="T9" fmla="*/ 300 h 505"/>
                <a:gd name="T10" fmla="*/ 137 w 476"/>
                <a:gd name="T11" fmla="*/ 300 h 505"/>
                <a:gd name="T12" fmla="*/ 256 w 476"/>
                <a:gd name="T13" fmla="*/ 395 h 505"/>
                <a:gd name="T14" fmla="*/ 373 w 476"/>
                <a:gd name="T15" fmla="*/ 345 h 505"/>
                <a:gd name="T16" fmla="*/ 452 w 476"/>
                <a:gd name="T17" fmla="*/ 415 h 505"/>
                <a:gd name="T18" fmla="*/ 254 w 476"/>
                <a:gd name="T19" fmla="*/ 505 h 505"/>
                <a:gd name="T20" fmla="*/ 0 w 476"/>
                <a:gd name="T21" fmla="*/ 254 h 505"/>
                <a:gd name="T22" fmla="*/ 342 w 476"/>
                <a:gd name="T23" fmla="*/ 214 h 505"/>
                <a:gd name="T24" fmla="*/ 240 w 476"/>
                <a:gd name="T25" fmla="*/ 111 h 505"/>
                <a:gd name="T26" fmla="*/ 135 w 476"/>
                <a:gd name="T27" fmla="*/ 214 h 505"/>
                <a:gd name="T28" fmla="*/ 342 w 476"/>
                <a:gd name="T29" fmla="*/ 214 h 5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76" h="505">
                  <a:moveTo>
                    <a:pt x="0" y="254"/>
                  </a:moveTo>
                  <a:cubicBezTo>
                    <a:pt x="0" y="253"/>
                    <a:pt x="0" y="253"/>
                    <a:pt x="0" y="253"/>
                  </a:cubicBezTo>
                  <a:cubicBezTo>
                    <a:pt x="0" y="114"/>
                    <a:pt x="99" y="0"/>
                    <a:pt x="240" y="0"/>
                  </a:cubicBezTo>
                  <a:cubicBezTo>
                    <a:pt x="402" y="0"/>
                    <a:pt x="476" y="126"/>
                    <a:pt x="476" y="263"/>
                  </a:cubicBezTo>
                  <a:cubicBezTo>
                    <a:pt x="476" y="274"/>
                    <a:pt x="476" y="287"/>
                    <a:pt x="475" y="300"/>
                  </a:cubicBezTo>
                  <a:cubicBezTo>
                    <a:pt x="137" y="300"/>
                    <a:pt x="137" y="300"/>
                    <a:pt x="137" y="300"/>
                  </a:cubicBezTo>
                  <a:cubicBezTo>
                    <a:pt x="151" y="362"/>
                    <a:pt x="194" y="395"/>
                    <a:pt x="256" y="395"/>
                  </a:cubicBezTo>
                  <a:cubicBezTo>
                    <a:pt x="302" y="395"/>
                    <a:pt x="335" y="380"/>
                    <a:pt x="373" y="345"/>
                  </a:cubicBezTo>
                  <a:cubicBezTo>
                    <a:pt x="452" y="415"/>
                    <a:pt x="452" y="415"/>
                    <a:pt x="452" y="415"/>
                  </a:cubicBezTo>
                  <a:cubicBezTo>
                    <a:pt x="407" y="471"/>
                    <a:pt x="342" y="505"/>
                    <a:pt x="254" y="505"/>
                  </a:cubicBezTo>
                  <a:cubicBezTo>
                    <a:pt x="108" y="505"/>
                    <a:pt x="0" y="403"/>
                    <a:pt x="0" y="254"/>
                  </a:cubicBezTo>
                  <a:close/>
                  <a:moveTo>
                    <a:pt x="342" y="214"/>
                  </a:moveTo>
                  <a:cubicBezTo>
                    <a:pt x="334" y="152"/>
                    <a:pt x="298" y="111"/>
                    <a:pt x="240" y="111"/>
                  </a:cubicBezTo>
                  <a:cubicBezTo>
                    <a:pt x="183" y="111"/>
                    <a:pt x="146" y="151"/>
                    <a:pt x="135" y="214"/>
                  </a:cubicBezTo>
                  <a:lnTo>
                    <a:pt x="342" y="21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121874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89" name="Freeform 11">
              <a:extLst>
                <a:ext uri="{FF2B5EF4-FFF2-40B4-BE49-F238E27FC236}">
                  <a16:creationId xmlns:a16="http://schemas.microsoft.com/office/drawing/2014/main" id="{237CF234-6919-09AE-586F-E8BFF9CB21F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837879" y="564438"/>
              <a:ext cx="127221" cy="216321"/>
            </a:xfrm>
            <a:custGeom>
              <a:avLst/>
              <a:gdLst>
                <a:gd name="T0" fmla="*/ 0 w 293"/>
                <a:gd name="T1" fmla="*/ 13 h 498"/>
                <a:gd name="T2" fmla="*/ 138 w 293"/>
                <a:gd name="T3" fmla="*/ 13 h 498"/>
                <a:gd name="T4" fmla="*/ 138 w 293"/>
                <a:gd name="T5" fmla="*/ 111 h 498"/>
                <a:gd name="T6" fmla="*/ 293 w 293"/>
                <a:gd name="T7" fmla="*/ 4 h 498"/>
                <a:gd name="T8" fmla="*/ 293 w 293"/>
                <a:gd name="T9" fmla="*/ 148 h 498"/>
                <a:gd name="T10" fmla="*/ 285 w 293"/>
                <a:gd name="T11" fmla="*/ 148 h 498"/>
                <a:gd name="T12" fmla="*/ 138 w 293"/>
                <a:gd name="T13" fmla="*/ 319 h 498"/>
                <a:gd name="T14" fmla="*/ 138 w 293"/>
                <a:gd name="T15" fmla="*/ 498 h 498"/>
                <a:gd name="T16" fmla="*/ 0 w 293"/>
                <a:gd name="T17" fmla="*/ 498 h 498"/>
                <a:gd name="T18" fmla="*/ 0 w 293"/>
                <a:gd name="T19" fmla="*/ 13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93" h="498">
                  <a:moveTo>
                    <a:pt x="0" y="13"/>
                  </a:moveTo>
                  <a:cubicBezTo>
                    <a:pt x="138" y="13"/>
                    <a:pt x="138" y="13"/>
                    <a:pt x="138" y="13"/>
                  </a:cubicBezTo>
                  <a:cubicBezTo>
                    <a:pt x="138" y="111"/>
                    <a:pt x="138" y="111"/>
                    <a:pt x="138" y="111"/>
                  </a:cubicBezTo>
                  <a:cubicBezTo>
                    <a:pt x="166" y="44"/>
                    <a:pt x="211" y="0"/>
                    <a:pt x="293" y="4"/>
                  </a:cubicBezTo>
                  <a:cubicBezTo>
                    <a:pt x="293" y="148"/>
                    <a:pt x="293" y="148"/>
                    <a:pt x="293" y="148"/>
                  </a:cubicBezTo>
                  <a:cubicBezTo>
                    <a:pt x="285" y="148"/>
                    <a:pt x="285" y="148"/>
                    <a:pt x="285" y="148"/>
                  </a:cubicBezTo>
                  <a:cubicBezTo>
                    <a:pt x="194" y="148"/>
                    <a:pt x="138" y="203"/>
                    <a:pt x="138" y="319"/>
                  </a:cubicBezTo>
                  <a:cubicBezTo>
                    <a:pt x="138" y="498"/>
                    <a:pt x="138" y="498"/>
                    <a:pt x="138" y="498"/>
                  </a:cubicBezTo>
                  <a:cubicBezTo>
                    <a:pt x="0" y="498"/>
                    <a:pt x="0" y="498"/>
                    <a:pt x="0" y="498"/>
                  </a:cubicBezTo>
                  <a:lnTo>
                    <a:pt x="0" y="1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121874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90" name="Freeform 12">
              <a:extLst>
                <a:ext uri="{FF2B5EF4-FFF2-40B4-BE49-F238E27FC236}">
                  <a16:creationId xmlns:a16="http://schemas.microsoft.com/office/drawing/2014/main" id="{A12BEBB4-72BA-02AE-B04E-FC837D76C71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988072" y="888476"/>
              <a:ext cx="134757" cy="268628"/>
            </a:xfrm>
            <a:custGeom>
              <a:avLst/>
              <a:gdLst>
                <a:gd name="T0" fmla="*/ 58 w 310"/>
                <a:gd name="T1" fmla="*/ 472 h 618"/>
                <a:gd name="T2" fmla="*/ 58 w 310"/>
                <a:gd name="T3" fmla="*/ 242 h 618"/>
                <a:gd name="T4" fmla="*/ 0 w 310"/>
                <a:gd name="T5" fmla="*/ 242 h 618"/>
                <a:gd name="T6" fmla="*/ 0 w 310"/>
                <a:gd name="T7" fmla="*/ 124 h 618"/>
                <a:gd name="T8" fmla="*/ 58 w 310"/>
                <a:gd name="T9" fmla="*/ 124 h 618"/>
                <a:gd name="T10" fmla="*/ 58 w 310"/>
                <a:gd name="T11" fmla="*/ 0 h 618"/>
                <a:gd name="T12" fmla="*/ 195 w 310"/>
                <a:gd name="T13" fmla="*/ 0 h 618"/>
                <a:gd name="T14" fmla="*/ 195 w 310"/>
                <a:gd name="T15" fmla="*/ 124 h 618"/>
                <a:gd name="T16" fmla="*/ 310 w 310"/>
                <a:gd name="T17" fmla="*/ 124 h 618"/>
                <a:gd name="T18" fmla="*/ 310 w 310"/>
                <a:gd name="T19" fmla="*/ 242 h 618"/>
                <a:gd name="T20" fmla="*/ 195 w 310"/>
                <a:gd name="T21" fmla="*/ 242 h 618"/>
                <a:gd name="T22" fmla="*/ 195 w 310"/>
                <a:gd name="T23" fmla="*/ 449 h 618"/>
                <a:gd name="T24" fmla="*/ 240 w 310"/>
                <a:gd name="T25" fmla="*/ 496 h 618"/>
                <a:gd name="T26" fmla="*/ 308 w 310"/>
                <a:gd name="T27" fmla="*/ 479 h 618"/>
                <a:gd name="T28" fmla="*/ 308 w 310"/>
                <a:gd name="T29" fmla="*/ 590 h 618"/>
                <a:gd name="T30" fmla="*/ 199 w 310"/>
                <a:gd name="T31" fmla="*/ 618 h 618"/>
                <a:gd name="T32" fmla="*/ 58 w 310"/>
                <a:gd name="T33" fmla="*/ 472 h 6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310" h="618">
                  <a:moveTo>
                    <a:pt x="58" y="472"/>
                  </a:moveTo>
                  <a:cubicBezTo>
                    <a:pt x="58" y="242"/>
                    <a:pt x="58" y="242"/>
                    <a:pt x="58" y="242"/>
                  </a:cubicBezTo>
                  <a:cubicBezTo>
                    <a:pt x="0" y="242"/>
                    <a:pt x="0" y="242"/>
                    <a:pt x="0" y="242"/>
                  </a:cubicBezTo>
                  <a:cubicBezTo>
                    <a:pt x="0" y="124"/>
                    <a:pt x="0" y="124"/>
                    <a:pt x="0" y="124"/>
                  </a:cubicBezTo>
                  <a:cubicBezTo>
                    <a:pt x="58" y="124"/>
                    <a:pt x="58" y="124"/>
                    <a:pt x="58" y="124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195" y="0"/>
                    <a:pt x="195" y="0"/>
                    <a:pt x="195" y="0"/>
                  </a:cubicBezTo>
                  <a:cubicBezTo>
                    <a:pt x="195" y="124"/>
                    <a:pt x="195" y="124"/>
                    <a:pt x="195" y="124"/>
                  </a:cubicBezTo>
                  <a:cubicBezTo>
                    <a:pt x="310" y="124"/>
                    <a:pt x="310" y="124"/>
                    <a:pt x="310" y="124"/>
                  </a:cubicBezTo>
                  <a:cubicBezTo>
                    <a:pt x="310" y="242"/>
                    <a:pt x="310" y="242"/>
                    <a:pt x="310" y="242"/>
                  </a:cubicBezTo>
                  <a:cubicBezTo>
                    <a:pt x="195" y="242"/>
                    <a:pt x="195" y="242"/>
                    <a:pt x="195" y="242"/>
                  </a:cubicBezTo>
                  <a:cubicBezTo>
                    <a:pt x="195" y="449"/>
                    <a:pt x="195" y="449"/>
                    <a:pt x="195" y="449"/>
                  </a:cubicBezTo>
                  <a:cubicBezTo>
                    <a:pt x="195" y="481"/>
                    <a:pt x="209" y="496"/>
                    <a:pt x="240" y="496"/>
                  </a:cubicBezTo>
                  <a:cubicBezTo>
                    <a:pt x="265" y="496"/>
                    <a:pt x="288" y="490"/>
                    <a:pt x="308" y="479"/>
                  </a:cubicBezTo>
                  <a:cubicBezTo>
                    <a:pt x="308" y="590"/>
                    <a:pt x="308" y="590"/>
                    <a:pt x="308" y="590"/>
                  </a:cubicBezTo>
                  <a:cubicBezTo>
                    <a:pt x="279" y="607"/>
                    <a:pt x="245" y="618"/>
                    <a:pt x="199" y="618"/>
                  </a:cubicBezTo>
                  <a:cubicBezTo>
                    <a:pt x="115" y="618"/>
                    <a:pt x="58" y="584"/>
                    <a:pt x="58" y="47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121874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91" name="Freeform 13">
              <a:extLst>
                <a:ext uri="{FF2B5EF4-FFF2-40B4-BE49-F238E27FC236}">
                  <a16:creationId xmlns:a16="http://schemas.microsoft.com/office/drawing/2014/main" id="{3E1F52B7-F750-92A7-3526-2180033C1FA0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131251" y="938123"/>
              <a:ext cx="207455" cy="219867"/>
            </a:xfrm>
            <a:custGeom>
              <a:avLst/>
              <a:gdLst>
                <a:gd name="T0" fmla="*/ 0 w 477"/>
                <a:gd name="T1" fmla="*/ 254 h 505"/>
                <a:gd name="T2" fmla="*/ 0 w 477"/>
                <a:gd name="T3" fmla="*/ 253 h 505"/>
                <a:gd name="T4" fmla="*/ 240 w 477"/>
                <a:gd name="T5" fmla="*/ 0 h 505"/>
                <a:gd name="T6" fmla="*/ 477 w 477"/>
                <a:gd name="T7" fmla="*/ 263 h 505"/>
                <a:gd name="T8" fmla="*/ 475 w 477"/>
                <a:gd name="T9" fmla="*/ 300 h 505"/>
                <a:gd name="T10" fmla="*/ 137 w 477"/>
                <a:gd name="T11" fmla="*/ 300 h 505"/>
                <a:gd name="T12" fmla="*/ 256 w 477"/>
                <a:gd name="T13" fmla="*/ 395 h 505"/>
                <a:gd name="T14" fmla="*/ 373 w 477"/>
                <a:gd name="T15" fmla="*/ 345 h 505"/>
                <a:gd name="T16" fmla="*/ 452 w 477"/>
                <a:gd name="T17" fmla="*/ 415 h 505"/>
                <a:gd name="T18" fmla="*/ 254 w 477"/>
                <a:gd name="T19" fmla="*/ 505 h 505"/>
                <a:gd name="T20" fmla="*/ 0 w 477"/>
                <a:gd name="T21" fmla="*/ 254 h 505"/>
                <a:gd name="T22" fmla="*/ 343 w 477"/>
                <a:gd name="T23" fmla="*/ 214 h 505"/>
                <a:gd name="T24" fmla="*/ 240 w 477"/>
                <a:gd name="T25" fmla="*/ 111 h 505"/>
                <a:gd name="T26" fmla="*/ 135 w 477"/>
                <a:gd name="T27" fmla="*/ 214 h 505"/>
                <a:gd name="T28" fmla="*/ 343 w 477"/>
                <a:gd name="T29" fmla="*/ 214 h 5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77" h="505">
                  <a:moveTo>
                    <a:pt x="0" y="254"/>
                  </a:moveTo>
                  <a:cubicBezTo>
                    <a:pt x="0" y="253"/>
                    <a:pt x="0" y="253"/>
                    <a:pt x="0" y="253"/>
                  </a:cubicBezTo>
                  <a:cubicBezTo>
                    <a:pt x="0" y="114"/>
                    <a:pt x="99" y="0"/>
                    <a:pt x="240" y="0"/>
                  </a:cubicBezTo>
                  <a:cubicBezTo>
                    <a:pt x="402" y="0"/>
                    <a:pt x="477" y="126"/>
                    <a:pt x="477" y="263"/>
                  </a:cubicBezTo>
                  <a:cubicBezTo>
                    <a:pt x="477" y="274"/>
                    <a:pt x="476" y="287"/>
                    <a:pt x="475" y="300"/>
                  </a:cubicBezTo>
                  <a:cubicBezTo>
                    <a:pt x="137" y="300"/>
                    <a:pt x="137" y="300"/>
                    <a:pt x="137" y="300"/>
                  </a:cubicBezTo>
                  <a:cubicBezTo>
                    <a:pt x="151" y="362"/>
                    <a:pt x="194" y="395"/>
                    <a:pt x="256" y="395"/>
                  </a:cubicBezTo>
                  <a:cubicBezTo>
                    <a:pt x="302" y="395"/>
                    <a:pt x="335" y="380"/>
                    <a:pt x="373" y="345"/>
                  </a:cubicBezTo>
                  <a:cubicBezTo>
                    <a:pt x="452" y="415"/>
                    <a:pt x="452" y="415"/>
                    <a:pt x="452" y="415"/>
                  </a:cubicBezTo>
                  <a:cubicBezTo>
                    <a:pt x="407" y="471"/>
                    <a:pt x="342" y="505"/>
                    <a:pt x="254" y="505"/>
                  </a:cubicBezTo>
                  <a:cubicBezTo>
                    <a:pt x="108" y="505"/>
                    <a:pt x="0" y="403"/>
                    <a:pt x="0" y="254"/>
                  </a:cubicBezTo>
                  <a:close/>
                  <a:moveTo>
                    <a:pt x="343" y="214"/>
                  </a:moveTo>
                  <a:cubicBezTo>
                    <a:pt x="334" y="152"/>
                    <a:pt x="298" y="111"/>
                    <a:pt x="240" y="111"/>
                  </a:cubicBezTo>
                  <a:cubicBezTo>
                    <a:pt x="183" y="111"/>
                    <a:pt x="146" y="151"/>
                    <a:pt x="135" y="214"/>
                  </a:cubicBezTo>
                  <a:lnTo>
                    <a:pt x="343" y="21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121874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92" name="Freeform 14">
              <a:extLst>
                <a:ext uri="{FF2B5EF4-FFF2-40B4-BE49-F238E27FC236}">
                  <a16:creationId xmlns:a16="http://schemas.microsoft.com/office/drawing/2014/main" id="{15E86207-681D-E5D3-DB63-9B332801F8F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348015" y="938123"/>
              <a:ext cx="195486" cy="219867"/>
            </a:xfrm>
            <a:custGeom>
              <a:avLst/>
              <a:gdLst>
                <a:gd name="T0" fmla="*/ 0 w 450"/>
                <a:gd name="T1" fmla="*/ 254 h 505"/>
                <a:gd name="T2" fmla="*/ 0 w 450"/>
                <a:gd name="T3" fmla="*/ 253 h 505"/>
                <a:gd name="T4" fmla="*/ 254 w 450"/>
                <a:gd name="T5" fmla="*/ 0 h 505"/>
                <a:gd name="T6" fmla="*/ 448 w 450"/>
                <a:gd name="T7" fmla="*/ 82 h 505"/>
                <a:gd name="T8" fmla="*/ 363 w 450"/>
                <a:gd name="T9" fmla="*/ 172 h 505"/>
                <a:gd name="T10" fmla="*/ 253 w 450"/>
                <a:gd name="T11" fmla="*/ 119 h 505"/>
                <a:gd name="T12" fmla="*/ 135 w 450"/>
                <a:gd name="T13" fmla="*/ 251 h 505"/>
                <a:gd name="T14" fmla="*/ 135 w 450"/>
                <a:gd name="T15" fmla="*/ 253 h 505"/>
                <a:gd name="T16" fmla="*/ 258 w 450"/>
                <a:gd name="T17" fmla="*/ 387 h 505"/>
                <a:gd name="T18" fmla="*/ 370 w 450"/>
                <a:gd name="T19" fmla="*/ 335 h 505"/>
                <a:gd name="T20" fmla="*/ 450 w 450"/>
                <a:gd name="T21" fmla="*/ 416 h 505"/>
                <a:gd name="T22" fmla="*/ 252 w 450"/>
                <a:gd name="T23" fmla="*/ 505 h 505"/>
                <a:gd name="T24" fmla="*/ 0 w 450"/>
                <a:gd name="T25" fmla="*/ 254 h 5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50" h="505">
                  <a:moveTo>
                    <a:pt x="0" y="254"/>
                  </a:moveTo>
                  <a:cubicBezTo>
                    <a:pt x="0" y="253"/>
                    <a:pt x="0" y="253"/>
                    <a:pt x="0" y="253"/>
                  </a:cubicBezTo>
                  <a:cubicBezTo>
                    <a:pt x="0" y="114"/>
                    <a:pt x="106" y="0"/>
                    <a:pt x="254" y="0"/>
                  </a:cubicBezTo>
                  <a:cubicBezTo>
                    <a:pt x="345" y="0"/>
                    <a:pt x="402" y="31"/>
                    <a:pt x="448" y="82"/>
                  </a:cubicBezTo>
                  <a:cubicBezTo>
                    <a:pt x="363" y="172"/>
                    <a:pt x="363" y="172"/>
                    <a:pt x="363" y="172"/>
                  </a:cubicBezTo>
                  <a:cubicBezTo>
                    <a:pt x="333" y="139"/>
                    <a:pt x="302" y="119"/>
                    <a:pt x="253" y="119"/>
                  </a:cubicBezTo>
                  <a:cubicBezTo>
                    <a:pt x="184" y="119"/>
                    <a:pt x="135" y="179"/>
                    <a:pt x="135" y="251"/>
                  </a:cubicBezTo>
                  <a:cubicBezTo>
                    <a:pt x="135" y="253"/>
                    <a:pt x="135" y="253"/>
                    <a:pt x="135" y="253"/>
                  </a:cubicBezTo>
                  <a:cubicBezTo>
                    <a:pt x="135" y="327"/>
                    <a:pt x="183" y="387"/>
                    <a:pt x="258" y="387"/>
                  </a:cubicBezTo>
                  <a:cubicBezTo>
                    <a:pt x="305" y="387"/>
                    <a:pt x="336" y="367"/>
                    <a:pt x="370" y="335"/>
                  </a:cubicBezTo>
                  <a:cubicBezTo>
                    <a:pt x="450" y="416"/>
                    <a:pt x="450" y="416"/>
                    <a:pt x="450" y="416"/>
                  </a:cubicBezTo>
                  <a:cubicBezTo>
                    <a:pt x="403" y="468"/>
                    <a:pt x="349" y="505"/>
                    <a:pt x="252" y="505"/>
                  </a:cubicBezTo>
                  <a:cubicBezTo>
                    <a:pt x="106" y="505"/>
                    <a:pt x="0" y="393"/>
                    <a:pt x="0" y="25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121874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93" name="Freeform 15">
              <a:extLst>
                <a:ext uri="{FF2B5EF4-FFF2-40B4-BE49-F238E27FC236}">
                  <a16:creationId xmlns:a16="http://schemas.microsoft.com/office/drawing/2014/main" id="{2624DD06-4563-34ED-B02F-203711C214D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553254" y="866312"/>
              <a:ext cx="193270" cy="286802"/>
            </a:xfrm>
            <a:custGeom>
              <a:avLst/>
              <a:gdLst>
                <a:gd name="T0" fmla="*/ 0 w 445"/>
                <a:gd name="T1" fmla="*/ 0 h 660"/>
                <a:gd name="T2" fmla="*/ 138 w 445"/>
                <a:gd name="T3" fmla="*/ 0 h 660"/>
                <a:gd name="T4" fmla="*/ 138 w 445"/>
                <a:gd name="T5" fmla="*/ 244 h 660"/>
                <a:gd name="T6" fmla="*/ 280 w 445"/>
                <a:gd name="T7" fmla="*/ 166 h 660"/>
                <a:gd name="T8" fmla="*/ 445 w 445"/>
                <a:gd name="T9" fmla="*/ 346 h 660"/>
                <a:gd name="T10" fmla="*/ 445 w 445"/>
                <a:gd name="T11" fmla="*/ 660 h 660"/>
                <a:gd name="T12" fmla="*/ 307 w 445"/>
                <a:gd name="T13" fmla="*/ 660 h 660"/>
                <a:gd name="T14" fmla="*/ 307 w 445"/>
                <a:gd name="T15" fmla="*/ 390 h 660"/>
                <a:gd name="T16" fmla="*/ 224 w 445"/>
                <a:gd name="T17" fmla="*/ 291 h 660"/>
                <a:gd name="T18" fmla="*/ 138 w 445"/>
                <a:gd name="T19" fmla="*/ 390 h 660"/>
                <a:gd name="T20" fmla="*/ 138 w 445"/>
                <a:gd name="T21" fmla="*/ 660 h 660"/>
                <a:gd name="T22" fmla="*/ 0 w 445"/>
                <a:gd name="T23" fmla="*/ 660 h 660"/>
                <a:gd name="T24" fmla="*/ 0 w 445"/>
                <a:gd name="T25" fmla="*/ 0 h 6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45" h="660">
                  <a:moveTo>
                    <a:pt x="0" y="0"/>
                  </a:moveTo>
                  <a:cubicBezTo>
                    <a:pt x="138" y="0"/>
                    <a:pt x="138" y="0"/>
                    <a:pt x="138" y="0"/>
                  </a:cubicBezTo>
                  <a:cubicBezTo>
                    <a:pt x="138" y="244"/>
                    <a:pt x="138" y="244"/>
                    <a:pt x="138" y="244"/>
                  </a:cubicBezTo>
                  <a:cubicBezTo>
                    <a:pt x="169" y="203"/>
                    <a:pt x="210" y="166"/>
                    <a:pt x="280" y="166"/>
                  </a:cubicBezTo>
                  <a:cubicBezTo>
                    <a:pt x="384" y="166"/>
                    <a:pt x="445" y="235"/>
                    <a:pt x="445" y="346"/>
                  </a:cubicBezTo>
                  <a:cubicBezTo>
                    <a:pt x="445" y="660"/>
                    <a:pt x="445" y="660"/>
                    <a:pt x="445" y="660"/>
                  </a:cubicBezTo>
                  <a:cubicBezTo>
                    <a:pt x="307" y="660"/>
                    <a:pt x="307" y="660"/>
                    <a:pt x="307" y="660"/>
                  </a:cubicBezTo>
                  <a:cubicBezTo>
                    <a:pt x="307" y="390"/>
                    <a:pt x="307" y="390"/>
                    <a:pt x="307" y="390"/>
                  </a:cubicBezTo>
                  <a:cubicBezTo>
                    <a:pt x="307" y="324"/>
                    <a:pt x="276" y="291"/>
                    <a:pt x="224" y="291"/>
                  </a:cubicBezTo>
                  <a:cubicBezTo>
                    <a:pt x="171" y="291"/>
                    <a:pt x="138" y="324"/>
                    <a:pt x="138" y="390"/>
                  </a:cubicBezTo>
                  <a:cubicBezTo>
                    <a:pt x="138" y="660"/>
                    <a:pt x="138" y="660"/>
                    <a:pt x="138" y="660"/>
                  </a:cubicBezTo>
                  <a:cubicBezTo>
                    <a:pt x="0" y="660"/>
                    <a:pt x="0" y="660"/>
                    <a:pt x="0" y="66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121874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94" name="Freeform 16">
              <a:extLst>
                <a:ext uri="{FF2B5EF4-FFF2-40B4-BE49-F238E27FC236}">
                  <a16:creationId xmlns:a16="http://schemas.microsoft.com/office/drawing/2014/main" id="{6539804E-49D9-F9AE-8083-4F05BD6A0CC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762039" y="938123"/>
              <a:ext cx="192827" cy="214991"/>
            </a:xfrm>
            <a:custGeom>
              <a:avLst/>
              <a:gdLst>
                <a:gd name="T0" fmla="*/ 0 w 444"/>
                <a:gd name="T1" fmla="*/ 9 h 494"/>
                <a:gd name="T2" fmla="*/ 137 w 444"/>
                <a:gd name="T3" fmla="*/ 9 h 494"/>
                <a:gd name="T4" fmla="*/ 137 w 444"/>
                <a:gd name="T5" fmla="*/ 78 h 494"/>
                <a:gd name="T6" fmla="*/ 279 w 444"/>
                <a:gd name="T7" fmla="*/ 0 h 494"/>
                <a:gd name="T8" fmla="*/ 444 w 444"/>
                <a:gd name="T9" fmla="*/ 180 h 494"/>
                <a:gd name="T10" fmla="*/ 444 w 444"/>
                <a:gd name="T11" fmla="*/ 494 h 494"/>
                <a:gd name="T12" fmla="*/ 306 w 444"/>
                <a:gd name="T13" fmla="*/ 494 h 494"/>
                <a:gd name="T14" fmla="*/ 306 w 444"/>
                <a:gd name="T15" fmla="*/ 224 h 494"/>
                <a:gd name="T16" fmla="*/ 223 w 444"/>
                <a:gd name="T17" fmla="*/ 125 h 494"/>
                <a:gd name="T18" fmla="*/ 137 w 444"/>
                <a:gd name="T19" fmla="*/ 224 h 494"/>
                <a:gd name="T20" fmla="*/ 137 w 444"/>
                <a:gd name="T21" fmla="*/ 494 h 494"/>
                <a:gd name="T22" fmla="*/ 0 w 444"/>
                <a:gd name="T23" fmla="*/ 494 h 494"/>
                <a:gd name="T24" fmla="*/ 0 w 444"/>
                <a:gd name="T25" fmla="*/ 9 h 4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44" h="494">
                  <a:moveTo>
                    <a:pt x="0" y="9"/>
                  </a:moveTo>
                  <a:cubicBezTo>
                    <a:pt x="137" y="9"/>
                    <a:pt x="137" y="9"/>
                    <a:pt x="137" y="9"/>
                  </a:cubicBezTo>
                  <a:cubicBezTo>
                    <a:pt x="137" y="78"/>
                    <a:pt x="137" y="78"/>
                    <a:pt x="137" y="78"/>
                  </a:cubicBezTo>
                  <a:cubicBezTo>
                    <a:pt x="169" y="37"/>
                    <a:pt x="210" y="0"/>
                    <a:pt x="279" y="0"/>
                  </a:cubicBezTo>
                  <a:cubicBezTo>
                    <a:pt x="383" y="0"/>
                    <a:pt x="444" y="69"/>
                    <a:pt x="444" y="180"/>
                  </a:cubicBezTo>
                  <a:cubicBezTo>
                    <a:pt x="444" y="494"/>
                    <a:pt x="444" y="494"/>
                    <a:pt x="444" y="494"/>
                  </a:cubicBezTo>
                  <a:cubicBezTo>
                    <a:pt x="306" y="494"/>
                    <a:pt x="306" y="494"/>
                    <a:pt x="306" y="494"/>
                  </a:cubicBezTo>
                  <a:cubicBezTo>
                    <a:pt x="306" y="224"/>
                    <a:pt x="306" y="224"/>
                    <a:pt x="306" y="224"/>
                  </a:cubicBezTo>
                  <a:cubicBezTo>
                    <a:pt x="306" y="158"/>
                    <a:pt x="276" y="125"/>
                    <a:pt x="223" y="125"/>
                  </a:cubicBezTo>
                  <a:cubicBezTo>
                    <a:pt x="171" y="125"/>
                    <a:pt x="137" y="158"/>
                    <a:pt x="137" y="224"/>
                  </a:cubicBezTo>
                  <a:cubicBezTo>
                    <a:pt x="137" y="494"/>
                    <a:pt x="137" y="494"/>
                    <a:pt x="137" y="494"/>
                  </a:cubicBezTo>
                  <a:cubicBezTo>
                    <a:pt x="0" y="494"/>
                    <a:pt x="0" y="494"/>
                    <a:pt x="0" y="494"/>
                  </a:cubicBezTo>
                  <a:lnTo>
                    <a:pt x="0" y="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121874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95" name="Freeform 17">
              <a:extLst>
                <a:ext uri="{FF2B5EF4-FFF2-40B4-BE49-F238E27FC236}">
                  <a16:creationId xmlns:a16="http://schemas.microsoft.com/office/drawing/2014/main" id="{90B50D40-99CE-1473-15B4-5299FEAC0C1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967277" y="938123"/>
              <a:ext cx="228289" cy="219867"/>
            </a:xfrm>
            <a:custGeom>
              <a:avLst/>
              <a:gdLst>
                <a:gd name="T0" fmla="*/ 0 w 525"/>
                <a:gd name="T1" fmla="*/ 254 h 505"/>
                <a:gd name="T2" fmla="*/ 0 w 525"/>
                <a:gd name="T3" fmla="*/ 253 h 505"/>
                <a:gd name="T4" fmla="*/ 263 w 525"/>
                <a:gd name="T5" fmla="*/ 0 h 505"/>
                <a:gd name="T6" fmla="*/ 525 w 525"/>
                <a:gd name="T7" fmla="*/ 251 h 505"/>
                <a:gd name="T8" fmla="*/ 525 w 525"/>
                <a:gd name="T9" fmla="*/ 253 h 505"/>
                <a:gd name="T10" fmla="*/ 262 w 525"/>
                <a:gd name="T11" fmla="*/ 505 h 505"/>
                <a:gd name="T12" fmla="*/ 0 w 525"/>
                <a:gd name="T13" fmla="*/ 254 h 505"/>
                <a:gd name="T14" fmla="*/ 389 w 525"/>
                <a:gd name="T15" fmla="*/ 254 h 505"/>
                <a:gd name="T16" fmla="*/ 389 w 525"/>
                <a:gd name="T17" fmla="*/ 253 h 505"/>
                <a:gd name="T18" fmla="*/ 262 w 525"/>
                <a:gd name="T19" fmla="*/ 119 h 505"/>
                <a:gd name="T20" fmla="*/ 136 w 525"/>
                <a:gd name="T21" fmla="*/ 251 h 505"/>
                <a:gd name="T22" fmla="*/ 136 w 525"/>
                <a:gd name="T23" fmla="*/ 253 h 505"/>
                <a:gd name="T24" fmla="*/ 263 w 525"/>
                <a:gd name="T25" fmla="*/ 387 h 505"/>
                <a:gd name="T26" fmla="*/ 389 w 525"/>
                <a:gd name="T27" fmla="*/ 254 h 5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525" h="505">
                  <a:moveTo>
                    <a:pt x="0" y="254"/>
                  </a:moveTo>
                  <a:cubicBezTo>
                    <a:pt x="0" y="253"/>
                    <a:pt x="0" y="253"/>
                    <a:pt x="0" y="253"/>
                  </a:cubicBezTo>
                  <a:cubicBezTo>
                    <a:pt x="0" y="113"/>
                    <a:pt x="112" y="0"/>
                    <a:pt x="263" y="0"/>
                  </a:cubicBezTo>
                  <a:cubicBezTo>
                    <a:pt x="414" y="0"/>
                    <a:pt x="525" y="111"/>
                    <a:pt x="525" y="251"/>
                  </a:cubicBezTo>
                  <a:cubicBezTo>
                    <a:pt x="525" y="253"/>
                    <a:pt x="525" y="253"/>
                    <a:pt x="525" y="253"/>
                  </a:cubicBezTo>
                  <a:cubicBezTo>
                    <a:pt x="525" y="392"/>
                    <a:pt x="413" y="505"/>
                    <a:pt x="262" y="505"/>
                  </a:cubicBezTo>
                  <a:cubicBezTo>
                    <a:pt x="111" y="505"/>
                    <a:pt x="0" y="394"/>
                    <a:pt x="0" y="254"/>
                  </a:cubicBezTo>
                  <a:close/>
                  <a:moveTo>
                    <a:pt x="389" y="254"/>
                  </a:moveTo>
                  <a:cubicBezTo>
                    <a:pt x="389" y="253"/>
                    <a:pt x="389" y="253"/>
                    <a:pt x="389" y="253"/>
                  </a:cubicBezTo>
                  <a:cubicBezTo>
                    <a:pt x="389" y="181"/>
                    <a:pt x="338" y="119"/>
                    <a:pt x="262" y="119"/>
                  </a:cubicBezTo>
                  <a:cubicBezTo>
                    <a:pt x="183" y="119"/>
                    <a:pt x="136" y="179"/>
                    <a:pt x="136" y="251"/>
                  </a:cubicBezTo>
                  <a:cubicBezTo>
                    <a:pt x="136" y="253"/>
                    <a:pt x="136" y="253"/>
                    <a:pt x="136" y="253"/>
                  </a:cubicBezTo>
                  <a:cubicBezTo>
                    <a:pt x="136" y="324"/>
                    <a:pt x="187" y="387"/>
                    <a:pt x="263" y="387"/>
                  </a:cubicBezTo>
                  <a:cubicBezTo>
                    <a:pt x="342" y="387"/>
                    <a:pt x="389" y="326"/>
                    <a:pt x="389" y="25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121874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96" name="Rectangle 18">
              <a:extLst>
                <a:ext uri="{FF2B5EF4-FFF2-40B4-BE49-F238E27FC236}">
                  <a16:creationId xmlns:a16="http://schemas.microsoft.com/office/drawing/2014/main" id="{BF8AE83E-83AC-9994-A3D5-5CB40E41A450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6207091" y="866312"/>
              <a:ext cx="59843" cy="28680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121874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97" name="Freeform 19">
              <a:extLst>
                <a:ext uri="{FF2B5EF4-FFF2-40B4-BE49-F238E27FC236}">
                  <a16:creationId xmlns:a16="http://schemas.microsoft.com/office/drawing/2014/main" id="{F2967061-6675-42C3-4CA5-569ADCB8EDA9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278460" y="938123"/>
              <a:ext cx="228732" cy="219867"/>
            </a:xfrm>
            <a:custGeom>
              <a:avLst/>
              <a:gdLst>
                <a:gd name="T0" fmla="*/ 0 w 526"/>
                <a:gd name="T1" fmla="*/ 254 h 505"/>
                <a:gd name="T2" fmla="*/ 0 w 526"/>
                <a:gd name="T3" fmla="*/ 253 h 505"/>
                <a:gd name="T4" fmla="*/ 264 w 526"/>
                <a:gd name="T5" fmla="*/ 0 h 505"/>
                <a:gd name="T6" fmla="*/ 526 w 526"/>
                <a:gd name="T7" fmla="*/ 251 h 505"/>
                <a:gd name="T8" fmla="*/ 526 w 526"/>
                <a:gd name="T9" fmla="*/ 253 h 505"/>
                <a:gd name="T10" fmla="*/ 262 w 526"/>
                <a:gd name="T11" fmla="*/ 505 h 505"/>
                <a:gd name="T12" fmla="*/ 0 w 526"/>
                <a:gd name="T13" fmla="*/ 254 h 505"/>
                <a:gd name="T14" fmla="*/ 390 w 526"/>
                <a:gd name="T15" fmla="*/ 254 h 505"/>
                <a:gd name="T16" fmla="*/ 390 w 526"/>
                <a:gd name="T17" fmla="*/ 253 h 505"/>
                <a:gd name="T18" fmla="*/ 262 w 526"/>
                <a:gd name="T19" fmla="*/ 119 h 505"/>
                <a:gd name="T20" fmla="*/ 136 w 526"/>
                <a:gd name="T21" fmla="*/ 251 h 505"/>
                <a:gd name="T22" fmla="*/ 136 w 526"/>
                <a:gd name="T23" fmla="*/ 253 h 505"/>
                <a:gd name="T24" fmla="*/ 264 w 526"/>
                <a:gd name="T25" fmla="*/ 387 h 505"/>
                <a:gd name="T26" fmla="*/ 390 w 526"/>
                <a:gd name="T27" fmla="*/ 254 h 5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526" h="505">
                  <a:moveTo>
                    <a:pt x="0" y="254"/>
                  </a:moveTo>
                  <a:cubicBezTo>
                    <a:pt x="0" y="253"/>
                    <a:pt x="0" y="253"/>
                    <a:pt x="0" y="253"/>
                  </a:cubicBezTo>
                  <a:cubicBezTo>
                    <a:pt x="0" y="113"/>
                    <a:pt x="113" y="0"/>
                    <a:pt x="264" y="0"/>
                  </a:cubicBezTo>
                  <a:cubicBezTo>
                    <a:pt x="414" y="0"/>
                    <a:pt x="526" y="111"/>
                    <a:pt x="526" y="251"/>
                  </a:cubicBezTo>
                  <a:cubicBezTo>
                    <a:pt x="526" y="253"/>
                    <a:pt x="526" y="253"/>
                    <a:pt x="526" y="253"/>
                  </a:cubicBezTo>
                  <a:cubicBezTo>
                    <a:pt x="526" y="392"/>
                    <a:pt x="413" y="505"/>
                    <a:pt x="262" y="505"/>
                  </a:cubicBezTo>
                  <a:cubicBezTo>
                    <a:pt x="112" y="505"/>
                    <a:pt x="0" y="394"/>
                    <a:pt x="0" y="254"/>
                  </a:cubicBezTo>
                  <a:close/>
                  <a:moveTo>
                    <a:pt x="390" y="254"/>
                  </a:moveTo>
                  <a:cubicBezTo>
                    <a:pt x="390" y="253"/>
                    <a:pt x="390" y="253"/>
                    <a:pt x="390" y="253"/>
                  </a:cubicBezTo>
                  <a:cubicBezTo>
                    <a:pt x="390" y="181"/>
                    <a:pt x="338" y="119"/>
                    <a:pt x="262" y="119"/>
                  </a:cubicBezTo>
                  <a:cubicBezTo>
                    <a:pt x="183" y="119"/>
                    <a:pt x="136" y="179"/>
                    <a:pt x="136" y="251"/>
                  </a:cubicBezTo>
                  <a:cubicBezTo>
                    <a:pt x="136" y="253"/>
                    <a:pt x="136" y="253"/>
                    <a:pt x="136" y="253"/>
                  </a:cubicBezTo>
                  <a:cubicBezTo>
                    <a:pt x="136" y="324"/>
                    <a:pt x="188" y="387"/>
                    <a:pt x="264" y="387"/>
                  </a:cubicBezTo>
                  <a:cubicBezTo>
                    <a:pt x="343" y="387"/>
                    <a:pt x="390" y="326"/>
                    <a:pt x="390" y="25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121874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98" name="Freeform 20">
              <a:extLst>
                <a:ext uri="{FF2B5EF4-FFF2-40B4-BE49-F238E27FC236}">
                  <a16:creationId xmlns:a16="http://schemas.microsoft.com/office/drawing/2014/main" id="{01FB6753-B1D5-6F70-B47F-094F054C4403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516057" y="938123"/>
              <a:ext cx="221197" cy="278823"/>
            </a:xfrm>
            <a:custGeom>
              <a:avLst/>
              <a:gdLst>
                <a:gd name="T0" fmla="*/ 24 w 509"/>
                <a:gd name="T1" fmla="*/ 590 h 641"/>
                <a:gd name="T2" fmla="*/ 71 w 509"/>
                <a:gd name="T3" fmla="*/ 487 h 641"/>
                <a:gd name="T4" fmla="*/ 235 w 509"/>
                <a:gd name="T5" fmla="*/ 531 h 641"/>
                <a:gd name="T6" fmla="*/ 373 w 509"/>
                <a:gd name="T7" fmla="*/ 399 h 641"/>
                <a:gd name="T8" fmla="*/ 373 w 509"/>
                <a:gd name="T9" fmla="*/ 376 h 641"/>
                <a:gd name="T10" fmla="*/ 215 w 509"/>
                <a:gd name="T11" fmla="*/ 454 h 641"/>
                <a:gd name="T12" fmla="*/ 0 w 509"/>
                <a:gd name="T13" fmla="*/ 228 h 641"/>
                <a:gd name="T14" fmla="*/ 0 w 509"/>
                <a:gd name="T15" fmla="*/ 226 h 641"/>
                <a:gd name="T16" fmla="*/ 215 w 509"/>
                <a:gd name="T17" fmla="*/ 0 h 641"/>
                <a:gd name="T18" fmla="*/ 372 w 509"/>
                <a:gd name="T19" fmla="*/ 72 h 641"/>
                <a:gd name="T20" fmla="*/ 372 w 509"/>
                <a:gd name="T21" fmla="*/ 9 h 641"/>
                <a:gd name="T22" fmla="*/ 509 w 509"/>
                <a:gd name="T23" fmla="*/ 9 h 641"/>
                <a:gd name="T24" fmla="*/ 509 w 509"/>
                <a:gd name="T25" fmla="*/ 385 h 641"/>
                <a:gd name="T26" fmla="*/ 448 w 509"/>
                <a:gd name="T27" fmla="*/ 576 h 641"/>
                <a:gd name="T28" fmla="*/ 239 w 509"/>
                <a:gd name="T29" fmla="*/ 641 h 641"/>
                <a:gd name="T30" fmla="*/ 24 w 509"/>
                <a:gd name="T31" fmla="*/ 590 h 641"/>
                <a:gd name="T32" fmla="*/ 373 w 509"/>
                <a:gd name="T33" fmla="*/ 228 h 641"/>
                <a:gd name="T34" fmla="*/ 373 w 509"/>
                <a:gd name="T35" fmla="*/ 226 h 641"/>
                <a:gd name="T36" fmla="*/ 255 w 509"/>
                <a:gd name="T37" fmla="*/ 114 h 641"/>
                <a:gd name="T38" fmla="*/ 137 w 509"/>
                <a:gd name="T39" fmla="*/ 226 h 641"/>
                <a:gd name="T40" fmla="*/ 137 w 509"/>
                <a:gd name="T41" fmla="*/ 228 h 641"/>
                <a:gd name="T42" fmla="*/ 255 w 509"/>
                <a:gd name="T43" fmla="*/ 340 h 641"/>
                <a:gd name="T44" fmla="*/ 373 w 509"/>
                <a:gd name="T45" fmla="*/ 228 h 6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509" h="641">
                  <a:moveTo>
                    <a:pt x="24" y="590"/>
                  </a:moveTo>
                  <a:cubicBezTo>
                    <a:pt x="71" y="487"/>
                    <a:pt x="71" y="487"/>
                    <a:pt x="71" y="487"/>
                  </a:cubicBezTo>
                  <a:cubicBezTo>
                    <a:pt x="121" y="515"/>
                    <a:pt x="171" y="531"/>
                    <a:pt x="235" y="531"/>
                  </a:cubicBezTo>
                  <a:cubicBezTo>
                    <a:pt x="329" y="531"/>
                    <a:pt x="373" y="486"/>
                    <a:pt x="373" y="399"/>
                  </a:cubicBezTo>
                  <a:cubicBezTo>
                    <a:pt x="373" y="376"/>
                    <a:pt x="373" y="376"/>
                    <a:pt x="373" y="376"/>
                  </a:cubicBezTo>
                  <a:cubicBezTo>
                    <a:pt x="333" y="425"/>
                    <a:pt x="288" y="454"/>
                    <a:pt x="215" y="454"/>
                  </a:cubicBezTo>
                  <a:cubicBezTo>
                    <a:pt x="102" y="454"/>
                    <a:pt x="0" y="372"/>
                    <a:pt x="0" y="228"/>
                  </a:cubicBezTo>
                  <a:cubicBezTo>
                    <a:pt x="0" y="226"/>
                    <a:pt x="0" y="226"/>
                    <a:pt x="0" y="226"/>
                  </a:cubicBezTo>
                  <a:cubicBezTo>
                    <a:pt x="0" y="82"/>
                    <a:pt x="104" y="0"/>
                    <a:pt x="215" y="0"/>
                  </a:cubicBezTo>
                  <a:cubicBezTo>
                    <a:pt x="290" y="0"/>
                    <a:pt x="334" y="32"/>
                    <a:pt x="372" y="72"/>
                  </a:cubicBezTo>
                  <a:cubicBezTo>
                    <a:pt x="372" y="9"/>
                    <a:pt x="372" y="9"/>
                    <a:pt x="372" y="9"/>
                  </a:cubicBezTo>
                  <a:cubicBezTo>
                    <a:pt x="509" y="9"/>
                    <a:pt x="509" y="9"/>
                    <a:pt x="509" y="9"/>
                  </a:cubicBezTo>
                  <a:cubicBezTo>
                    <a:pt x="509" y="385"/>
                    <a:pt x="509" y="385"/>
                    <a:pt x="509" y="385"/>
                  </a:cubicBezTo>
                  <a:cubicBezTo>
                    <a:pt x="509" y="472"/>
                    <a:pt x="488" y="535"/>
                    <a:pt x="448" y="576"/>
                  </a:cubicBezTo>
                  <a:cubicBezTo>
                    <a:pt x="402" y="621"/>
                    <a:pt x="333" y="641"/>
                    <a:pt x="239" y="641"/>
                  </a:cubicBezTo>
                  <a:cubicBezTo>
                    <a:pt x="160" y="641"/>
                    <a:pt x="86" y="623"/>
                    <a:pt x="24" y="590"/>
                  </a:cubicBezTo>
                  <a:close/>
                  <a:moveTo>
                    <a:pt x="373" y="228"/>
                  </a:moveTo>
                  <a:cubicBezTo>
                    <a:pt x="373" y="226"/>
                    <a:pt x="373" y="226"/>
                    <a:pt x="373" y="226"/>
                  </a:cubicBezTo>
                  <a:cubicBezTo>
                    <a:pt x="373" y="160"/>
                    <a:pt x="322" y="114"/>
                    <a:pt x="255" y="114"/>
                  </a:cubicBezTo>
                  <a:cubicBezTo>
                    <a:pt x="188" y="114"/>
                    <a:pt x="137" y="160"/>
                    <a:pt x="137" y="226"/>
                  </a:cubicBezTo>
                  <a:cubicBezTo>
                    <a:pt x="137" y="228"/>
                    <a:pt x="137" y="228"/>
                    <a:pt x="137" y="228"/>
                  </a:cubicBezTo>
                  <a:cubicBezTo>
                    <a:pt x="137" y="295"/>
                    <a:pt x="188" y="340"/>
                    <a:pt x="255" y="340"/>
                  </a:cubicBezTo>
                  <a:cubicBezTo>
                    <a:pt x="322" y="340"/>
                    <a:pt x="373" y="294"/>
                    <a:pt x="373" y="22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121874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99" name="Freeform 21">
              <a:extLst>
                <a:ext uri="{FF2B5EF4-FFF2-40B4-BE49-F238E27FC236}">
                  <a16:creationId xmlns:a16="http://schemas.microsoft.com/office/drawing/2014/main" id="{6F959949-86D4-DB5C-2349-B151051875F9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747450" y="942113"/>
              <a:ext cx="219424" cy="275277"/>
            </a:xfrm>
            <a:custGeom>
              <a:avLst/>
              <a:gdLst>
                <a:gd name="T0" fmla="*/ 362 w 505"/>
                <a:gd name="T1" fmla="*/ 0 h 633"/>
                <a:gd name="T2" fmla="*/ 505 w 505"/>
                <a:gd name="T3" fmla="*/ 0 h 633"/>
                <a:gd name="T4" fmla="*/ 319 w 505"/>
                <a:gd name="T5" fmla="*/ 497 h 633"/>
                <a:gd name="T6" fmla="*/ 159 w 505"/>
                <a:gd name="T7" fmla="*/ 633 h 633"/>
                <a:gd name="T8" fmla="*/ 37 w 505"/>
                <a:gd name="T9" fmla="*/ 599 h 633"/>
                <a:gd name="T10" fmla="*/ 83 w 505"/>
                <a:gd name="T11" fmla="*/ 500 h 633"/>
                <a:gd name="T12" fmla="*/ 142 w 505"/>
                <a:gd name="T13" fmla="*/ 519 h 633"/>
                <a:gd name="T14" fmla="*/ 190 w 505"/>
                <a:gd name="T15" fmla="*/ 487 h 633"/>
                <a:gd name="T16" fmla="*/ 0 w 505"/>
                <a:gd name="T17" fmla="*/ 0 h 633"/>
                <a:gd name="T18" fmla="*/ 146 w 505"/>
                <a:gd name="T19" fmla="*/ 0 h 633"/>
                <a:gd name="T20" fmla="*/ 256 w 505"/>
                <a:gd name="T21" fmla="*/ 331 h 633"/>
                <a:gd name="T22" fmla="*/ 362 w 505"/>
                <a:gd name="T23" fmla="*/ 0 h 6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505" h="633">
                  <a:moveTo>
                    <a:pt x="362" y="0"/>
                  </a:moveTo>
                  <a:cubicBezTo>
                    <a:pt x="505" y="0"/>
                    <a:pt x="505" y="0"/>
                    <a:pt x="505" y="0"/>
                  </a:cubicBezTo>
                  <a:cubicBezTo>
                    <a:pt x="319" y="497"/>
                    <a:pt x="319" y="497"/>
                    <a:pt x="319" y="497"/>
                  </a:cubicBezTo>
                  <a:cubicBezTo>
                    <a:pt x="282" y="596"/>
                    <a:pt x="242" y="633"/>
                    <a:pt x="159" y="633"/>
                  </a:cubicBezTo>
                  <a:cubicBezTo>
                    <a:pt x="110" y="633"/>
                    <a:pt x="73" y="620"/>
                    <a:pt x="37" y="599"/>
                  </a:cubicBezTo>
                  <a:cubicBezTo>
                    <a:pt x="83" y="500"/>
                    <a:pt x="83" y="500"/>
                    <a:pt x="83" y="500"/>
                  </a:cubicBezTo>
                  <a:cubicBezTo>
                    <a:pt x="101" y="511"/>
                    <a:pt x="124" y="519"/>
                    <a:pt x="142" y="519"/>
                  </a:cubicBezTo>
                  <a:cubicBezTo>
                    <a:pt x="166" y="519"/>
                    <a:pt x="178" y="512"/>
                    <a:pt x="190" y="48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256" y="331"/>
                    <a:pt x="256" y="331"/>
                    <a:pt x="256" y="331"/>
                  </a:cubicBezTo>
                  <a:lnTo>
                    <a:pt x="362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121874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0" name="Freeform 22">
              <a:extLst>
                <a:ext uri="{FF2B5EF4-FFF2-40B4-BE49-F238E27FC236}">
                  <a16:creationId xmlns:a16="http://schemas.microsoft.com/office/drawing/2014/main" id="{80D4118D-EC2F-95B2-B283-DD48787D885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005842" y="1258171"/>
              <a:ext cx="132541" cy="290348"/>
            </a:xfrm>
            <a:custGeom>
              <a:avLst/>
              <a:gdLst>
                <a:gd name="T0" fmla="*/ 57 w 305"/>
                <a:gd name="T1" fmla="*/ 299 h 667"/>
                <a:gd name="T2" fmla="*/ 0 w 305"/>
                <a:gd name="T3" fmla="*/ 299 h 667"/>
                <a:gd name="T4" fmla="*/ 0 w 305"/>
                <a:gd name="T5" fmla="*/ 186 h 667"/>
                <a:gd name="T6" fmla="*/ 57 w 305"/>
                <a:gd name="T7" fmla="*/ 186 h 667"/>
                <a:gd name="T8" fmla="*/ 57 w 305"/>
                <a:gd name="T9" fmla="*/ 155 h 667"/>
                <a:gd name="T10" fmla="*/ 96 w 305"/>
                <a:gd name="T11" fmla="*/ 38 h 667"/>
                <a:gd name="T12" fmla="*/ 208 w 305"/>
                <a:gd name="T13" fmla="*/ 0 h 667"/>
                <a:gd name="T14" fmla="*/ 305 w 305"/>
                <a:gd name="T15" fmla="*/ 13 h 667"/>
                <a:gd name="T16" fmla="*/ 305 w 305"/>
                <a:gd name="T17" fmla="*/ 127 h 667"/>
                <a:gd name="T18" fmla="*/ 243 w 305"/>
                <a:gd name="T19" fmla="*/ 115 h 667"/>
                <a:gd name="T20" fmla="*/ 193 w 305"/>
                <a:gd name="T21" fmla="*/ 168 h 667"/>
                <a:gd name="T22" fmla="*/ 193 w 305"/>
                <a:gd name="T23" fmla="*/ 187 h 667"/>
                <a:gd name="T24" fmla="*/ 305 w 305"/>
                <a:gd name="T25" fmla="*/ 187 h 667"/>
                <a:gd name="T26" fmla="*/ 305 w 305"/>
                <a:gd name="T27" fmla="*/ 299 h 667"/>
                <a:gd name="T28" fmla="*/ 195 w 305"/>
                <a:gd name="T29" fmla="*/ 299 h 667"/>
                <a:gd name="T30" fmla="*/ 195 w 305"/>
                <a:gd name="T31" fmla="*/ 667 h 667"/>
                <a:gd name="T32" fmla="*/ 57 w 305"/>
                <a:gd name="T33" fmla="*/ 667 h 667"/>
                <a:gd name="T34" fmla="*/ 57 w 305"/>
                <a:gd name="T35" fmla="*/ 299 h 6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305" h="667">
                  <a:moveTo>
                    <a:pt x="57" y="299"/>
                  </a:moveTo>
                  <a:cubicBezTo>
                    <a:pt x="0" y="299"/>
                    <a:pt x="0" y="299"/>
                    <a:pt x="0" y="299"/>
                  </a:cubicBezTo>
                  <a:cubicBezTo>
                    <a:pt x="0" y="186"/>
                    <a:pt x="0" y="186"/>
                    <a:pt x="0" y="186"/>
                  </a:cubicBezTo>
                  <a:cubicBezTo>
                    <a:pt x="57" y="186"/>
                    <a:pt x="57" y="186"/>
                    <a:pt x="57" y="186"/>
                  </a:cubicBezTo>
                  <a:cubicBezTo>
                    <a:pt x="57" y="155"/>
                    <a:pt x="57" y="155"/>
                    <a:pt x="57" y="155"/>
                  </a:cubicBezTo>
                  <a:cubicBezTo>
                    <a:pt x="57" y="102"/>
                    <a:pt x="71" y="63"/>
                    <a:pt x="96" y="38"/>
                  </a:cubicBezTo>
                  <a:cubicBezTo>
                    <a:pt x="122" y="12"/>
                    <a:pt x="159" y="0"/>
                    <a:pt x="208" y="0"/>
                  </a:cubicBezTo>
                  <a:cubicBezTo>
                    <a:pt x="251" y="0"/>
                    <a:pt x="280" y="5"/>
                    <a:pt x="305" y="13"/>
                  </a:cubicBezTo>
                  <a:cubicBezTo>
                    <a:pt x="305" y="127"/>
                    <a:pt x="305" y="127"/>
                    <a:pt x="305" y="127"/>
                  </a:cubicBezTo>
                  <a:cubicBezTo>
                    <a:pt x="286" y="120"/>
                    <a:pt x="267" y="115"/>
                    <a:pt x="243" y="115"/>
                  </a:cubicBezTo>
                  <a:cubicBezTo>
                    <a:pt x="211" y="115"/>
                    <a:pt x="193" y="132"/>
                    <a:pt x="193" y="168"/>
                  </a:cubicBezTo>
                  <a:cubicBezTo>
                    <a:pt x="193" y="187"/>
                    <a:pt x="193" y="187"/>
                    <a:pt x="193" y="187"/>
                  </a:cubicBezTo>
                  <a:cubicBezTo>
                    <a:pt x="305" y="187"/>
                    <a:pt x="305" y="187"/>
                    <a:pt x="305" y="187"/>
                  </a:cubicBezTo>
                  <a:cubicBezTo>
                    <a:pt x="305" y="299"/>
                    <a:pt x="305" y="299"/>
                    <a:pt x="305" y="299"/>
                  </a:cubicBezTo>
                  <a:cubicBezTo>
                    <a:pt x="195" y="299"/>
                    <a:pt x="195" y="299"/>
                    <a:pt x="195" y="299"/>
                  </a:cubicBezTo>
                  <a:cubicBezTo>
                    <a:pt x="195" y="667"/>
                    <a:pt x="195" y="667"/>
                    <a:pt x="195" y="667"/>
                  </a:cubicBezTo>
                  <a:cubicBezTo>
                    <a:pt x="57" y="667"/>
                    <a:pt x="57" y="667"/>
                    <a:pt x="57" y="667"/>
                  </a:cubicBezTo>
                  <a:lnTo>
                    <a:pt x="57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121874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1" name="Freeform 23">
              <a:extLst>
                <a:ext uri="{FF2B5EF4-FFF2-40B4-BE49-F238E27FC236}">
                  <a16:creationId xmlns:a16="http://schemas.microsoft.com/office/drawing/2014/main" id="{BAB0657A-C6D3-999C-2939-5E9A6912592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137497" y="1333086"/>
              <a:ext cx="228289" cy="219867"/>
            </a:xfrm>
            <a:custGeom>
              <a:avLst/>
              <a:gdLst>
                <a:gd name="T0" fmla="*/ 0 w 525"/>
                <a:gd name="T1" fmla="*/ 255 h 506"/>
                <a:gd name="T2" fmla="*/ 0 w 525"/>
                <a:gd name="T3" fmla="*/ 253 h 506"/>
                <a:gd name="T4" fmla="*/ 263 w 525"/>
                <a:gd name="T5" fmla="*/ 0 h 506"/>
                <a:gd name="T6" fmla="*/ 525 w 525"/>
                <a:gd name="T7" fmla="*/ 251 h 506"/>
                <a:gd name="T8" fmla="*/ 525 w 525"/>
                <a:gd name="T9" fmla="*/ 253 h 506"/>
                <a:gd name="T10" fmla="*/ 261 w 525"/>
                <a:gd name="T11" fmla="*/ 506 h 506"/>
                <a:gd name="T12" fmla="*/ 0 w 525"/>
                <a:gd name="T13" fmla="*/ 255 h 506"/>
                <a:gd name="T14" fmla="*/ 389 w 525"/>
                <a:gd name="T15" fmla="*/ 255 h 506"/>
                <a:gd name="T16" fmla="*/ 389 w 525"/>
                <a:gd name="T17" fmla="*/ 253 h 506"/>
                <a:gd name="T18" fmla="*/ 261 w 525"/>
                <a:gd name="T19" fmla="*/ 119 h 506"/>
                <a:gd name="T20" fmla="*/ 135 w 525"/>
                <a:gd name="T21" fmla="*/ 251 h 506"/>
                <a:gd name="T22" fmla="*/ 135 w 525"/>
                <a:gd name="T23" fmla="*/ 253 h 506"/>
                <a:gd name="T24" fmla="*/ 263 w 525"/>
                <a:gd name="T25" fmla="*/ 387 h 506"/>
                <a:gd name="T26" fmla="*/ 389 w 525"/>
                <a:gd name="T27" fmla="*/ 255 h 5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525" h="506">
                  <a:moveTo>
                    <a:pt x="0" y="255"/>
                  </a:moveTo>
                  <a:cubicBezTo>
                    <a:pt x="0" y="253"/>
                    <a:pt x="0" y="253"/>
                    <a:pt x="0" y="253"/>
                  </a:cubicBezTo>
                  <a:cubicBezTo>
                    <a:pt x="0" y="114"/>
                    <a:pt x="112" y="0"/>
                    <a:pt x="263" y="0"/>
                  </a:cubicBezTo>
                  <a:cubicBezTo>
                    <a:pt x="413" y="0"/>
                    <a:pt x="525" y="112"/>
                    <a:pt x="525" y="251"/>
                  </a:cubicBezTo>
                  <a:cubicBezTo>
                    <a:pt x="525" y="253"/>
                    <a:pt x="525" y="253"/>
                    <a:pt x="525" y="253"/>
                  </a:cubicBezTo>
                  <a:cubicBezTo>
                    <a:pt x="525" y="392"/>
                    <a:pt x="412" y="506"/>
                    <a:pt x="261" y="506"/>
                  </a:cubicBezTo>
                  <a:cubicBezTo>
                    <a:pt x="111" y="506"/>
                    <a:pt x="0" y="394"/>
                    <a:pt x="0" y="255"/>
                  </a:cubicBezTo>
                  <a:close/>
                  <a:moveTo>
                    <a:pt x="389" y="255"/>
                  </a:moveTo>
                  <a:cubicBezTo>
                    <a:pt x="389" y="253"/>
                    <a:pt x="389" y="253"/>
                    <a:pt x="389" y="253"/>
                  </a:cubicBezTo>
                  <a:cubicBezTo>
                    <a:pt x="389" y="182"/>
                    <a:pt x="337" y="119"/>
                    <a:pt x="261" y="119"/>
                  </a:cubicBezTo>
                  <a:cubicBezTo>
                    <a:pt x="183" y="119"/>
                    <a:pt x="135" y="180"/>
                    <a:pt x="135" y="251"/>
                  </a:cubicBezTo>
                  <a:cubicBezTo>
                    <a:pt x="135" y="253"/>
                    <a:pt x="135" y="253"/>
                    <a:pt x="135" y="253"/>
                  </a:cubicBezTo>
                  <a:cubicBezTo>
                    <a:pt x="135" y="325"/>
                    <a:pt x="187" y="387"/>
                    <a:pt x="263" y="387"/>
                  </a:cubicBezTo>
                  <a:cubicBezTo>
                    <a:pt x="342" y="387"/>
                    <a:pt x="389" y="326"/>
                    <a:pt x="389" y="25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121874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2" name="Freeform 24">
              <a:extLst>
                <a:ext uri="{FF2B5EF4-FFF2-40B4-BE49-F238E27FC236}">
                  <a16:creationId xmlns:a16="http://schemas.microsoft.com/office/drawing/2014/main" id="{BA5CB107-22E8-2533-3520-1D74DF98D3F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79084" y="1331756"/>
              <a:ext cx="127665" cy="216764"/>
            </a:xfrm>
            <a:custGeom>
              <a:avLst/>
              <a:gdLst>
                <a:gd name="T0" fmla="*/ 0 w 293"/>
                <a:gd name="T1" fmla="*/ 13 h 498"/>
                <a:gd name="T2" fmla="*/ 138 w 293"/>
                <a:gd name="T3" fmla="*/ 13 h 498"/>
                <a:gd name="T4" fmla="*/ 138 w 293"/>
                <a:gd name="T5" fmla="*/ 110 h 498"/>
                <a:gd name="T6" fmla="*/ 293 w 293"/>
                <a:gd name="T7" fmla="*/ 3 h 498"/>
                <a:gd name="T8" fmla="*/ 293 w 293"/>
                <a:gd name="T9" fmla="*/ 147 h 498"/>
                <a:gd name="T10" fmla="*/ 286 w 293"/>
                <a:gd name="T11" fmla="*/ 147 h 498"/>
                <a:gd name="T12" fmla="*/ 138 w 293"/>
                <a:gd name="T13" fmla="*/ 318 h 498"/>
                <a:gd name="T14" fmla="*/ 138 w 293"/>
                <a:gd name="T15" fmla="*/ 498 h 498"/>
                <a:gd name="T16" fmla="*/ 0 w 293"/>
                <a:gd name="T17" fmla="*/ 498 h 498"/>
                <a:gd name="T18" fmla="*/ 0 w 293"/>
                <a:gd name="T19" fmla="*/ 13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93" h="498">
                  <a:moveTo>
                    <a:pt x="0" y="13"/>
                  </a:moveTo>
                  <a:cubicBezTo>
                    <a:pt x="138" y="13"/>
                    <a:pt x="138" y="13"/>
                    <a:pt x="138" y="13"/>
                  </a:cubicBezTo>
                  <a:cubicBezTo>
                    <a:pt x="138" y="110"/>
                    <a:pt x="138" y="110"/>
                    <a:pt x="138" y="110"/>
                  </a:cubicBezTo>
                  <a:cubicBezTo>
                    <a:pt x="166" y="43"/>
                    <a:pt x="211" y="0"/>
                    <a:pt x="293" y="3"/>
                  </a:cubicBezTo>
                  <a:cubicBezTo>
                    <a:pt x="293" y="147"/>
                    <a:pt x="293" y="147"/>
                    <a:pt x="293" y="147"/>
                  </a:cubicBezTo>
                  <a:cubicBezTo>
                    <a:pt x="286" y="147"/>
                    <a:pt x="286" y="147"/>
                    <a:pt x="286" y="147"/>
                  </a:cubicBezTo>
                  <a:cubicBezTo>
                    <a:pt x="194" y="147"/>
                    <a:pt x="138" y="203"/>
                    <a:pt x="138" y="318"/>
                  </a:cubicBezTo>
                  <a:cubicBezTo>
                    <a:pt x="138" y="498"/>
                    <a:pt x="138" y="498"/>
                    <a:pt x="138" y="498"/>
                  </a:cubicBezTo>
                  <a:cubicBezTo>
                    <a:pt x="0" y="498"/>
                    <a:pt x="0" y="498"/>
                    <a:pt x="0" y="498"/>
                  </a:cubicBezTo>
                  <a:lnTo>
                    <a:pt x="0" y="1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121874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3" name="Freeform 25">
              <a:extLst>
                <a:ext uri="{FF2B5EF4-FFF2-40B4-BE49-F238E27FC236}">
                  <a16:creationId xmlns:a16="http://schemas.microsoft.com/office/drawing/2014/main" id="{8BBD5819-AF33-CE21-FFB0-86AA50C86BD5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582993" y="1334859"/>
              <a:ext cx="194157" cy="217207"/>
            </a:xfrm>
            <a:custGeom>
              <a:avLst/>
              <a:gdLst>
                <a:gd name="T0" fmla="*/ 0 w 446"/>
                <a:gd name="T1" fmla="*/ 351 h 500"/>
                <a:gd name="T2" fmla="*/ 0 w 446"/>
                <a:gd name="T3" fmla="*/ 349 h 500"/>
                <a:gd name="T4" fmla="*/ 195 w 446"/>
                <a:gd name="T5" fmla="*/ 195 h 500"/>
                <a:gd name="T6" fmla="*/ 314 w 446"/>
                <a:gd name="T7" fmla="*/ 215 h 500"/>
                <a:gd name="T8" fmla="*/ 314 w 446"/>
                <a:gd name="T9" fmla="*/ 206 h 500"/>
                <a:gd name="T10" fmla="*/ 210 w 446"/>
                <a:gd name="T11" fmla="*/ 118 h 500"/>
                <a:gd name="T12" fmla="*/ 76 w 446"/>
                <a:gd name="T13" fmla="*/ 144 h 500"/>
                <a:gd name="T14" fmla="*/ 42 w 446"/>
                <a:gd name="T15" fmla="*/ 39 h 500"/>
                <a:gd name="T16" fmla="*/ 230 w 446"/>
                <a:gd name="T17" fmla="*/ 0 h 500"/>
                <a:gd name="T18" fmla="*/ 394 w 446"/>
                <a:gd name="T19" fmla="*/ 54 h 500"/>
                <a:gd name="T20" fmla="*/ 446 w 446"/>
                <a:gd name="T21" fmla="*/ 209 h 500"/>
                <a:gd name="T22" fmla="*/ 446 w 446"/>
                <a:gd name="T23" fmla="*/ 491 h 500"/>
                <a:gd name="T24" fmla="*/ 313 w 446"/>
                <a:gd name="T25" fmla="*/ 491 h 500"/>
                <a:gd name="T26" fmla="*/ 313 w 446"/>
                <a:gd name="T27" fmla="*/ 438 h 500"/>
                <a:gd name="T28" fmla="*/ 167 w 446"/>
                <a:gd name="T29" fmla="*/ 500 h 500"/>
                <a:gd name="T30" fmla="*/ 0 w 446"/>
                <a:gd name="T31" fmla="*/ 351 h 500"/>
                <a:gd name="T32" fmla="*/ 316 w 446"/>
                <a:gd name="T33" fmla="*/ 320 h 500"/>
                <a:gd name="T34" fmla="*/ 316 w 446"/>
                <a:gd name="T35" fmla="*/ 295 h 500"/>
                <a:gd name="T36" fmla="*/ 228 w 446"/>
                <a:gd name="T37" fmla="*/ 277 h 500"/>
                <a:gd name="T38" fmla="*/ 133 w 446"/>
                <a:gd name="T39" fmla="*/ 344 h 500"/>
                <a:gd name="T40" fmla="*/ 133 w 446"/>
                <a:gd name="T41" fmla="*/ 346 h 500"/>
                <a:gd name="T42" fmla="*/ 208 w 446"/>
                <a:gd name="T43" fmla="*/ 405 h 500"/>
                <a:gd name="T44" fmla="*/ 316 w 446"/>
                <a:gd name="T45" fmla="*/ 320 h 5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446" h="500">
                  <a:moveTo>
                    <a:pt x="0" y="351"/>
                  </a:moveTo>
                  <a:cubicBezTo>
                    <a:pt x="0" y="349"/>
                    <a:pt x="0" y="349"/>
                    <a:pt x="0" y="349"/>
                  </a:cubicBezTo>
                  <a:cubicBezTo>
                    <a:pt x="0" y="244"/>
                    <a:pt x="81" y="195"/>
                    <a:pt x="195" y="195"/>
                  </a:cubicBezTo>
                  <a:cubicBezTo>
                    <a:pt x="244" y="195"/>
                    <a:pt x="280" y="203"/>
                    <a:pt x="314" y="215"/>
                  </a:cubicBezTo>
                  <a:cubicBezTo>
                    <a:pt x="314" y="206"/>
                    <a:pt x="314" y="206"/>
                    <a:pt x="314" y="206"/>
                  </a:cubicBezTo>
                  <a:cubicBezTo>
                    <a:pt x="314" y="149"/>
                    <a:pt x="279" y="118"/>
                    <a:pt x="210" y="118"/>
                  </a:cubicBezTo>
                  <a:cubicBezTo>
                    <a:pt x="157" y="118"/>
                    <a:pt x="120" y="128"/>
                    <a:pt x="76" y="144"/>
                  </a:cubicBezTo>
                  <a:cubicBezTo>
                    <a:pt x="42" y="39"/>
                    <a:pt x="42" y="39"/>
                    <a:pt x="42" y="39"/>
                  </a:cubicBezTo>
                  <a:cubicBezTo>
                    <a:pt x="95" y="15"/>
                    <a:pt x="148" y="0"/>
                    <a:pt x="230" y="0"/>
                  </a:cubicBezTo>
                  <a:cubicBezTo>
                    <a:pt x="305" y="0"/>
                    <a:pt x="359" y="20"/>
                    <a:pt x="394" y="54"/>
                  </a:cubicBezTo>
                  <a:cubicBezTo>
                    <a:pt x="430" y="91"/>
                    <a:pt x="446" y="144"/>
                    <a:pt x="446" y="209"/>
                  </a:cubicBezTo>
                  <a:cubicBezTo>
                    <a:pt x="446" y="491"/>
                    <a:pt x="446" y="491"/>
                    <a:pt x="446" y="491"/>
                  </a:cubicBezTo>
                  <a:cubicBezTo>
                    <a:pt x="313" y="491"/>
                    <a:pt x="313" y="491"/>
                    <a:pt x="313" y="491"/>
                  </a:cubicBezTo>
                  <a:cubicBezTo>
                    <a:pt x="313" y="438"/>
                    <a:pt x="313" y="438"/>
                    <a:pt x="313" y="438"/>
                  </a:cubicBezTo>
                  <a:cubicBezTo>
                    <a:pt x="280" y="475"/>
                    <a:pt x="234" y="500"/>
                    <a:pt x="167" y="500"/>
                  </a:cubicBezTo>
                  <a:cubicBezTo>
                    <a:pt x="75" y="500"/>
                    <a:pt x="0" y="447"/>
                    <a:pt x="0" y="351"/>
                  </a:cubicBezTo>
                  <a:close/>
                  <a:moveTo>
                    <a:pt x="316" y="320"/>
                  </a:moveTo>
                  <a:cubicBezTo>
                    <a:pt x="316" y="295"/>
                    <a:pt x="316" y="295"/>
                    <a:pt x="316" y="295"/>
                  </a:cubicBezTo>
                  <a:cubicBezTo>
                    <a:pt x="292" y="284"/>
                    <a:pt x="262" y="277"/>
                    <a:pt x="228" y="277"/>
                  </a:cubicBezTo>
                  <a:cubicBezTo>
                    <a:pt x="169" y="277"/>
                    <a:pt x="133" y="301"/>
                    <a:pt x="133" y="344"/>
                  </a:cubicBezTo>
                  <a:cubicBezTo>
                    <a:pt x="133" y="346"/>
                    <a:pt x="133" y="346"/>
                    <a:pt x="133" y="346"/>
                  </a:cubicBezTo>
                  <a:cubicBezTo>
                    <a:pt x="133" y="383"/>
                    <a:pt x="164" y="405"/>
                    <a:pt x="208" y="405"/>
                  </a:cubicBezTo>
                  <a:cubicBezTo>
                    <a:pt x="272" y="405"/>
                    <a:pt x="316" y="369"/>
                    <a:pt x="316" y="32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121874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4" name="Rectangle 26">
              <a:extLst>
                <a:ext uri="{FF2B5EF4-FFF2-40B4-BE49-F238E27FC236}">
                  <a16:creationId xmlns:a16="http://schemas.microsoft.com/office/drawing/2014/main" id="{F8CB981B-6D5D-5C6C-01F0-D4E50481962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6801973" y="1260831"/>
              <a:ext cx="59843" cy="287689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121874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5" name="Rectangle 27">
              <a:extLst>
                <a:ext uri="{FF2B5EF4-FFF2-40B4-BE49-F238E27FC236}">
                  <a16:creationId xmlns:a16="http://schemas.microsoft.com/office/drawing/2014/main" id="{4ACCDF81-2136-4911-AFA1-0B67ED5BCD94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6886639" y="1260831"/>
              <a:ext cx="59399" cy="287689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121874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90842020"/>
      </p:ext>
    </p:extLst>
  </p:cSld>
  <p:clrMapOvr>
    <a:masterClrMapping/>
  </p:clrMapOvr>
  <p:transition spd="med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- No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ooter Placeholder 14"/>
          <p:cNvSpPr>
            <a:spLocks noGrp="1"/>
          </p:cNvSpPr>
          <p:nvPr>
            <p:ph type="ftr" sz="quarter" idx="10"/>
          </p:nvPr>
        </p:nvSpPr>
        <p:spPr>
          <a:xfrm>
            <a:off x="548783" y="6473952"/>
            <a:ext cx="3201234" cy="153888"/>
          </a:xfrm>
          <a:prstGeom prst="rect">
            <a:avLst/>
          </a:prstGeom>
        </p:spPr>
        <p:txBody>
          <a:bodyPr/>
          <a:lstStyle/>
          <a:p>
            <a:r>
              <a:rPr lang="en-US" sz="1000">
                <a:solidFill>
                  <a:srgbClr val="939598"/>
                </a:solidFill>
                <a:cs typeface="Arial" pitchFamily="34" charset="0"/>
              </a:rPr>
              <a:t>2017 Lenovo Internal. All rights reserved.</a:t>
            </a:r>
          </a:p>
        </p:txBody>
      </p:sp>
      <p:sp>
        <p:nvSpPr>
          <p:cNvPr id="10" name="Title 28"/>
          <p:cNvSpPr>
            <a:spLocks noGrp="1"/>
          </p:cNvSpPr>
          <p:nvPr>
            <p:ph type="title" hasCustomPrompt="1"/>
          </p:nvPr>
        </p:nvSpPr>
        <p:spPr bwMode="gray">
          <a:xfrm>
            <a:off x="548783" y="274320"/>
            <a:ext cx="11076268" cy="521208"/>
          </a:xfrm>
          <a:prstGeom prst="rect">
            <a:avLst/>
          </a:prstGeom>
        </p:spPr>
        <p:txBody>
          <a:bodyPr wrap="square" lIns="0" tIns="0" rIns="0" bIns="0" anchor="ctr" anchorCtr="0"/>
          <a:lstStyle>
            <a:lvl1pPr marL="0" algn="l" defTabSz="1218742" rtl="0" eaLnBrk="1" latinLnBrk="0" hangingPunct="1">
              <a:lnSpc>
                <a:spcPct val="100000"/>
              </a:lnSpc>
              <a:spcBef>
                <a:spcPct val="0"/>
              </a:spcBef>
              <a:buNone/>
              <a:tabLst>
                <a:tab pos="1218742" algn="l"/>
              </a:tabLst>
              <a:defRPr lang="en-US" sz="3600" kern="1200" cap="none" spc="0" baseline="0" dirty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r>
              <a:rPr lang="en-US"/>
              <a:t>Click To Edit Master Title</a:t>
            </a:r>
          </a:p>
        </p:txBody>
      </p:sp>
      <p:sp>
        <p:nvSpPr>
          <p:cNvPr id="22" name="Content Placeholder 2"/>
          <p:cNvSpPr>
            <a:spLocks noGrp="1"/>
          </p:cNvSpPr>
          <p:nvPr>
            <p:ph sz="half" idx="1"/>
          </p:nvPr>
        </p:nvSpPr>
        <p:spPr bwMode="gray">
          <a:xfrm>
            <a:off x="548783" y="1179577"/>
            <a:ext cx="11076268" cy="5211699"/>
          </a:xfrm>
          <a:prstGeom prst="rect">
            <a:avLst/>
          </a:prstGeom>
        </p:spPr>
        <p:txBody>
          <a:bodyPr lIns="0" tIns="0" rIns="0" bIns="0"/>
          <a:lstStyle>
            <a:lvl1pPr marL="171415" indent="-171415">
              <a:lnSpc>
                <a:spcPct val="90000"/>
              </a:lnSpc>
              <a:spcBef>
                <a:spcPts val="499"/>
              </a:spcBef>
              <a:buClrTx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609370" indent="-228514">
              <a:lnSpc>
                <a:spcPct val="90000"/>
              </a:lnSpc>
              <a:spcBef>
                <a:spcPts val="499"/>
              </a:spcBef>
              <a:buClrTx/>
              <a:buFont typeface="Arial" pitchFamily="34" charset="0"/>
              <a:buChar char="–"/>
              <a:defRPr sz="20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835770" indent="-150228">
              <a:lnSpc>
                <a:spcPct val="90000"/>
              </a:lnSpc>
              <a:spcBef>
                <a:spcPts val="499"/>
              </a:spcBef>
              <a:buClrTx/>
              <a:buFont typeface="Arial" panose="020B0604020202020204" pitchFamily="34" charset="0"/>
              <a:buChar char="-"/>
              <a:defRPr sz="20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146802" indent="-156574">
              <a:lnSpc>
                <a:spcPct val="90000"/>
              </a:lnSpc>
              <a:spcBef>
                <a:spcPts val="499"/>
              </a:spcBef>
              <a:buClrTx/>
              <a:buFont typeface="Arial" panose="020B0604020202020204" pitchFamily="34" charset="0"/>
              <a:buChar char="-"/>
              <a:defRPr sz="20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1445140" indent="-150228">
              <a:lnSpc>
                <a:spcPct val="90000"/>
              </a:lnSpc>
              <a:spcBef>
                <a:spcPts val="499"/>
              </a:spcBef>
              <a:buClrTx/>
              <a:buFont typeface="Arial" panose="020B0604020202020204" pitchFamily="34" charset="0"/>
              <a:buChar char="-"/>
              <a:defRPr sz="20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Slide Number Placeholder 2">
            <a:extLst>
              <a:ext uri="{FF2B5EF4-FFF2-40B4-BE49-F238E27FC236}">
                <a16:creationId xmlns:a16="http://schemas.microsoft.com/office/drawing/2014/main" id="{0336FA78-0CE7-7D62-37F5-4FB8EEBC8E3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669530" y="6400800"/>
            <a:ext cx="438912" cy="155448"/>
          </a:xfrm>
        </p:spPr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461775"/>
      </p:ext>
    </p:extLst>
  </p:cSld>
  <p:clrMapOvr>
    <a:masterClrMapping/>
  </p:clrMapOvr>
  <p:transition spd="med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4349790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5195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 userDrawn="1"/>
        </p:nvSpPr>
        <p:spPr>
          <a:xfrm>
            <a:off x="1602706" y="6401580"/>
            <a:ext cx="411587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>
                <a:latin typeface="Arial" pitchFamily="34" charset="0"/>
                <a:cs typeface="Arial" pitchFamily="34" charset="0"/>
              </a:rPr>
              <a:t>202</a:t>
            </a:r>
            <a:r>
              <a:rPr lang="he-IL" sz="1000" dirty="0">
                <a:latin typeface="Arial" pitchFamily="34" charset="0"/>
                <a:cs typeface="Arial" pitchFamily="34" charset="0"/>
              </a:rPr>
              <a:t>6</a:t>
            </a:r>
            <a:r>
              <a:rPr lang="en-US" sz="1000" dirty="0">
                <a:latin typeface="Arial" pitchFamily="34" charset="0"/>
                <a:cs typeface="Arial" pitchFamily="34" charset="0"/>
              </a:rPr>
              <a:t> Lenovo Internal. All rights reserved.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2569" y="6400800"/>
            <a:ext cx="439026" cy="155448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1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E8E58A1D-41DA-DC58-93FB-1ED0F2D56A4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760611" y="6348283"/>
            <a:ext cx="777442" cy="259316"/>
            <a:chOff x="547688" y="952500"/>
            <a:chExt cx="12190413" cy="4067175"/>
          </a:xfrm>
        </p:grpSpPr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3BC243CA-E9F6-42B7-4EBD-174C6A6167E4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47688" y="952500"/>
              <a:ext cx="12190413" cy="40671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75" name="Freeform 7">
              <a:extLst>
                <a:ext uri="{FF2B5EF4-FFF2-40B4-BE49-F238E27FC236}">
                  <a16:creationId xmlns:a16="http://schemas.microsoft.com/office/drawing/2014/main" id="{AF0893DC-4B4F-34BC-2BE3-54AE043B958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922838" y="2319338"/>
              <a:ext cx="1571625" cy="1590675"/>
            </a:xfrm>
            <a:custGeom>
              <a:avLst/>
              <a:gdLst>
                <a:gd name="T0" fmla="*/ 492 w 825"/>
                <a:gd name="T1" fmla="*/ 0 h 834"/>
                <a:gd name="T2" fmla="*/ 225 w 825"/>
                <a:gd name="T3" fmla="*/ 132 h 834"/>
                <a:gd name="T4" fmla="*/ 225 w 825"/>
                <a:gd name="T5" fmla="*/ 132 h 834"/>
                <a:gd name="T6" fmla="*/ 225 w 825"/>
                <a:gd name="T7" fmla="*/ 132 h 834"/>
                <a:gd name="T8" fmla="*/ 225 w 825"/>
                <a:gd name="T9" fmla="*/ 14 h 834"/>
                <a:gd name="T10" fmla="*/ 0 w 825"/>
                <a:gd name="T11" fmla="*/ 14 h 834"/>
                <a:gd name="T12" fmla="*/ 0 w 825"/>
                <a:gd name="T13" fmla="*/ 834 h 834"/>
                <a:gd name="T14" fmla="*/ 225 w 825"/>
                <a:gd name="T15" fmla="*/ 834 h 834"/>
                <a:gd name="T16" fmla="*/ 225 w 825"/>
                <a:gd name="T17" fmla="*/ 367 h 834"/>
                <a:gd name="T18" fmla="*/ 411 w 825"/>
                <a:gd name="T19" fmla="*/ 194 h 834"/>
                <a:gd name="T20" fmla="*/ 600 w 825"/>
                <a:gd name="T21" fmla="*/ 367 h 834"/>
                <a:gd name="T22" fmla="*/ 600 w 825"/>
                <a:gd name="T23" fmla="*/ 834 h 834"/>
                <a:gd name="T24" fmla="*/ 825 w 825"/>
                <a:gd name="T25" fmla="*/ 834 h 834"/>
                <a:gd name="T26" fmla="*/ 825 w 825"/>
                <a:gd name="T27" fmla="*/ 326 h 834"/>
                <a:gd name="T28" fmla="*/ 492 w 825"/>
                <a:gd name="T29" fmla="*/ 0 h 8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25" h="834">
                  <a:moveTo>
                    <a:pt x="492" y="0"/>
                  </a:moveTo>
                  <a:cubicBezTo>
                    <a:pt x="398" y="0"/>
                    <a:pt x="291" y="44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4"/>
                    <a:pt x="225" y="14"/>
                    <a:pt x="225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834"/>
                    <a:pt x="0" y="834"/>
                    <a:pt x="0" y="834"/>
                  </a:cubicBezTo>
                  <a:cubicBezTo>
                    <a:pt x="225" y="834"/>
                    <a:pt x="225" y="834"/>
                    <a:pt x="225" y="834"/>
                  </a:cubicBezTo>
                  <a:cubicBezTo>
                    <a:pt x="225" y="367"/>
                    <a:pt x="225" y="367"/>
                    <a:pt x="225" y="367"/>
                  </a:cubicBezTo>
                  <a:cubicBezTo>
                    <a:pt x="225" y="283"/>
                    <a:pt x="290" y="194"/>
                    <a:pt x="411" y="194"/>
                  </a:cubicBezTo>
                  <a:cubicBezTo>
                    <a:pt x="504" y="194"/>
                    <a:pt x="600" y="259"/>
                    <a:pt x="600" y="367"/>
                  </a:cubicBezTo>
                  <a:cubicBezTo>
                    <a:pt x="600" y="834"/>
                    <a:pt x="600" y="834"/>
                    <a:pt x="600" y="834"/>
                  </a:cubicBezTo>
                  <a:cubicBezTo>
                    <a:pt x="825" y="834"/>
                    <a:pt x="825" y="834"/>
                    <a:pt x="825" y="834"/>
                  </a:cubicBezTo>
                  <a:cubicBezTo>
                    <a:pt x="825" y="326"/>
                    <a:pt x="825" y="326"/>
                    <a:pt x="825" y="326"/>
                  </a:cubicBezTo>
                  <a:cubicBezTo>
                    <a:pt x="825" y="137"/>
                    <a:pt x="690" y="0"/>
                    <a:pt x="492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76" name="Freeform 8">
              <a:extLst>
                <a:ext uri="{FF2B5EF4-FFF2-40B4-BE49-F238E27FC236}">
                  <a16:creationId xmlns:a16="http://schemas.microsoft.com/office/drawing/2014/main" id="{2E9ED647-0AE4-33D4-5156-46F4EDDDEC5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77225" y="2346325"/>
              <a:ext cx="1755775" cy="1563688"/>
            </a:xfrm>
            <a:custGeom>
              <a:avLst/>
              <a:gdLst>
                <a:gd name="T0" fmla="*/ 797 w 1106"/>
                <a:gd name="T1" fmla="*/ 0 h 985"/>
                <a:gd name="T2" fmla="*/ 553 w 1106"/>
                <a:gd name="T3" fmla="*/ 671 h 985"/>
                <a:gd name="T4" fmla="*/ 308 w 1106"/>
                <a:gd name="T5" fmla="*/ 0 h 985"/>
                <a:gd name="T6" fmla="*/ 0 w 1106"/>
                <a:gd name="T7" fmla="*/ 0 h 985"/>
                <a:gd name="T8" fmla="*/ 405 w 1106"/>
                <a:gd name="T9" fmla="*/ 985 h 985"/>
                <a:gd name="T10" fmla="*/ 701 w 1106"/>
                <a:gd name="T11" fmla="*/ 985 h 985"/>
                <a:gd name="T12" fmla="*/ 1106 w 1106"/>
                <a:gd name="T13" fmla="*/ 0 h 985"/>
                <a:gd name="T14" fmla="*/ 797 w 1106"/>
                <a:gd name="T15" fmla="*/ 0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06" h="985">
                  <a:moveTo>
                    <a:pt x="797" y="0"/>
                  </a:moveTo>
                  <a:lnTo>
                    <a:pt x="553" y="671"/>
                  </a:lnTo>
                  <a:lnTo>
                    <a:pt x="308" y="0"/>
                  </a:lnTo>
                  <a:lnTo>
                    <a:pt x="0" y="0"/>
                  </a:lnTo>
                  <a:lnTo>
                    <a:pt x="405" y="985"/>
                  </a:lnTo>
                  <a:lnTo>
                    <a:pt x="701" y="985"/>
                  </a:lnTo>
                  <a:lnTo>
                    <a:pt x="1106" y="0"/>
                  </a:lnTo>
                  <a:lnTo>
                    <a:pt x="79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77" name="Freeform 9">
              <a:extLst>
                <a:ext uri="{FF2B5EF4-FFF2-40B4-BE49-F238E27FC236}">
                  <a16:creationId xmlns:a16="http://schemas.microsoft.com/office/drawing/2014/main" id="{05BD8F00-F164-080D-BE9D-F8D1C4DFAED9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138488" y="2319338"/>
              <a:ext cx="1630363" cy="1617663"/>
            </a:xfrm>
            <a:custGeom>
              <a:avLst/>
              <a:gdLst>
                <a:gd name="T0" fmla="*/ 697 w 856"/>
                <a:gd name="T1" fmla="*/ 582 h 848"/>
                <a:gd name="T2" fmla="*/ 462 w 856"/>
                <a:gd name="T3" fmla="*/ 669 h 848"/>
                <a:gd name="T4" fmla="*/ 280 w 856"/>
                <a:gd name="T5" fmla="*/ 602 h 848"/>
                <a:gd name="T6" fmla="*/ 856 w 856"/>
                <a:gd name="T7" fmla="*/ 363 h 848"/>
                <a:gd name="T8" fmla="*/ 758 w 856"/>
                <a:gd name="T9" fmla="*/ 135 h 848"/>
                <a:gd name="T10" fmla="*/ 434 w 856"/>
                <a:gd name="T11" fmla="*/ 0 h 848"/>
                <a:gd name="T12" fmla="*/ 0 w 856"/>
                <a:gd name="T13" fmla="*/ 424 h 848"/>
                <a:gd name="T14" fmla="*/ 459 w 856"/>
                <a:gd name="T15" fmla="*/ 848 h 848"/>
                <a:gd name="T16" fmla="*/ 840 w 856"/>
                <a:gd name="T17" fmla="*/ 691 h 848"/>
                <a:gd name="T18" fmla="*/ 697 w 856"/>
                <a:gd name="T19" fmla="*/ 582 h 848"/>
                <a:gd name="T20" fmla="*/ 265 w 856"/>
                <a:gd name="T21" fmla="*/ 261 h 848"/>
                <a:gd name="T22" fmla="*/ 438 w 856"/>
                <a:gd name="T23" fmla="*/ 179 h 848"/>
                <a:gd name="T24" fmla="*/ 612 w 856"/>
                <a:gd name="T25" fmla="*/ 294 h 848"/>
                <a:gd name="T26" fmla="*/ 219 w 856"/>
                <a:gd name="T27" fmla="*/ 457 h 848"/>
                <a:gd name="T28" fmla="*/ 265 w 856"/>
                <a:gd name="T29" fmla="*/ 261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56" h="848">
                  <a:moveTo>
                    <a:pt x="697" y="582"/>
                  </a:moveTo>
                  <a:cubicBezTo>
                    <a:pt x="602" y="652"/>
                    <a:pt x="548" y="669"/>
                    <a:pt x="462" y="669"/>
                  </a:cubicBezTo>
                  <a:cubicBezTo>
                    <a:pt x="384" y="669"/>
                    <a:pt x="323" y="645"/>
                    <a:pt x="280" y="602"/>
                  </a:cubicBezTo>
                  <a:cubicBezTo>
                    <a:pt x="856" y="363"/>
                    <a:pt x="856" y="363"/>
                    <a:pt x="856" y="363"/>
                  </a:cubicBezTo>
                  <a:cubicBezTo>
                    <a:pt x="843" y="275"/>
                    <a:pt x="810" y="195"/>
                    <a:pt x="758" y="135"/>
                  </a:cubicBezTo>
                  <a:cubicBezTo>
                    <a:pt x="682" y="47"/>
                    <a:pt x="570" y="0"/>
                    <a:pt x="434" y="0"/>
                  </a:cubicBezTo>
                  <a:cubicBezTo>
                    <a:pt x="186" y="0"/>
                    <a:pt x="0" y="183"/>
                    <a:pt x="0" y="424"/>
                  </a:cubicBezTo>
                  <a:cubicBezTo>
                    <a:pt x="0" y="672"/>
                    <a:pt x="187" y="848"/>
                    <a:pt x="459" y="848"/>
                  </a:cubicBezTo>
                  <a:cubicBezTo>
                    <a:pt x="611" y="848"/>
                    <a:pt x="767" y="776"/>
                    <a:pt x="840" y="691"/>
                  </a:cubicBezTo>
                  <a:lnTo>
                    <a:pt x="697" y="582"/>
                  </a:lnTo>
                  <a:close/>
                  <a:moveTo>
                    <a:pt x="265" y="261"/>
                  </a:moveTo>
                  <a:cubicBezTo>
                    <a:pt x="303" y="210"/>
                    <a:pt x="364" y="179"/>
                    <a:pt x="438" y="179"/>
                  </a:cubicBezTo>
                  <a:cubicBezTo>
                    <a:pt x="519" y="179"/>
                    <a:pt x="581" y="226"/>
                    <a:pt x="612" y="294"/>
                  </a:cubicBezTo>
                  <a:cubicBezTo>
                    <a:pt x="219" y="457"/>
                    <a:pt x="219" y="457"/>
                    <a:pt x="219" y="457"/>
                  </a:cubicBezTo>
                  <a:cubicBezTo>
                    <a:pt x="208" y="374"/>
                    <a:pt x="230" y="308"/>
                    <a:pt x="265" y="26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78" name="Freeform 10">
              <a:extLst>
                <a:ext uri="{FF2B5EF4-FFF2-40B4-BE49-F238E27FC236}">
                  <a16:creationId xmlns:a16="http://schemas.microsoft.com/office/drawing/2014/main" id="{5270BA00-DD8B-D870-AA01-525F7B13253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5925" y="1879600"/>
              <a:ext cx="1409700" cy="2030413"/>
            </a:xfrm>
            <a:custGeom>
              <a:avLst/>
              <a:gdLst>
                <a:gd name="T0" fmla="*/ 888 w 888"/>
                <a:gd name="T1" fmla="*/ 1030 h 1279"/>
                <a:gd name="T2" fmla="*/ 274 w 888"/>
                <a:gd name="T3" fmla="*/ 1030 h 1279"/>
                <a:gd name="T4" fmla="*/ 274 w 888"/>
                <a:gd name="T5" fmla="*/ 0 h 1279"/>
                <a:gd name="T6" fmla="*/ 0 w 888"/>
                <a:gd name="T7" fmla="*/ 0 h 1279"/>
                <a:gd name="T8" fmla="*/ 0 w 888"/>
                <a:gd name="T9" fmla="*/ 1279 h 1279"/>
                <a:gd name="T10" fmla="*/ 888 w 888"/>
                <a:gd name="T11" fmla="*/ 1279 h 1279"/>
                <a:gd name="T12" fmla="*/ 888 w 888"/>
                <a:gd name="T13" fmla="*/ 1030 h 1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88" h="1279">
                  <a:moveTo>
                    <a:pt x="888" y="1030"/>
                  </a:moveTo>
                  <a:lnTo>
                    <a:pt x="274" y="1030"/>
                  </a:lnTo>
                  <a:lnTo>
                    <a:pt x="274" y="0"/>
                  </a:lnTo>
                  <a:lnTo>
                    <a:pt x="0" y="0"/>
                  </a:lnTo>
                  <a:lnTo>
                    <a:pt x="0" y="1279"/>
                  </a:lnTo>
                  <a:lnTo>
                    <a:pt x="888" y="1279"/>
                  </a:lnTo>
                  <a:lnTo>
                    <a:pt x="888" y="10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79" name="Freeform 10">
              <a:extLst>
                <a:ext uri="{FF2B5EF4-FFF2-40B4-BE49-F238E27FC236}">
                  <a16:creationId xmlns:a16="http://schemas.microsoft.com/office/drawing/2014/main" id="{8214A0A3-3CC6-58A0-8F76-87CEE5EF1B5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966325" y="2319338"/>
              <a:ext cx="1677988" cy="1617663"/>
            </a:xfrm>
            <a:custGeom>
              <a:avLst/>
              <a:gdLst>
                <a:gd name="T0" fmla="*/ 439 w 881"/>
                <a:gd name="T1" fmla="*/ 848 h 848"/>
                <a:gd name="T2" fmla="*/ 0 w 881"/>
                <a:gd name="T3" fmla="*/ 424 h 848"/>
                <a:gd name="T4" fmla="*/ 442 w 881"/>
                <a:gd name="T5" fmla="*/ 0 h 848"/>
                <a:gd name="T6" fmla="*/ 881 w 881"/>
                <a:gd name="T7" fmla="*/ 424 h 848"/>
                <a:gd name="T8" fmla="*/ 439 w 881"/>
                <a:gd name="T9" fmla="*/ 848 h 848"/>
                <a:gd name="T10" fmla="*/ 439 w 881"/>
                <a:gd name="T11" fmla="*/ 193 h 848"/>
                <a:gd name="T12" fmla="*/ 222 w 881"/>
                <a:gd name="T13" fmla="*/ 424 h 848"/>
                <a:gd name="T14" fmla="*/ 442 w 881"/>
                <a:gd name="T15" fmla="*/ 655 h 848"/>
                <a:gd name="T16" fmla="*/ 659 w 881"/>
                <a:gd name="T17" fmla="*/ 424 h 848"/>
                <a:gd name="T18" fmla="*/ 439 w 881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1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4" y="0"/>
                    <a:pt x="442" y="0"/>
                  </a:cubicBezTo>
                  <a:cubicBezTo>
                    <a:pt x="688" y="0"/>
                    <a:pt x="881" y="184"/>
                    <a:pt x="881" y="424"/>
                  </a:cubicBezTo>
                  <a:cubicBezTo>
                    <a:pt x="881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3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59" y="557"/>
                    <a:pt x="659" y="424"/>
                  </a:cubicBezTo>
                  <a:cubicBezTo>
                    <a:pt x="659" y="295"/>
                    <a:pt x="562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80" name="Freeform 11">
              <a:extLst>
                <a:ext uri="{FF2B5EF4-FFF2-40B4-BE49-F238E27FC236}">
                  <a16:creationId xmlns:a16="http://schemas.microsoft.com/office/drawing/2014/main" id="{D4ACFFF1-B65B-C5F8-C71D-FED0359A305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64325" y="2319338"/>
              <a:ext cx="1679575" cy="1617663"/>
            </a:xfrm>
            <a:custGeom>
              <a:avLst/>
              <a:gdLst>
                <a:gd name="T0" fmla="*/ 439 w 882"/>
                <a:gd name="T1" fmla="*/ 848 h 848"/>
                <a:gd name="T2" fmla="*/ 0 w 882"/>
                <a:gd name="T3" fmla="*/ 424 h 848"/>
                <a:gd name="T4" fmla="*/ 442 w 882"/>
                <a:gd name="T5" fmla="*/ 0 h 848"/>
                <a:gd name="T6" fmla="*/ 882 w 882"/>
                <a:gd name="T7" fmla="*/ 424 h 848"/>
                <a:gd name="T8" fmla="*/ 439 w 882"/>
                <a:gd name="T9" fmla="*/ 848 h 848"/>
                <a:gd name="T10" fmla="*/ 439 w 882"/>
                <a:gd name="T11" fmla="*/ 193 h 848"/>
                <a:gd name="T12" fmla="*/ 222 w 882"/>
                <a:gd name="T13" fmla="*/ 424 h 848"/>
                <a:gd name="T14" fmla="*/ 442 w 882"/>
                <a:gd name="T15" fmla="*/ 655 h 848"/>
                <a:gd name="T16" fmla="*/ 660 w 882"/>
                <a:gd name="T17" fmla="*/ 424 h 848"/>
                <a:gd name="T18" fmla="*/ 439 w 882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2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5" y="0"/>
                    <a:pt x="442" y="0"/>
                  </a:cubicBezTo>
                  <a:cubicBezTo>
                    <a:pt x="689" y="0"/>
                    <a:pt x="882" y="184"/>
                    <a:pt x="882" y="424"/>
                  </a:cubicBezTo>
                  <a:cubicBezTo>
                    <a:pt x="882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4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60" y="557"/>
                    <a:pt x="660" y="424"/>
                  </a:cubicBezTo>
                  <a:cubicBezTo>
                    <a:pt x="660" y="295"/>
                    <a:pt x="563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</p:grpSp>
    </p:spTree>
    <p:extLst>
      <p:ext uri="{BB962C8B-B14F-4D97-AF65-F5344CB8AC3E}">
        <p14:creationId xmlns:p14="http://schemas.microsoft.com/office/powerpoint/2010/main" val="14215748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2" r:id="rId1"/>
    <p:sldLayoutId id="2147483750" r:id="rId2"/>
    <p:sldLayoutId id="2147483751" r:id="rId3"/>
    <p:sldLayoutId id="2147483752" r:id="rId4"/>
    <p:sldLayoutId id="2147483753" r:id="rId5"/>
    <p:sldLayoutId id="2147483754" r:id="rId6"/>
    <p:sldLayoutId id="2147483755" r:id="rId7"/>
    <p:sldLayoutId id="2147483756" r:id="rId8"/>
    <p:sldLayoutId id="2147483757" r:id="rId9"/>
    <p:sldLayoutId id="2147483758" r:id="rId10"/>
    <p:sldLayoutId id="2147483759" r:id="rId11"/>
    <p:sldLayoutId id="2147483760" r:id="rId12"/>
    <p:sldLayoutId id="2147483761" r:id="rId13"/>
    <p:sldLayoutId id="2147483763" r:id="rId14"/>
    <p:sldLayoutId id="2147483764" r:id="rId15"/>
    <p:sldLayoutId id="2147483765" r:id="rId16"/>
    <p:sldLayoutId id="2147483766" r:id="rId17"/>
    <p:sldLayoutId id="2147483767" r:id="rId18"/>
    <p:sldLayoutId id="2147483768" r:id="rId19"/>
    <p:sldLayoutId id="2147483769" r:id="rId20"/>
    <p:sldLayoutId id="2147483770" r:id="rId21"/>
    <p:sldLayoutId id="2147483771" r:id="rId22"/>
    <p:sldLayoutId id="2147483772" r:id="rId23"/>
    <p:sldLayoutId id="2147483773" r:id="rId24"/>
    <p:sldLayoutId id="2147483774" r:id="rId25"/>
    <p:sldLayoutId id="2147483775" r:id="rId26"/>
    <p:sldLayoutId id="2147483776" r:id="rId27"/>
    <p:sldLayoutId id="2147483777" r:id="rId28"/>
    <p:sldLayoutId id="2147483778" r:id="rId29"/>
    <p:sldLayoutId id="2147483779" r:id="rId30"/>
    <p:sldLayoutId id="2147483780" r:id="rId31"/>
    <p:sldLayoutId id="2147483781" r:id="rId32"/>
    <p:sldLayoutId id="2147483782" r:id="rId33"/>
    <p:sldLayoutId id="2147483783" r:id="rId34"/>
    <p:sldLayoutId id="2147483784" r:id="rId35"/>
    <p:sldLayoutId id="2147483785" r:id="rId36"/>
    <p:sldLayoutId id="2147483786" r:id="rId37"/>
    <p:sldLayoutId id="2147483801" r:id="rId38"/>
    <p:sldLayoutId id="2147483844" r:id="rId39"/>
    <p:sldLayoutId id="2147483845" r:id="rId40"/>
    <p:sldLayoutId id="2147483846" r:id="rId41"/>
  </p:sldLayoutIdLst>
  <p:transition spd="med"/>
  <p:hf hdr="0" ftr="0" dt="0"/>
  <p:txStyles>
    <p:titleStyle>
      <a:lvl1pPr algn="ctr" defTabSz="1218987" rtl="0" eaLnBrk="1" latinLnBrk="0" hangingPunct="1">
        <a:spcBef>
          <a:spcPct val="0"/>
        </a:spcBef>
        <a:buNone/>
        <a:defRPr sz="4300" kern="1200" cap="all" baseline="0">
          <a:solidFill>
            <a:schemeClr val="tx1"/>
          </a:solidFill>
          <a:latin typeface="Arial" pitchFamily="34" charset="0"/>
          <a:ea typeface="+mj-ea"/>
          <a:cs typeface="Arial" pitchFamily="34" charset="0"/>
        </a:defRPr>
      </a:lvl1pPr>
    </p:titleStyle>
    <p:bodyStyle>
      <a:lvl1pPr marL="457120" indent="-457120" algn="l" defTabSz="1218987" rtl="0" eaLnBrk="1" latinLnBrk="0" hangingPunct="1">
        <a:spcBef>
          <a:spcPct val="20000"/>
        </a:spcBef>
        <a:buClrTx/>
        <a:buFont typeface="Arial" panose="020B0604020202020204" pitchFamily="34" charset="0"/>
        <a:buChar char="•"/>
        <a:defRPr sz="43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1pPr>
      <a:lvl2pPr marL="990427" indent="-380933" algn="l" defTabSz="1218987" rtl="0" eaLnBrk="1" latinLnBrk="0" hangingPunct="1">
        <a:spcBef>
          <a:spcPct val="20000"/>
        </a:spcBef>
        <a:buClrTx/>
        <a:buFont typeface="Arial" panose="020B0604020202020204" pitchFamily="34" charset="0"/>
        <a:buChar char="–"/>
        <a:defRPr sz="37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2pPr>
      <a:lvl3pPr marL="1523733" indent="-304747" algn="l" defTabSz="1218987" rtl="0" eaLnBrk="1" latinLnBrk="0" hangingPunct="1">
        <a:spcBef>
          <a:spcPct val="20000"/>
        </a:spcBef>
        <a:buClrTx/>
        <a:buFont typeface="Arial" panose="020B0604020202020204" pitchFamily="34" charset="0"/>
        <a:buChar char="-"/>
        <a:defRPr sz="32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3pPr>
      <a:lvl4pPr marL="2133227" indent="-304747" algn="l" defTabSz="1218987" rtl="0" eaLnBrk="1" latinLnBrk="0" hangingPunct="1">
        <a:spcBef>
          <a:spcPct val="20000"/>
        </a:spcBef>
        <a:buClrTx/>
        <a:buFont typeface="Arial" panose="020B0604020202020204" pitchFamily="34" charset="0"/>
        <a:buChar char="-"/>
        <a:defRPr sz="27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4pPr>
      <a:lvl5pPr marL="2742720" indent="-304747" algn="l" defTabSz="1218987" rtl="0" eaLnBrk="1" latinLnBrk="0" hangingPunct="1">
        <a:spcBef>
          <a:spcPct val="20000"/>
        </a:spcBef>
        <a:buClrTx/>
        <a:buFont typeface="Arial" panose="020B0604020202020204" pitchFamily="34" charset="0"/>
        <a:buChar char="-"/>
        <a:defRPr sz="27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335221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3961707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200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18069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1440">
          <p15:clr>
            <a:srgbClr val="F26B43"/>
          </p15:clr>
        </p15:guide>
        <p15:guide id="2" pos="6719">
          <p15:clr>
            <a:srgbClr val="F26B43"/>
          </p15:clr>
        </p15:guide>
        <p15:guide id="3" orient="horz" pos="2880">
          <p15:clr>
            <a:srgbClr val="F26B43"/>
          </p15:clr>
        </p15:guide>
        <p15:guide id="4" pos="3839">
          <p15:clr>
            <a:srgbClr val="F26B43"/>
          </p15:clr>
        </p15:guide>
        <p15:guide id="5" pos="5279">
          <p15:clr>
            <a:srgbClr val="F26B43"/>
          </p15:clr>
        </p15:guide>
        <p15:guide id="6" pos="2399">
          <p15:clr>
            <a:srgbClr val="F26B43"/>
          </p15:clr>
        </p15:guide>
        <p15:guide id="7" pos="959">
          <p15:clr>
            <a:srgbClr val="F26B43"/>
          </p15:clr>
        </p15:guide>
        <p15:guide id="8" pos="7199">
          <p15:clr>
            <a:srgbClr val="FDE53C"/>
          </p15:clr>
        </p15:guide>
        <p15:guide id="9" pos="6239">
          <p15:clr>
            <a:srgbClr val="FDE53C"/>
          </p15:clr>
        </p15:guide>
        <p15:guide id="10" pos="5759">
          <p15:clr>
            <a:srgbClr val="FDE53C"/>
          </p15:clr>
        </p15:guide>
        <p15:guide id="11" pos="4319">
          <p15:clr>
            <a:srgbClr val="FDE53C"/>
          </p15:clr>
        </p15:guide>
        <p15:guide id="12" pos="4799">
          <p15:clr>
            <a:srgbClr val="FDE53C"/>
          </p15:clr>
        </p15:guide>
        <p15:guide id="13" pos="3335">
          <p15:clr>
            <a:srgbClr val="FDE53C"/>
          </p15:clr>
        </p15:guide>
        <p15:guide id="14" pos="2879">
          <p15:clr>
            <a:srgbClr val="FDE53C"/>
          </p15:clr>
        </p15:guide>
        <p15:guide id="15" pos="1919">
          <p15:clr>
            <a:srgbClr val="FDE53C"/>
          </p15:clr>
        </p15:guide>
        <p15:guide id="16" pos="1439">
          <p15:clr>
            <a:srgbClr val="FDE53C"/>
          </p15:clr>
        </p15:guide>
        <p15:guide id="17" pos="479">
          <p15:clr>
            <a:srgbClr val="FDE53C"/>
          </p15:clr>
        </p15:guide>
        <p15:guide id="18" orient="horz" pos="960">
          <p15:clr>
            <a:srgbClr val="FDE53C"/>
          </p15:clr>
        </p15:guide>
        <p15:guide id="19" orient="horz" pos="480">
          <p15:clr>
            <a:srgbClr val="FDE53C"/>
          </p15:clr>
        </p15:guide>
        <p15:guide id="20" orient="horz" pos="1920">
          <p15:clr>
            <a:srgbClr val="FDE53C"/>
          </p15:clr>
        </p15:guide>
        <p15:guide id="21" orient="horz" pos="2400">
          <p15:clr>
            <a:srgbClr val="FDE53C"/>
          </p15:clr>
        </p15:guide>
        <p15:guide id="22" orient="horz" pos="3360">
          <p15:clr>
            <a:srgbClr val="FDE53C"/>
          </p15:clr>
        </p15:guide>
        <p15:guide id="23" orient="horz" pos="3840">
          <p15:clr>
            <a:srgbClr val="FDE53C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0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aclanthology.org/2025.emnlp-main.62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aclanthology.org/2025.emnlp-main.62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604.07551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0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0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D67B289-254C-4A4F-B9CC-0DDB7949F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9494" y="592278"/>
            <a:ext cx="10322603" cy="3273368"/>
          </a:xfrm>
        </p:spPr>
        <p:txBody>
          <a:bodyPr/>
          <a:lstStyle/>
          <a:p>
            <a:r>
              <a:rPr lang="en-US" sz="5400" dirty="0"/>
              <a:t>Weekly status meeting on </a:t>
            </a:r>
            <a:br>
              <a:rPr lang="en-US" sz="5400" dirty="0"/>
            </a:br>
            <a:r>
              <a:rPr lang="en-US" sz="5400" dirty="0"/>
              <a:t>MCP Security Score project</a:t>
            </a:r>
            <a:endParaRPr lang="en-IL" sz="4800" dirty="0"/>
          </a:p>
        </p:txBody>
      </p:sp>
      <p:sp>
        <p:nvSpPr>
          <p:cNvPr id="3" name="Subtitle 5">
            <a:extLst>
              <a:ext uri="{FF2B5EF4-FFF2-40B4-BE49-F238E27FC236}">
                <a16:creationId xmlns:a16="http://schemas.microsoft.com/office/drawing/2014/main" id="{13E41C5E-FE97-4C09-94EE-ACF6056DE2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9493" y="4390332"/>
            <a:ext cx="10054750" cy="2001232"/>
          </a:xfrm>
        </p:spPr>
        <p:txBody>
          <a:bodyPr/>
          <a:lstStyle/>
          <a:p>
            <a:r>
              <a:rPr lang="en-US" sz="2400" dirty="0"/>
              <a:t>05/20/2026</a:t>
            </a:r>
          </a:p>
        </p:txBody>
      </p:sp>
    </p:spTree>
    <p:extLst>
      <p:ext uri="{BB962C8B-B14F-4D97-AF65-F5344CB8AC3E}">
        <p14:creationId xmlns:p14="http://schemas.microsoft.com/office/powerpoint/2010/main" val="3270997379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BF55C-2FA1-1AFF-9D9C-1EB75A898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56CBC9C4-B078-B0B7-DCFF-6C002548FECB}"/>
              </a:ext>
            </a:extLst>
          </p:cNvPr>
          <p:cNvSpPr/>
          <p:nvPr/>
        </p:nvSpPr>
        <p:spPr>
          <a:xfrm rot="16200000">
            <a:off x="1473878" y="2664121"/>
            <a:ext cx="1557271" cy="615608"/>
          </a:xfrm>
          <a:prstGeom prst="rect">
            <a:avLst/>
          </a:prstGeom>
          <a:solidFill>
            <a:srgbClr val="0070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764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Agent Guardian</a:t>
            </a:r>
            <a:endParaRPr kumimoji="0" lang="en-US" sz="12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48FBAF08-9F5E-BA3B-569B-6DAB854CB4C3}"/>
              </a:ext>
            </a:extLst>
          </p:cNvPr>
          <p:cNvGraphicFramePr>
            <a:graphicFrameLocks noGrp="1"/>
          </p:cNvGraphicFramePr>
          <p:nvPr/>
        </p:nvGraphicFramePr>
        <p:xfrm>
          <a:off x="2587387" y="1615243"/>
          <a:ext cx="7372642" cy="548468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903750">
                  <a:extLst>
                    <a:ext uri="{9D8B030D-6E8A-4147-A177-3AD203B41FA5}">
                      <a16:colId xmlns:a16="http://schemas.microsoft.com/office/drawing/2014/main" val="3738311955"/>
                    </a:ext>
                  </a:extLst>
                </a:gridCol>
                <a:gridCol w="939410">
                  <a:extLst>
                    <a:ext uri="{9D8B030D-6E8A-4147-A177-3AD203B41FA5}">
                      <a16:colId xmlns:a16="http://schemas.microsoft.com/office/drawing/2014/main" val="461803244"/>
                    </a:ext>
                  </a:extLst>
                </a:gridCol>
                <a:gridCol w="921581">
                  <a:extLst>
                    <a:ext uri="{9D8B030D-6E8A-4147-A177-3AD203B41FA5}">
                      <a16:colId xmlns:a16="http://schemas.microsoft.com/office/drawing/2014/main" val="1068970609"/>
                    </a:ext>
                  </a:extLst>
                </a:gridCol>
                <a:gridCol w="921581">
                  <a:extLst>
                    <a:ext uri="{9D8B030D-6E8A-4147-A177-3AD203B41FA5}">
                      <a16:colId xmlns:a16="http://schemas.microsoft.com/office/drawing/2014/main" val="2756060863"/>
                    </a:ext>
                  </a:extLst>
                </a:gridCol>
                <a:gridCol w="921581">
                  <a:extLst>
                    <a:ext uri="{9D8B030D-6E8A-4147-A177-3AD203B41FA5}">
                      <a16:colId xmlns:a16="http://schemas.microsoft.com/office/drawing/2014/main" val="1693389861"/>
                    </a:ext>
                  </a:extLst>
                </a:gridCol>
                <a:gridCol w="921581">
                  <a:extLst>
                    <a:ext uri="{9D8B030D-6E8A-4147-A177-3AD203B41FA5}">
                      <a16:colId xmlns:a16="http://schemas.microsoft.com/office/drawing/2014/main" val="1882115373"/>
                    </a:ext>
                  </a:extLst>
                </a:gridCol>
                <a:gridCol w="921579">
                  <a:extLst>
                    <a:ext uri="{9D8B030D-6E8A-4147-A177-3AD203B41FA5}">
                      <a16:colId xmlns:a16="http://schemas.microsoft.com/office/drawing/2014/main" val="3145605956"/>
                    </a:ext>
                  </a:extLst>
                </a:gridCol>
                <a:gridCol w="921579">
                  <a:extLst>
                    <a:ext uri="{9D8B030D-6E8A-4147-A177-3AD203B41FA5}">
                      <a16:colId xmlns:a16="http://schemas.microsoft.com/office/drawing/2014/main" val="1177454057"/>
                    </a:ext>
                  </a:extLst>
                </a:gridCol>
              </a:tblGrid>
              <a:tr h="304682">
                <a:tc gridSpan="4">
                  <a:txBody>
                    <a:bodyPr/>
                    <a:lstStyle/>
                    <a:p>
                      <a:pPr marL="0" marR="0" indent="0" algn="ctr" defTabSz="1218987" rtl="0" eaLnBrk="1" fontAlgn="t" latinLnBrk="0" hangingPunct="1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zh-TW" sz="1400" b="1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Year 1</a:t>
                      </a:r>
                      <a:endParaRPr lang="en-US" altLang="zh-TW" sz="1400" b="1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黑体" pitchFamily="2" charset="-122"/>
                        <a:cs typeface="Arial" panose="020B0604020202020204" pitchFamily="34" charset="0"/>
                      </a:endParaRPr>
                    </a:p>
                  </a:txBody>
                  <a:tcPr marL="91354" marR="91354" marT="45677" marB="45677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1218987" rtl="0" eaLnBrk="1" fontAlgn="t" latinLnBrk="0" hangingPunct="1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zh-TW" sz="900" b="1" kern="1200">
                        <a:solidFill>
                          <a:schemeClr val="tx1"/>
                        </a:solidFill>
                        <a:latin typeface="+mn-lt"/>
                        <a:ea typeface="黑体" pitchFamily="2" charset="-122"/>
                        <a:cs typeface="Calibri" pitchFamily="34" charset="0"/>
                      </a:endParaRPr>
                    </a:p>
                  </a:txBody>
                  <a:tcPr marL="91368" marR="91368" marT="45684" marB="45684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1218987" rtl="0" eaLnBrk="1" fontAlgn="t" latinLnBrk="0" hangingPunct="1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zh-TW" sz="900" b="1" kern="1200">
                        <a:solidFill>
                          <a:schemeClr val="tx1"/>
                        </a:solidFill>
                        <a:latin typeface="+mn-lt"/>
                        <a:ea typeface="黑体" pitchFamily="2" charset="-122"/>
                        <a:cs typeface="Calibri" pitchFamily="34" charset="0"/>
                      </a:endParaRPr>
                    </a:p>
                  </a:txBody>
                  <a:tcPr marL="91368" marR="91368" marT="45684" marB="45684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1218987" rtl="0" eaLnBrk="1" fontAlgn="t" latinLnBrk="0" hangingPunct="1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zh-TW" sz="900" b="1" kern="1200">
                        <a:solidFill>
                          <a:schemeClr val="tx1"/>
                        </a:solidFill>
                        <a:latin typeface="+mn-lt"/>
                        <a:ea typeface="黑体" pitchFamily="2" charset="-122"/>
                        <a:cs typeface="Calibri" pitchFamily="34" charset="0"/>
                      </a:endParaRPr>
                    </a:p>
                  </a:txBody>
                  <a:tcPr marL="91368" marR="91368" marT="45684" marB="45684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indent="0" algn="ctr" defTabSz="1218987" rtl="0" eaLnBrk="1" fontAlgn="t" latinLnBrk="0" hangingPunct="1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zh-TW" sz="1400" b="1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Year 2</a:t>
                      </a:r>
                      <a:endParaRPr lang="en-US" altLang="zh-TW" sz="1400" b="1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黑体" pitchFamily="2" charset="-122"/>
                        <a:cs typeface="Arial" panose="020B0604020202020204" pitchFamily="34" charset="0"/>
                      </a:endParaRPr>
                    </a:p>
                  </a:txBody>
                  <a:tcPr marL="91354" marR="91354" marT="45677" marB="45677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1218987" rtl="0" eaLnBrk="1" fontAlgn="t" latinLnBrk="0" hangingPunct="1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zh-TW" sz="900" b="1" kern="1200">
                        <a:solidFill>
                          <a:schemeClr val="tx1"/>
                        </a:solidFill>
                        <a:latin typeface="+mn-lt"/>
                        <a:ea typeface="黑体" pitchFamily="2" charset="-122"/>
                        <a:cs typeface="Calibri" pitchFamily="34" charset="0"/>
                      </a:endParaRPr>
                    </a:p>
                  </a:txBody>
                  <a:tcPr marL="91368" marR="91368" marT="45684" marB="45684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1218987" rtl="0" eaLnBrk="1" fontAlgn="t" latinLnBrk="0" hangingPunct="1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zh-TW" sz="900" b="1" kern="1200">
                        <a:solidFill>
                          <a:schemeClr val="tx1"/>
                        </a:solidFill>
                        <a:latin typeface="+mn-lt"/>
                        <a:ea typeface="黑体" pitchFamily="2" charset="-122"/>
                        <a:cs typeface="Calibri" pitchFamily="34" charset="0"/>
                      </a:endParaRPr>
                    </a:p>
                  </a:txBody>
                  <a:tcPr marL="91368" marR="91368" marT="45684" marB="45684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1218987" rtl="0" eaLnBrk="1" fontAlgn="t" latinLnBrk="0" hangingPunct="1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zh-TW" sz="900" b="1" kern="1200">
                        <a:solidFill>
                          <a:schemeClr val="tx1"/>
                        </a:solidFill>
                        <a:latin typeface="+mn-lt"/>
                        <a:ea typeface="黑体" pitchFamily="2" charset="-122"/>
                        <a:cs typeface="Calibri" pitchFamily="34" charset="0"/>
                      </a:endParaRPr>
                    </a:p>
                  </a:txBody>
                  <a:tcPr marL="91368" marR="91368" marT="45684" marB="45684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3875872"/>
                  </a:ext>
                </a:extLst>
              </a:tr>
              <a:tr h="243730">
                <a:tc>
                  <a:txBody>
                    <a:bodyPr/>
                    <a:lstStyle/>
                    <a:p>
                      <a:pPr algn="ctr"/>
                      <a:r>
                        <a:rPr lang="en-US" sz="1000" b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Q1</a:t>
                      </a:r>
                    </a:p>
                  </a:txBody>
                  <a:tcPr marL="91354" marR="91354" marT="45677" marB="45677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Q2</a:t>
                      </a:r>
                    </a:p>
                  </a:txBody>
                  <a:tcPr marL="91354" marR="91354" marT="45677" marB="45677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Q3</a:t>
                      </a:r>
                    </a:p>
                  </a:txBody>
                  <a:tcPr marL="91354" marR="91354" marT="45677" marB="45677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Q4</a:t>
                      </a:r>
                    </a:p>
                  </a:txBody>
                  <a:tcPr marL="91354" marR="91354" marT="45677" marB="45677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Q1</a:t>
                      </a:r>
                    </a:p>
                  </a:txBody>
                  <a:tcPr marL="91354" marR="91354" marT="45677" marB="45677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Q2</a:t>
                      </a:r>
                    </a:p>
                  </a:txBody>
                  <a:tcPr marL="91354" marR="91354" marT="45677" marB="45677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Q3</a:t>
                      </a:r>
                    </a:p>
                  </a:txBody>
                  <a:tcPr marL="91354" marR="91354" marT="45677" marB="45677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Q4</a:t>
                      </a:r>
                    </a:p>
                  </a:txBody>
                  <a:tcPr marL="91354" marR="91354" marT="45677" marB="45677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2934472"/>
                  </a:ext>
                </a:extLst>
              </a:tr>
            </a:tbl>
          </a:graphicData>
        </a:graphic>
      </p:graphicFrame>
      <p:sp>
        <p:nvSpPr>
          <p:cNvPr id="138" name="Rectangle 137">
            <a:extLst>
              <a:ext uri="{FF2B5EF4-FFF2-40B4-BE49-F238E27FC236}">
                <a16:creationId xmlns:a16="http://schemas.microsoft.com/office/drawing/2014/main" id="{46DEE79F-453A-C4D9-DBC0-3B33A431D863}"/>
              </a:ext>
            </a:extLst>
          </p:cNvPr>
          <p:cNvSpPr/>
          <p:nvPr/>
        </p:nvSpPr>
        <p:spPr>
          <a:xfrm rot="16200000">
            <a:off x="5491345" y="-712726"/>
            <a:ext cx="1557269" cy="7356997"/>
          </a:xfrm>
          <a:prstGeom prst="rect">
            <a:avLst/>
          </a:prstGeom>
          <a:noFill/>
          <a:ln w="3175">
            <a:solidFill>
              <a:srgbClr val="C0C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764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@</a:t>
            </a:r>
          </a:p>
        </p:txBody>
      </p:sp>
      <p:sp>
        <p:nvSpPr>
          <p:cNvPr id="50" name="Title 1">
            <a:extLst>
              <a:ext uri="{FF2B5EF4-FFF2-40B4-BE49-F238E27FC236}">
                <a16:creationId xmlns:a16="http://schemas.microsoft.com/office/drawing/2014/main" id="{82377978-36AB-0548-47E4-DF7ED6125FFE}"/>
              </a:ext>
            </a:extLst>
          </p:cNvPr>
          <p:cNvSpPr txBox="1">
            <a:spLocks/>
          </p:cNvSpPr>
          <p:nvPr/>
        </p:nvSpPr>
        <p:spPr>
          <a:xfrm>
            <a:off x="228482" y="220110"/>
            <a:ext cx="11222158" cy="609347"/>
          </a:xfrm>
          <a:prstGeom prst="rect">
            <a:avLst/>
          </a:prstGeom>
        </p:spPr>
        <p:txBody>
          <a:bodyPr vert="horz" lIns="121869" tIns="60934" rIns="121869" bIns="60934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21862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600" b="1" i="0" u="none" strike="noStrike" kern="1200" cap="none" spc="-1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Solutions Roadmap – MCP Risk Score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D759BEA-3116-F46D-3C2B-66E1BC501C09}"/>
              </a:ext>
            </a:extLst>
          </p:cNvPr>
          <p:cNvSpPr/>
          <p:nvPr/>
        </p:nvSpPr>
        <p:spPr>
          <a:xfrm>
            <a:off x="2587386" y="2582056"/>
            <a:ext cx="1813163" cy="37240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21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Testbed Implementation (Lenovo use cases)</a:t>
            </a: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lide Number Placeholder 2">
            <a:extLst>
              <a:ext uri="{FF2B5EF4-FFF2-40B4-BE49-F238E27FC236}">
                <a16:creationId xmlns:a16="http://schemas.microsoft.com/office/drawing/2014/main" id="{B5FBEC64-3D43-12D0-34F1-41A647B1B960}"/>
              </a:ext>
            </a:extLst>
          </p:cNvPr>
          <p:cNvSpPr txBox="1">
            <a:spLocks/>
          </p:cNvSpPr>
          <p:nvPr/>
        </p:nvSpPr>
        <p:spPr>
          <a:xfrm>
            <a:off x="11668676" y="6400345"/>
            <a:ext cx="438845" cy="155424"/>
          </a:xfrm>
          <a:prstGeom prst="rect">
            <a:avLst/>
          </a:prstGeom>
        </p:spPr>
        <p:txBody>
          <a:bodyPr vert="horz" lIns="91426" tIns="45713" rIns="91426" bIns="45713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21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D22F896-40B5-4ADD-8801-0D06FADFA095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ctr" defTabSz="91421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A52667-A128-B213-4D94-AC9B0D294B76}"/>
              </a:ext>
            </a:extLst>
          </p:cNvPr>
          <p:cNvSpPr txBox="1"/>
          <p:nvPr/>
        </p:nvSpPr>
        <p:spPr>
          <a:xfrm>
            <a:off x="3705765" y="4109588"/>
            <a:ext cx="1389567" cy="571797"/>
          </a:xfrm>
          <a:prstGeom prst="rect">
            <a:avLst/>
          </a:prstGeom>
          <a:noFill/>
          <a:ln w="19050">
            <a:solidFill>
              <a:srgbClr val="7A116B"/>
            </a:solidFill>
            <a:miter lim="800000"/>
            <a:headEnd/>
            <a:tailEnd/>
          </a:ln>
        </p:spPr>
        <p:txBody>
          <a:bodyPr vert="horz" wrap="square" lIns="76175" tIns="38087" rIns="76175" bIns="38087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83795" rtl="0" eaLnBrk="1" fontAlgn="base" latinLnBrk="0" hangingPunct="1">
              <a:lnSpc>
                <a:spcPct val="104000"/>
              </a:lnSpc>
              <a:spcBef>
                <a:spcPct val="25000"/>
              </a:spcBef>
              <a:spcAft>
                <a:spcPct val="0"/>
              </a:spcAft>
              <a:buClr>
                <a:prstClr val="black"/>
              </a:buClr>
              <a:buSzPct val="75000"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Swagger" pitchFamily="2" charset="0"/>
                <a:cs typeface="Arial" panose="020B0604020202020204" pitchFamily="34" charset="0"/>
              </a:rPr>
              <a:t>We are here: End of Q2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152458D-3527-A3AF-8D8C-28855E6D7FDD}"/>
              </a:ext>
            </a:extLst>
          </p:cNvPr>
          <p:cNvSpPr/>
          <p:nvPr/>
        </p:nvSpPr>
        <p:spPr>
          <a:xfrm>
            <a:off x="6285911" y="2187137"/>
            <a:ext cx="3666162" cy="157266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21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Phase II</a:t>
            </a:r>
          </a:p>
          <a:p>
            <a:pPr marL="0" marR="0" lvl="0" indent="0" algn="ctr" defTabSz="91421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(Waiting for plan)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36A0247-C838-4C03-8967-204860835E98}"/>
              </a:ext>
            </a:extLst>
          </p:cNvPr>
          <p:cNvSpPr/>
          <p:nvPr/>
        </p:nvSpPr>
        <p:spPr>
          <a:xfrm>
            <a:off x="2601444" y="2194836"/>
            <a:ext cx="696596" cy="37240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21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Literature Review</a:t>
            </a: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FD4F97C-B273-4DEB-9F1F-4F36078B3805}"/>
              </a:ext>
            </a:extLst>
          </p:cNvPr>
          <p:cNvSpPr/>
          <p:nvPr/>
        </p:nvSpPr>
        <p:spPr>
          <a:xfrm>
            <a:off x="2580358" y="2962160"/>
            <a:ext cx="1813163" cy="37240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21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Proposed Method Design</a:t>
            </a: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FF27E67-82EA-410B-BA4D-4C77CDB5A608}"/>
              </a:ext>
            </a:extLst>
          </p:cNvPr>
          <p:cNvSpPr/>
          <p:nvPr/>
        </p:nvSpPr>
        <p:spPr>
          <a:xfrm>
            <a:off x="2580359" y="3349884"/>
            <a:ext cx="3666162" cy="37240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21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Implementation and Ongoing Evaluation (version every 3 months, starting T+6)</a:t>
            </a: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37E05ECF-4764-2733-C1D2-9B4C6A60D5D0}"/>
              </a:ext>
            </a:extLst>
          </p:cNvPr>
          <p:cNvCxnSpPr>
            <a:cxnSpLocks/>
          </p:cNvCxnSpPr>
          <p:nvPr/>
        </p:nvCxnSpPr>
        <p:spPr>
          <a:xfrm>
            <a:off x="4400549" y="1439127"/>
            <a:ext cx="0" cy="2551175"/>
          </a:xfrm>
          <a:prstGeom prst="line">
            <a:avLst/>
          </a:prstGeom>
          <a:ln>
            <a:solidFill>
              <a:srgbClr val="4D134A"/>
            </a:solidFill>
            <a:prstDash val="sys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6CDE02AC-9977-482A-B539-656136390483}"/>
              </a:ext>
            </a:extLst>
          </p:cNvPr>
          <p:cNvSpPr/>
          <p:nvPr/>
        </p:nvSpPr>
        <p:spPr>
          <a:xfrm>
            <a:off x="4292211" y="5341449"/>
            <a:ext cx="1331839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Close </a:t>
            </a:r>
            <a:br>
              <a:rPr lang="en-US" dirty="0">
                <a:solidFill>
                  <a:schemeClr val="accent5">
                    <a:lumMod val="50000"/>
                  </a:schemeClr>
                </a:solidFill>
              </a:rPr>
            </a:b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Deliverables</a:t>
            </a:r>
            <a:br>
              <a:rPr lang="en-US" dirty="0">
                <a:solidFill>
                  <a:schemeClr val="accent5">
                    <a:lumMod val="50000"/>
                  </a:schemeClr>
                </a:solidFill>
              </a:rPr>
            </a:b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July, 31</a:t>
            </a:r>
          </a:p>
        </p:txBody>
      </p:sp>
      <p:sp>
        <p:nvSpPr>
          <p:cNvPr id="18" name="Left Brace 17">
            <a:extLst>
              <a:ext uri="{FF2B5EF4-FFF2-40B4-BE49-F238E27FC236}">
                <a16:creationId xmlns:a16="http://schemas.microsoft.com/office/drawing/2014/main" id="{92E053B6-0A6A-4E81-9559-10BC6EFFED40}"/>
              </a:ext>
            </a:extLst>
          </p:cNvPr>
          <p:cNvSpPr/>
          <p:nvPr/>
        </p:nvSpPr>
        <p:spPr>
          <a:xfrm>
            <a:off x="5746728" y="5242756"/>
            <a:ext cx="349272" cy="843719"/>
          </a:xfrm>
          <a:prstGeom prst="leftBrace">
            <a:avLst/>
          </a:prstGeom>
          <a:ln w="12700"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2922551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3E3B8-7286-42F7-BF78-C8EBE4B69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DEE8AF-C223-4CDB-B911-9B45082EE4A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Goal: To calculate risk score for requests from AI agents to MCP Servers according to the couple of parameters</a:t>
            </a:r>
          </a:p>
          <a:p>
            <a:endParaRPr lang="en-US" dirty="0"/>
          </a:p>
          <a:p>
            <a:r>
              <a:rPr lang="en-US" dirty="0"/>
              <a:t>Solution: Calculate score according to potential damage on MCP assets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9EBBB6-D09D-4CED-8437-72A16D9DD1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8221197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082E5-31B4-4062-932A-58135085D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MCP changes the Threat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CAA2FF-72DE-4631-B873-034B736C37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Shape 13">
            <a:extLst>
              <a:ext uri="{FF2B5EF4-FFF2-40B4-BE49-F238E27FC236}">
                <a16:creationId xmlns:a16="http://schemas.microsoft.com/office/drawing/2014/main" id="{63615A1B-AAB3-4DDA-9B62-B70D4755FCF1}"/>
              </a:ext>
            </a:extLst>
          </p:cNvPr>
          <p:cNvSpPr/>
          <p:nvPr/>
        </p:nvSpPr>
        <p:spPr>
          <a:xfrm>
            <a:off x="760610" y="1123025"/>
            <a:ext cx="4952212" cy="548497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Traditional SW System</a:t>
            </a:r>
          </a:p>
        </p:txBody>
      </p:sp>
      <p:sp>
        <p:nvSpPr>
          <p:cNvPr id="6" name="Shape 24">
            <a:extLst>
              <a:ext uri="{FF2B5EF4-FFF2-40B4-BE49-F238E27FC236}">
                <a16:creationId xmlns:a16="http://schemas.microsoft.com/office/drawing/2014/main" id="{CD990E9D-6993-4E49-904D-B8316F347773}"/>
              </a:ext>
            </a:extLst>
          </p:cNvPr>
          <p:cNvSpPr/>
          <p:nvPr/>
        </p:nvSpPr>
        <p:spPr>
          <a:xfrm>
            <a:off x="5763588" y="1123025"/>
            <a:ext cx="5667802" cy="548497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MCP &amp; AI Agents</a:t>
            </a:r>
          </a:p>
        </p:txBody>
      </p:sp>
      <p:sp>
        <p:nvSpPr>
          <p:cNvPr id="7" name="Google Shape;544;p3">
            <a:extLst>
              <a:ext uri="{FF2B5EF4-FFF2-40B4-BE49-F238E27FC236}">
                <a16:creationId xmlns:a16="http://schemas.microsoft.com/office/drawing/2014/main" id="{7CBD79BE-F6AF-436F-8402-1F1B0AFC1BDE}"/>
              </a:ext>
            </a:extLst>
          </p:cNvPr>
          <p:cNvSpPr/>
          <p:nvPr/>
        </p:nvSpPr>
        <p:spPr>
          <a:xfrm>
            <a:off x="6008914" y="1933443"/>
            <a:ext cx="5400705" cy="4162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36000" rIns="36000" bIns="36000" anchor="t" anchorCtr="0">
            <a:noAutofit/>
          </a:bodyPr>
          <a:lstStyle/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222222"/>
                </a:solidFill>
                <a:ea typeface="Arial"/>
                <a:cs typeface="Arial"/>
                <a:sym typeface="Arial"/>
              </a:rPr>
              <a:t>The system operates through an </a:t>
            </a:r>
            <a:r>
              <a:rPr lang="en-US" sz="1600" dirty="0">
                <a:solidFill>
                  <a:schemeClr val="accent5">
                    <a:lumMod val="50000"/>
                  </a:schemeClr>
                </a:solidFill>
                <a:ea typeface="Arial"/>
                <a:cs typeface="Arial"/>
                <a:sym typeface="Arial"/>
              </a:rPr>
              <a:t>agent-mediated flow</a:t>
            </a:r>
            <a:r>
              <a:rPr lang="en-US" sz="1600" dirty="0">
                <a:solidFill>
                  <a:srgbClr val="222222"/>
                </a:solidFill>
                <a:ea typeface="Arial"/>
                <a:cs typeface="Arial"/>
                <a:sym typeface="Arial"/>
              </a:rPr>
              <a:t> from user to LLM to MCP tools and downstream assets.</a:t>
            </a: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5">
                    <a:lumMod val="50000"/>
                  </a:schemeClr>
                </a:solidFill>
                <a:ea typeface="Arial"/>
                <a:cs typeface="Arial"/>
                <a:sym typeface="Arial"/>
              </a:rPr>
              <a:t>Data and instructions </a:t>
            </a:r>
            <a:r>
              <a:rPr lang="en-US" sz="1600" dirty="0">
                <a:solidFill>
                  <a:srgbClr val="222222"/>
                </a:solidFill>
                <a:ea typeface="Arial"/>
                <a:cs typeface="Arial"/>
                <a:sym typeface="Arial"/>
              </a:rPr>
              <a:t>are processed within a unified token space, making them </a:t>
            </a:r>
            <a:r>
              <a:rPr lang="en-US" sz="1600" dirty="0">
                <a:solidFill>
                  <a:schemeClr val="accent5">
                    <a:lumMod val="50000"/>
                  </a:schemeClr>
                </a:solidFill>
                <a:ea typeface="Arial"/>
                <a:cs typeface="Arial"/>
                <a:sym typeface="Arial"/>
              </a:rPr>
              <a:t>indistinguishable</a:t>
            </a:r>
            <a:r>
              <a:rPr lang="en-US" sz="1600" dirty="0">
                <a:solidFill>
                  <a:srgbClr val="222222"/>
                </a:solidFill>
                <a:ea typeface="Arial"/>
                <a:cs typeface="Arial"/>
                <a:sym typeface="Arial"/>
              </a:rPr>
              <a:t>.</a:t>
            </a: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5">
                    <a:lumMod val="50000"/>
                  </a:schemeClr>
                </a:solidFill>
                <a:ea typeface="Arial"/>
                <a:cs typeface="Arial"/>
                <a:sym typeface="Arial"/>
              </a:rPr>
              <a:t>Decision-making is delegated to the LLM</a:t>
            </a:r>
            <a:r>
              <a:rPr lang="en-US" sz="1600" dirty="0">
                <a:solidFill>
                  <a:srgbClr val="222222"/>
                </a:solidFill>
                <a:ea typeface="Arial"/>
                <a:cs typeface="Arial"/>
                <a:sym typeface="Arial"/>
              </a:rPr>
              <a:t>, which interprets inputs and acts autonomously.</a:t>
            </a: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222222"/>
                </a:solidFill>
                <a:ea typeface="Arial"/>
                <a:cs typeface="Arial"/>
                <a:sym typeface="Arial"/>
              </a:rPr>
              <a:t>The LLM functions as an active system actor, generating tool calls rather than merely routing requests.</a:t>
            </a: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5">
                    <a:lumMod val="50000"/>
                  </a:schemeClr>
                </a:solidFill>
                <a:ea typeface="Arial"/>
                <a:cs typeface="Arial"/>
                <a:sym typeface="Arial"/>
              </a:rPr>
              <a:t>Tool execution is dynamic</a:t>
            </a:r>
            <a:r>
              <a:rPr lang="en-US" sz="1600" dirty="0">
                <a:solidFill>
                  <a:srgbClr val="222222"/>
                </a:solidFill>
                <a:ea typeface="Arial"/>
                <a:cs typeface="Arial"/>
                <a:sym typeface="Arial"/>
              </a:rPr>
              <a:t>, with context-driven chaining that evolves during runtime.</a:t>
            </a: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accent5">
                    <a:lumMod val="50000"/>
                  </a:schemeClr>
                </a:solidFill>
                <a:ea typeface="Arial"/>
                <a:cs typeface="Arial"/>
                <a:sym typeface="Arial"/>
              </a:rPr>
              <a:t>System behavior is non-deterministic, where identical inputs may lead to different actions.</a:t>
            </a:r>
          </a:p>
        </p:txBody>
      </p:sp>
      <p:sp>
        <p:nvSpPr>
          <p:cNvPr id="8" name="Google Shape;544;p3">
            <a:extLst>
              <a:ext uri="{FF2B5EF4-FFF2-40B4-BE49-F238E27FC236}">
                <a16:creationId xmlns:a16="http://schemas.microsoft.com/office/drawing/2014/main" id="{D31DA1D2-6480-4604-9B59-F194B09115B3}"/>
              </a:ext>
            </a:extLst>
          </p:cNvPr>
          <p:cNvSpPr/>
          <p:nvPr/>
        </p:nvSpPr>
        <p:spPr>
          <a:xfrm>
            <a:off x="782381" y="1933443"/>
            <a:ext cx="5042263" cy="4162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36000" rIns="36000" bIns="36000" anchor="t" anchorCtr="0">
            <a:noAutofit/>
          </a:bodyPr>
          <a:lstStyle/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222222"/>
                </a:solidFill>
                <a:ea typeface="Arial"/>
                <a:cs typeface="Arial"/>
                <a:sym typeface="Arial"/>
              </a:rPr>
              <a:t>The system follows a </a:t>
            </a:r>
            <a:r>
              <a:rPr lang="en-US" sz="1600" dirty="0">
                <a:solidFill>
                  <a:schemeClr val="accent5">
                    <a:lumMod val="50000"/>
                  </a:schemeClr>
                </a:solidFill>
                <a:ea typeface="Arial"/>
                <a:cs typeface="Arial"/>
                <a:sym typeface="Arial"/>
              </a:rPr>
              <a:t>linear flow</a:t>
            </a:r>
            <a:r>
              <a:rPr lang="en-US" sz="1600" dirty="0">
                <a:ea typeface="Arial"/>
                <a:cs typeface="Arial"/>
                <a:sym typeface="Arial"/>
              </a:rPr>
              <a:t>, e.g. 3-tier-application f</a:t>
            </a:r>
            <a:r>
              <a:rPr lang="en-US" sz="1600" dirty="0">
                <a:solidFill>
                  <a:srgbClr val="222222"/>
                </a:solidFill>
                <a:ea typeface="Arial"/>
                <a:cs typeface="Arial"/>
                <a:sym typeface="Arial"/>
              </a:rPr>
              <a:t>rom user to application to database.</a:t>
            </a: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5">
                    <a:lumMod val="50000"/>
                  </a:schemeClr>
                </a:solidFill>
                <a:ea typeface="Arial"/>
                <a:cs typeface="Arial"/>
                <a:sym typeface="Arial"/>
              </a:rPr>
              <a:t>Data and executable </a:t>
            </a:r>
            <a:r>
              <a:rPr lang="en-US" sz="1600" dirty="0">
                <a:solidFill>
                  <a:srgbClr val="222222"/>
                </a:solidFill>
                <a:ea typeface="Arial"/>
                <a:cs typeface="Arial"/>
                <a:sym typeface="Arial"/>
              </a:rPr>
              <a:t>instructions are strictly </a:t>
            </a:r>
            <a:r>
              <a:rPr lang="en-US" sz="1600" dirty="0">
                <a:solidFill>
                  <a:schemeClr val="accent5">
                    <a:lumMod val="50000"/>
                  </a:schemeClr>
                </a:solidFill>
                <a:ea typeface="Arial"/>
                <a:cs typeface="Arial"/>
                <a:sym typeface="Arial"/>
              </a:rPr>
              <a:t>separated</a:t>
            </a:r>
            <a:r>
              <a:rPr lang="en-US" sz="1600" dirty="0">
                <a:solidFill>
                  <a:srgbClr val="222222"/>
                </a:solidFill>
                <a:ea typeface="Arial"/>
                <a:cs typeface="Arial"/>
                <a:sym typeface="Arial"/>
              </a:rPr>
              <a:t>.</a:t>
            </a: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5">
                    <a:lumMod val="50000"/>
                  </a:schemeClr>
                </a:solidFill>
                <a:ea typeface="Arial"/>
                <a:cs typeface="Arial"/>
                <a:sym typeface="Arial"/>
              </a:rPr>
              <a:t>Inputs are trusted</a:t>
            </a:r>
            <a:r>
              <a:rPr lang="en-US" sz="1600" dirty="0">
                <a:solidFill>
                  <a:srgbClr val="222222"/>
                </a:solidFill>
                <a:ea typeface="Arial"/>
                <a:cs typeface="Arial"/>
                <a:sym typeface="Arial"/>
              </a:rPr>
              <a:t>, with the user acting as the primary decision-maker.</a:t>
            </a: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5">
                    <a:lumMod val="50000"/>
                  </a:schemeClr>
                </a:solidFill>
                <a:ea typeface="Arial"/>
                <a:cs typeface="Arial"/>
                <a:sym typeface="Arial"/>
              </a:rPr>
              <a:t>Control flow is explicit</a:t>
            </a:r>
            <a:r>
              <a:rPr lang="en-US" sz="1600" dirty="0">
                <a:solidFill>
                  <a:srgbClr val="222222"/>
                </a:solidFill>
                <a:ea typeface="Arial"/>
                <a:cs typeface="Arial"/>
                <a:sym typeface="Arial"/>
              </a:rPr>
              <a:t>, based on predefined and auditable logic.</a:t>
            </a: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5">
                    <a:lumMod val="50000"/>
                  </a:schemeClr>
                </a:solidFill>
                <a:ea typeface="Arial"/>
                <a:cs typeface="Arial"/>
                <a:sym typeface="Arial"/>
              </a:rPr>
              <a:t>System interactions are bounded</a:t>
            </a:r>
            <a:r>
              <a:rPr lang="en-US" sz="1600" dirty="0">
                <a:solidFill>
                  <a:srgbClr val="222222"/>
                </a:solidFill>
                <a:ea typeface="Arial"/>
                <a:cs typeface="Arial"/>
                <a:sym typeface="Arial"/>
              </a:rPr>
              <a:t>, with limited cross-system access.</a:t>
            </a: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accent5">
                    <a:lumMod val="50000"/>
                  </a:schemeClr>
                </a:solidFill>
                <a:ea typeface="Arial"/>
                <a:cs typeface="Arial"/>
                <a:sym typeface="Arial"/>
              </a:rPr>
              <a:t>Execution is deterministic, where identical inputs produce consistent outcomes</a:t>
            </a:r>
            <a:endParaRPr sz="1600" b="1" dirty="0">
              <a:solidFill>
                <a:schemeClr val="accent5">
                  <a:lumMod val="5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9A2013-45A7-4D88-AFB6-59F0CCAE4BBB}"/>
              </a:ext>
            </a:extLst>
          </p:cNvPr>
          <p:cNvSpPr/>
          <p:nvPr/>
        </p:nvSpPr>
        <p:spPr>
          <a:xfrm>
            <a:off x="684410" y="6230806"/>
            <a:ext cx="10649008" cy="36933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lvl="0" algn="ctr">
              <a:defRPr/>
            </a:pPr>
            <a:r>
              <a:rPr lang="en-US" dirty="0">
                <a:solidFill>
                  <a:srgbClr val="222222"/>
                </a:solidFill>
                <a:ea typeface="Arial"/>
                <a:cs typeface="Arial"/>
                <a:sym typeface="Arial"/>
              </a:rPr>
              <a:t>The trust boundary is expanded, </a:t>
            </a:r>
            <a:r>
              <a:rPr lang="en-US" b="1" dirty="0">
                <a:solidFill>
                  <a:schemeClr val="accent5">
                    <a:lumMod val="50000"/>
                  </a:schemeClr>
                </a:solidFill>
                <a:ea typeface="Arial"/>
                <a:cs typeface="Arial"/>
                <a:sym typeface="Arial"/>
              </a:rPr>
              <a:t>allowing external content to influence internal system operations</a:t>
            </a:r>
            <a:r>
              <a:rPr lang="en-US" dirty="0">
                <a:solidFill>
                  <a:srgbClr val="222222"/>
                </a:solidFill>
                <a:ea typeface="Arial"/>
                <a:cs typeface="Arial"/>
                <a:sym typeface="Arial"/>
              </a:rPr>
              <a:t>.</a:t>
            </a:r>
            <a:endParaRPr lang="en-US" dirty="0">
              <a:solidFill>
                <a:schemeClr val="dk1"/>
              </a:solidFill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9785750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0E689-0550-4D6F-B1AD-CA539136E4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Illustrative MCP Use Case: </a:t>
            </a:r>
            <a:r>
              <a:rPr lang="en-US" sz="2400" dirty="0"/>
              <a:t>Same MCP Server, Different Intent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7C42C5-C941-40F7-8EAE-AC73451DF2B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22F896-40B5-4ADD-8801-0D06FADFA095}" type="slidenum">
              <a:rPr lang="en-US" sz="1200" smtClean="0"/>
              <a:pPr/>
              <a:t>5</a:t>
            </a:fld>
            <a:endParaRPr lang="en-US" sz="12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8CA01F1-E00E-4E8D-BC52-A1DC79FA5A1E}"/>
              </a:ext>
            </a:extLst>
          </p:cNvPr>
          <p:cNvSpPr/>
          <p:nvPr/>
        </p:nvSpPr>
        <p:spPr>
          <a:xfrm>
            <a:off x="196849" y="938223"/>
            <a:ext cx="5760720" cy="5806440"/>
          </a:xfrm>
          <a:prstGeom prst="rect">
            <a:avLst/>
          </a:prstGeom>
          <a:solidFill>
            <a:srgbClr val="FFFFFF"/>
          </a:solidFill>
          <a:ln w="19050">
            <a:solidFill>
              <a:srgbClr val="2C5F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3486A99-0E79-4A9E-B671-E0DE9E2959B0}"/>
              </a:ext>
            </a:extLst>
          </p:cNvPr>
          <p:cNvSpPr/>
          <p:nvPr/>
        </p:nvSpPr>
        <p:spPr>
          <a:xfrm>
            <a:off x="196849" y="938223"/>
            <a:ext cx="5760720" cy="457200"/>
          </a:xfrm>
          <a:prstGeom prst="rect">
            <a:avLst/>
          </a:prstGeom>
          <a:solidFill>
            <a:srgbClr val="2C5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7CE35B6-D5E4-449F-ACB3-F5EF740F99E8}"/>
              </a:ext>
            </a:extLst>
          </p:cNvPr>
          <p:cNvSpPr txBox="1"/>
          <p:nvPr/>
        </p:nvSpPr>
        <p:spPr>
          <a:xfrm>
            <a:off x="425449" y="939069"/>
            <a:ext cx="5303520" cy="455509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0" dirty="0">
                <a:solidFill>
                  <a:srgbClr val="FFFFFF"/>
                </a:solidFill>
                <a:latin typeface="Calibri"/>
              </a:rPr>
              <a:t>Benign Scenario</a:t>
            </a:r>
          </a:p>
        </p:txBody>
      </p:sp>
      <p:sp>
        <p:nvSpPr>
          <p:cNvPr id="8" name="Rounded Rectangle 8">
            <a:extLst>
              <a:ext uri="{FF2B5EF4-FFF2-40B4-BE49-F238E27FC236}">
                <a16:creationId xmlns:a16="http://schemas.microsoft.com/office/drawing/2014/main" id="{6454F968-58EC-43F1-9A82-9D7901581AD0}"/>
              </a:ext>
            </a:extLst>
          </p:cNvPr>
          <p:cNvSpPr/>
          <p:nvPr/>
        </p:nvSpPr>
        <p:spPr>
          <a:xfrm>
            <a:off x="425449" y="1578303"/>
            <a:ext cx="5303520" cy="822960"/>
          </a:xfrm>
          <a:prstGeom prst="roundRect">
            <a:avLst>
              <a:gd name="adj" fmla="val 10000"/>
            </a:avLst>
          </a:prstGeom>
          <a:solidFill>
            <a:srgbClr val="EAF3E6"/>
          </a:solidFill>
          <a:ln w="15875">
            <a:solidFill>
              <a:srgbClr val="4A7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sz="2800"/>
          </a:p>
        </p:txBody>
      </p:sp>
      <p:sp>
        <p:nvSpPr>
          <p:cNvPr id="9" name="Rounded Rectangle 9">
            <a:extLst>
              <a:ext uri="{FF2B5EF4-FFF2-40B4-BE49-F238E27FC236}">
                <a16:creationId xmlns:a16="http://schemas.microsoft.com/office/drawing/2014/main" id="{5ED2D30E-753F-4340-98D4-C43CBEF186C7}"/>
              </a:ext>
            </a:extLst>
          </p:cNvPr>
          <p:cNvSpPr/>
          <p:nvPr/>
        </p:nvSpPr>
        <p:spPr>
          <a:xfrm>
            <a:off x="608329" y="1669743"/>
            <a:ext cx="640080" cy="640080"/>
          </a:xfrm>
          <a:prstGeom prst="roundRect">
            <a:avLst>
              <a:gd name="adj" fmla="val 10000"/>
            </a:avLst>
          </a:prstGeom>
          <a:solidFill>
            <a:srgbClr val="2C5F2D"/>
          </a:solidFill>
          <a:ln>
            <a:solidFill>
              <a:srgbClr val="2C5F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sz="2800"/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97075B5-DF48-46D5-B0D3-F48E0217F199}"/>
              </a:ext>
            </a:extLst>
          </p:cNvPr>
          <p:cNvSpPr txBox="1"/>
          <p:nvPr/>
        </p:nvSpPr>
        <p:spPr>
          <a:xfrm>
            <a:off x="608329" y="1700473"/>
            <a:ext cx="640080" cy="5786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AI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052BEE45-9D95-4955-BEAD-025839314D94}"/>
              </a:ext>
            </a:extLst>
          </p:cNvPr>
          <p:cNvSpPr txBox="1"/>
          <p:nvPr/>
        </p:nvSpPr>
        <p:spPr>
          <a:xfrm>
            <a:off x="1413001" y="1585353"/>
            <a:ext cx="4334256" cy="42473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b="1" dirty="0">
                <a:solidFill>
                  <a:srgbClr val="21295C"/>
                </a:solidFill>
                <a:latin typeface="Calibri"/>
              </a:rPr>
              <a:t>AI Agent  (LLM Client)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56C9BA7D-2D8F-4199-967C-AB1B0C586192}"/>
              </a:ext>
            </a:extLst>
          </p:cNvPr>
          <p:cNvSpPr txBox="1"/>
          <p:nvPr/>
        </p:nvSpPr>
        <p:spPr>
          <a:xfrm>
            <a:off x="1413001" y="1892724"/>
            <a:ext cx="4517022" cy="393954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600" b="1" dirty="0">
                <a:solidFill>
                  <a:srgbClr val="555B6A"/>
                </a:solidFill>
                <a:latin typeface="Calibri"/>
              </a:rPr>
              <a:t>User instruction: </a:t>
            </a:r>
            <a:r>
              <a:rPr lang="en-US" sz="1600" b="1" dirty="0">
                <a:solidFill>
                  <a:srgbClr val="555B6A"/>
                </a:solidFill>
                <a:latin typeface="Calibri"/>
              </a:rPr>
              <a:t> </a:t>
            </a:r>
            <a:r>
              <a:rPr sz="1600" b="0" dirty="0">
                <a:solidFill>
                  <a:srgbClr val="21295C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“Show me customer #42.”</a:t>
            </a:r>
          </a:p>
        </p:txBody>
      </p:sp>
      <p:sp>
        <p:nvSpPr>
          <p:cNvPr id="13" name="Down Arrow 13">
            <a:extLst>
              <a:ext uri="{FF2B5EF4-FFF2-40B4-BE49-F238E27FC236}">
                <a16:creationId xmlns:a16="http://schemas.microsoft.com/office/drawing/2014/main" id="{5198ABDD-4E6E-45D3-99FB-F9818F5CE8E6}"/>
              </a:ext>
            </a:extLst>
          </p:cNvPr>
          <p:cNvSpPr/>
          <p:nvPr/>
        </p:nvSpPr>
        <p:spPr>
          <a:xfrm>
            <a:off x="2848609" y="2474415"/>
            <a:ext cx="457200" cy="292608"/>
          </a:xfrm>
          <a:prstGeom prst="downArrow">
            <a:avLst>
              <a:gd name="adj1" fmla="val 45000"/>
              <a:gd name="adj2" fmla="val 55000"/>
            </a:avLst>
          </a:prstGeom>
          <a:solidFill>
            <a:srgbClr val="97BC62"/>
          </a:solidFill>
          <a:ln w="12700">
            <a:solidFill>
              <a:srgbClr val="4A7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sz="2800"/>
          </a:p>
        </p:txBody>
      </p:sp>
      <p:sp>
        <p:nvSpPr>
          <p:cNvPr id="14" name="Rounded Rectangle 14">
            <a:extLst>
              <a:ext uri="{FF2B5EF4-FFF2-40B4-BE49-F238E27FC236}">
                <a16:creationId xmlns:a16="http://schemas.microsoft.com/office/drawing/2014/main" id="{4C14E0F2-5A9C-4F1A-BB60-E2AF1E4356F9}"/>
              </a:ext>
            </a:extLst>
          </p:cNvPr>
          <p:cNvSpPr/>
          <p:nvPr/>
        </p:nvSpPr>
        <p:spPr>
          <a:xfrm>
            <a:off x="425449" y="2840175"/>
            <a:ext cx="530352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7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sz="2800"/>
          </a:p>
        </p:txBody>
      </p:sp>
      <p:sp>
        <p:nvSpPr>
          <p:cNvPr id="15" name="Rounded Rectangle 15">
            <a:extLst>
              <a:ext uri="{FF2B5EF4-FFF2-40B4-BE49-F238E27FC236}">
                <a16:creationId xmlns:a16="http://schemas.microsoft.com/office/drawing/2014/main" id="{FDF951C3-C045-4491-818A-ADB7B7829A70}"/>
              </a:ext>
            </a:extLst>
          </p:cNvPr>
          <p:cNvSpPr/>
          <p:nvPr/>
        </p:nvSpPr>
        <p:spPr>
          <a:xfrm>
            <a:off x="425449" y="2840175"/>
            <a:ext cx="5303520" cy="256032"/>
          </a:xfrm>
          <a:prstGeom prst="roundRect">
            <a:avLst>
              <a:gd name="adj" fmla="val 10000"/>
            </a:avLst>
          </a:prstGeom>
          <a:solidFill>
            <a:srgbClr val="97BC62"/>
          </a:solidFill>
          <a:ln>
            <a:solidFill>
              <a:srgbClr val="97BC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sz="2800"/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2A6E97A4-D20D-41AE-9264-1601FB7BA0CB}"/>
              </a:ext>
            </a:extLst>
          </p:cNvPr>
          <p:cNvSpPr txBox="1"/>
          <p:nvPr/>
        </p:nvSpPr>
        <p:spPr>
          <a:xfrm>
            <a:off x="608329" y="2771215"/>
            <a:ext cx="4937760" cy="39395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MCP Protocol  ·  JSON-RPC tool call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1C1C73EB-7B86-413C-A874-3E876CD78E8B}"/>
              </a:ext>
            </a:extLst>
          </p:cNvPr>
          <p:cNvSpPr txBox="1"/>
          <p:nvPr/>
        </p:nvSpPr>
        <p:spPr>
          <a:xfrm>
            <a:off x="565913" y="3136529"/>
            <a:ext cx="5120640" cy="56630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600" b="0" dirty="0">
                <a:solidFill>
                  <a:srgbClr val="2C5F2D"/>
                </a:solidFill>
                <a:latin typeface="Consolas"/>
              </a:rPr>
              <a:t>{</a:t>
            </a:r>
            <a:r>
              <a:rPr lang="en-US" sz="1600" b="0" dirty="0">
                <a:solidFill>
                  <a:srgbClr val="2C5F2D"/>
                </a:solidFill>
                <a:latin typeface="Consolas"/>
              </a:rPr>
              <a:t> </a:t>
            </a:r>
            <a:r>
              <a:rPr sz="1600" b="0" dirty="0">
                <a:solidFill>
                  <a:srgbClr val="2C5F2D"/>
                </a:solidFill>
                <a:latin typeface="Consolas"/>
              </a:rPr>
              <a:t>"tool":"</a:t>
            </a:r>
            <a:r>
              <a:rPr sz="1600" b="0" dirty="0" err="1">
                <a:solidFill>
                  <a:srgbClr val="2C5F2D"/>
                </a:solidFill>
                <a:latin typeface="Consolas"/>
              </a:rPr>
              <a:t>read_row</a:t>
            </a:r>
            <a:r>
              <a:rPr sz="1600" b="0" dirty="0">
                <a:solidFill>
                  <a:srgbClr val="2C5F2D"/>
                </a:solidFill>
                <a:latin typeface="Consolas"/>
              </a:rPr>
              <a:t>",
  "</a:t>
            </a:r>
            <a:r>
              <a:rPr sz="1600" b="0" dirty="0" err="1">
                <a:solidFill>
                  <a:srgbClr val="2C5F2D"/>
                </a:solidFill>
                <a:latin typeface="Consolas"/>
              </a:rPr>
              <a:t>args</a:t>
            </a:r>
            <a:r>
              <a:rPr sz="1600" b="0" dirty="0">
                <a:solidFill>
                  <a:srgbClr val="2C5F2D"/>
                </a:solidFill>
                <a:latin typeface="Consolas"/>
              </a:rPr>
              <a:t>":{"</a:t>
            </a:r>
            <a:r>
              <a:rPr sz="1600" b="0" dirty="0" err="1">
                <a:solidFill>
                  <a:srgbClr val="2C5F2D"/>
                </a:solidFill>
                <a:latin typeface="Consolas"/>
              </a:rPr>
              <a:t>table":"customers</a:t>
            </a:r>
            <a:r>
              <a:rPr sz="1600" b="0" dirty="0">
                <a:solidFill>
                  <a:srgbClr val="2C5F2D"/>
                </a:solidFill>
                <a:latin typeface="Consolas"/>
              </a:rPr>
              <a:t>", "id": 42}}</a:t>
            </a:r>
          </a:p>
        </p:txBody>
      </p:sp>
      <p:sp>
        <p:nvSpPr>
          <p:cNvPr id="18" name="Down Arrow 18">
            <a:extLst>
              <a:ext uri="{FF2B5EF4-FFF2-40B4-BE49-F238E27FC236}">
                <a16:creationId xmlns:a16="http://schemas.microsoft.com/office/drawing/2014/main" id="{C42BFD35-4D21-451D-8971-20ECD4A0859F}"/>
              </a:ext>
            </a:extLst>
          </p:cNvPr>
          <p:cNvSpPr/>
          <p:nvPr/>
        </p:nvSpPr>
        <p:spPr>
          <a:xfrm>
            <a:off x="2848609" y="3873447"/>
            <a:ext cx="457200" cy="292608"/>
          </a:xfrm>
          <a:prstGeom prst="downArrow">
            <a:avLst>
              <a:gd name="adj1" fmla="val 45000"/>
              <a:gd name="adj2" fmla="val 55000"/>
            </a:avLst>
          </a:prstGeom>
          <a:solidFill>
            <a:srgbClr val="97BC62"/>
          </a:solidFill>
          <a:ln w="12700">
            <a:solidFill>
              <a:srgbClr val="4A7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sz="2800"/>
          </a:p>
        </p:txBody>
      </p:sp>
      <p:sp>
        <p:nvSpPr>
          <p:cNvPr id="19" name="Rounded Rectangle 19">
            <a:extLst>
              <a:ext uri="{FF2B5EF4-FFF2-40B4-BE49-F238E27FC236}">
                <a16:creationId xmlns:a16="http://schemas.microsoft.com/office/drawing/2014/main" id="{2E539027-9E44-4A86-AB5C-A18522475294}"/>
              </a:ext>
            </a:extLst>
          </p:cNvPr>
          <p:cNvSpPr/>
          <p:nvPr/>
        </p:nvSpPr>
        <p:spPr>
          <a:xfrm>
            <a:off x="425449" y="4239207"/>
            <a:ext cx="5303520" cy="1325880"/>
          </a:xfrm>
          <a:prstGeom prst="roundRect">
            <a:avLst>
              <a:gd name="adj" fmla="val 10000"/>
            </a:avLst>
          </a:prstGeom>
          <a:solidFill>
            <a:srgbClr val="EAF3E6"/>
          </a:solidFill>
          <a:ln w="15875">
            <a:solidFill>
              <a:srgbClr val="4A7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sz="2800"/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750D392D-2BC3-42F3-B37E-786FB99DF284}"/>
              </a:ext>
            </a:extLst>
          </p:cNvPr>
          <p:cNvSpPr txBox="1"/>
          <p:nvPr/>
        </p:nvSpPr>
        <p:spPr>
          <a:xfrm>
            <a:off x="590041" y="4294071"/>
            <a:ext cx="4974336" cy="42473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b="1">
                <a:solidFill>
                  <a:srgbClr val="21295C"/>
                </a:solidFill>
                <a:latin typeface="Calibri"/>
              </a:rPr>
              <a:t>Local MCP Database Server</a:t>
            </a:r>
          </a:p>
        </p:txBody>
      </p:sp>
      <p:sp>
        <p:nvSpPr>
          <p:cNvPr id="21" name="Rounded Rectangle 21">
            <a:extLst>
              <a:ext uri="{FF2B5EF4-FFF2-40B4-BE49-F238E27FC236}">
                <a16:creationId xmlns:a16="http://schemas.microsoft.com/office/drawing/2014/main" id="{209B8B22-C2A7-4119-9A94-349A3B2DB193}"/>
              </a:ext>
            </a:extLst>
          </p:cNvPr>
          <p:cNvSpPr/>
          <p:nvPr/>
        </p:nvSpPr>
        <p:spPr>
          <a:xfrm>
            <a:off x="590041" y="4656527"/>
            <a:ext cx="1609344" cy="347472"/>
          </a:xfrm>
          <a:prstGeom prst="roundRect">
            <a:avLst>
              <a:gd name="adj" fmla="val 10000"/>
            </a:avLst>
          </a:prstGeom>
          <a:solidFill>
            <a:srgbClr val="2C5F2D"/>
          </a:solidFill>
          <a:ln w="15875">
            <a:solidFill>
              <a:srgbClr val="2C5F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sz="2800"/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8D819EC1-7BEC-4D22-B753-E799B22BAE19}"/>
              </a:ext>
            </a:extLst>
          </p:cNvPr>
          <p:cNvSpPr txBox="1"/>
          <p:nvPr/>
        </p:nvSpPr>
        <p:spPr>
          <a:xfrm>
            <a:off x="590041" y="4664064"/>
            <a:ext cx="1609344" cy="332399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read_row</a:t>
            </a:r>
          </a:p>
        </p:txBody>
      </p:sp>
      <p:sp>
        <p:nvSpPr>
          <p:cNvPr id="23" name="Rounded Rectangle 23">
            <a:extLst>
              <a:ext uri="{FF2B5EF4-FFF2-40B4-BE49-F238E27FC236}">
                <a16:creationId xmlns:a16="http://schemas.microsoft.com/office/drawing/2014/main" id="{ED08A94E-BF27-40D8-9C83-AE54ACB0C701}"/>
              </a:ext>
            </a:extLst>
          </p:cNvPr>
          <p:cNvSpPr/>
          <p:nvPr/>
        </p:nvSpPr>
        <p:spPr>
          <a:xfrm>
            <a:off x="2272537" y="4656527"/>
            <a:ext cx="1609344" cy="347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7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sz="2800"/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399B85E0-5C64-41BB-9A2A-6E6278323A88}"/>
              </a:ext>
            </a:extLst>
          </p:cNvPr>
          <p:cNvSpPr txBox="1"/>
          <p:nvPr/>
        </p:nvSpPr>
        <p:spPr>
          <a:xfrm>
            <a:off x="2272537" y="4664064"/>
            <a:ext cx="1609344" cy="332399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200" b="0">
                <a:solidFill>
                  <a:srgbClr val="21295C"/>
                </a:solidFill>
                <a:latin typeface="Consolas"/>
              </a:rPr>
              <a:t>list_tables</a:t>
            </a:r>
          </a:p>
        </p:txBody>
      </p:sp>
      <p:sp>
        <p:nvSpPr>
          <p:cNvPr id="25" name="Rounded Rectangle 25">
            <a:extLst>
              <a:ext uri="{FF2B5EF4-FFF2-40B4-BE49-F238E27FC236}">
                <a16:creationId xmlns:a16="http://schemas.microsoft.com/office/drawing/2014/main" id="{1A5A9DE4-F3DB-4C9F-BF43-9FBB6C4D0BFC}"/>
              </a:ext>
            </a:extLst>
          </p:cNvPr>
          <p:cNvSpPr/>
          <p:nvPr/>
        </p:nvSpPr>
        <p:spPr>
          <a:xfrm>
            <a:off x="3955033" y="4656527"/>
            <a:ext cx="1609344" cy="347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7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sz="2800"/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9563B8E2-4936-46DC-97A8-28814BB73D80}"/>
              </a:ext>
            </a:extLst>
          </p:cNvPr>
          <p:cNvSpPr txBox="1"/>
          <p:nvPr/>
        </p:nvSpPr>
        <p:spPr>
          <a:xfrm>
            <a:off x="3955033" y="4664064"/>
            <a:ext cx="1609344" cy="332399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200" b="0" dirty="0" err="1">
                <a:solidFill>
                  <a:srgbClr val="21295C"/>
                </a:solidFill>
                <a:latin typeface="Consolas"/>
              </a:rPr>
              <a:t>delete_table</a:t>
            </a:r>
            <a:endParaRPr sz="1200" b="0" dirty="0">
              <a:solidFill>
                <a:srgbClr val="21295C"/>
              </a:solidFill>
              <a:latin typeface="Consolas"/>
            </a:endParaRPr>
          </a:p>
        </p:txBody>
      </p:sp>
      <p:sp>
        <p:nvSpPr>
          <p:cNvPr id="27" name="Can 27">
            <a:extLst>
              <a:ext uri="{FF2B5EF4-FFF2-40B4-BE49-F238E27FC236}">
                <a16:creationId xmlns:a16="http://schemas.microsoft.com/office/drawing/2014/main" id="{55C5F4B2-EF78-4A1F-8FEA-A7A5C970C022}"/>
              </a:ext>
            </a:extLst>
          </p:cNvPr>
          <p:cNvSpPr/>
          <p:nvPr/>
        </p:nvSpPr>
        <p:spPr>
          <a:xfrm>
            <a:off x="2734309" y="5040575"/>
            <a:ext cx="685800" cy="329184"/>
          </a:xfrm>
          <a:prstGeom prst="can">
            <a:avLst/>
          </a:prstGeom>
          <a:solidFill>
            <a:srgbClr val="FFFFFF"/>
          </a:solidFill>
          <a:ln w="15875">
            <a:solidFill>
              <a:srgbClr val="4A7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sz="2800"/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F9F2B93C-AF15-49E4-AE02-7A2F3A11A96C}"/>
              </a:ext>
            </a:extLst>
          </p:cNvPr>
          <p:cNvSpPr txBox="1"/>
          <p:nvPr/>
        </p:nvSpPr>
        <p:spPr>
          <a:xfrm>
            <a:off x="590041" y="5351471"/>
            <a:ext cx="4974336" cy="20621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100" b="0" dirty="0">
                <a:solidFill>
                  <a:srgbClr val="21295C"/>
                </a:solidFill>
                <a:latin typeface="Calibri"/>
              </a:rPr>
              <a:t>SQL customers table</a:t>
            </a:r>
          </a:p>
        </p:txBody>
      </p:sp>
      <p:sp>
        <p:nvSpPr>
          <p:cNvPr id="29" name="Rounded Rectangle 29">
            <a:extLst>
              <a:ext uri="{FF2B5EF4-FFF2-40B4-BE49-F238E27FC236}">
                <a16:creationId xmlns:a16="http://schemas.microsoft.com/office/drawing/2014/main" id="{5FF39FDA-B1BD-41AF-89D7-27CE2EC7E473}"/>
              </a:ext>
            </a:extLst>
          </p:cNvPr>
          <p:cNvSpPr/>
          <p:nvPr/>
        </p:nvSpPr>
        <p:spPr>
          <a:xfrm>
            <a:off x="425449" y="5656527"/>
            <a:ext cx="5303520" cy="411480"/>
          </a:xfrm>
          <a:prstGeom prst="roundRect">
            <a:avLst>
              <a:gd name="adj" fmla="val 10000"/>
            </a:avLst>
          </a:prstGeom>
          <a:solidFill>
            <a:srgbClr val="EAF3E6"/>
          </a:solidFill>
          <a:ln w="15875">
            <a:solidFill>
              <a:srgbClr val="2C5F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sz="2800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A072EA47-725D-4C0F-BBB2-94D41FA34DBA}"/>
              </a:ext>
            </a:extLst>
          </p:cNvPr>
          <p:cNvSpPr/>
          <p:nvPr/>
        </p:nvSpPr>
        <p:spPr>
          <a:xfrm>
            <a:off x="553465" y="5715963"/>
            <a:ext cx="292608" cy="292608"/>
          </a:xfrm>
          <a:prstGeom prst="ellipse">
            <a:avLst/>
          </a:prstGeom>
          <a:solidFill>
            <a:srgbClr val="2C5F2D"/>
          </a:solidFill>
          <a:ln>
            <a:solidFill>
              <a:srgbClr val="2C5F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sz="2800"/>
          </a:p>
        </p:txBody>
      </p:sp>
      <p:sp>
        <p:nvSpPr>
          <p:cNvPr id="31" name="TextBox 31">
            <a:extLst>
              <a:ext uri="{FF2B5EF4-FFF2-40B4-BE49-F238E27FC236}">
                <a16:creationId xmlns:a16="http://schemas.microsoft.com/office/drawing/2014/main" id="{B93656EA-0BC3-49CA-92F5-314320E54468}"/>
              </a:ext>
            </a:extLst>
          </p:cNvPr>
          <p:cNvSpPr txBox="1"/>
          <p:nvPr/>
        </p:nvSpPr>
        <p:spPr>
          <a:xfrm>
            <a:off x="553465" y="5708378"/>
            <a:ext cx="292608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45E20121-D7F8-4871-B0C5-E607D2922B8A}"/>
              </a:ext>
            </a:extLst>
          </p:cNvPr>
          <p:cNvSpPr txBox="1"/>
          <p:nvPr/>
        </p:nvSpPr>
        <p:spPr>
          <a:xfrm>
            <a:off x="937513" y="5665290"/>
            <a:ext cx="4736592" cy="39395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600" b="1">
                <a:solidFill>
                  <a:srgbClr val="2C5F2D"/>
                </a:solidFill>
                <a:latin typeface="Calibri"/>
              </a:rPr>
              <a:t>Legitimate read  ·  low risk  ·  allow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ED0C0A56-E7EF-4776-B11C-191EB2B8C9A2}"/>
              </a:ext>
            </a:extLst>
          </p:cNvPr>
          <p:cNvSpPr txBox="1"/>
          <p:nvPr/>
        </p:nvSpPr>
        <p:spPr>
          <a:xfrm>
            <a:off x="425449" y="6141159"/>
            <a:ext cx="5303520" cy="640175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600" b="0">
                <a:solidFill>
                  <a:srgbClr val="21295C"/>
                </a:solidFill>
                <a:latin typeface="Calibri"/>
              </a:rPr>
              <a:t>Single row returned. Read-only intent matches a low-impact tool.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1BC941D-47E1-4E3F-834B-3AB23CDB47C4}"/>
              </a:ext>
            </a:extLst>
          </p:cNvPr>
          <p:cNvSpPr/>
          <p:nvPr/>
        </p:nvSpPr>
        <p:spPr>
          <a:xfrm>
            <a:off x="6140449" y="938223"/>
            <a:ext cx="5760720" cy="5806440"/>
          </a:xfrm>
          <a:prstGeom prst="rect">
            <a:avLst/>
          </a:prstGeom>
          <a:solidFill>
            <a:srgbClr val="FFFFFF"/>
          </a:solidFill>
          <a:ln w="19050">
            <a:solidFill>
              <a:srgbClr val="B85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144F236-F3B3-458C-AB3A-FC510CFF9A84}"/>
              </a:ext>
            </a:extLst>
          </p:cNvPr>
          <p:cNvSpPr/>
          <p:nvPr/>
        </p:nvSpPr>
        <p:spPr>
          <a:xfrm>
            <a:off x="6140449" y="938223"/>
            <a:ext cx="5760720" cy="457200"/>
          </a:xfrm>
          <a:prstGeom prst="rect">
            <a:avLst/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36" name="TextBox 36">
            <a:extLst>
              <a:ext uri="{FF2B5EF4-FFF2-40B4-BE49-F238E27FC236}">
                <a16:creationId xmlns:a16="http://schemas.microsoft.com/office/drawing/2014/main" id="{29E0F88E-CF44-4BD6-9EE8-58EDE3B5D048}"/>
              </a:ext>
            </a:extLst>
          </p:cNvPr>
          <p:cNvSpPr txBox="1"/>
          <p:nvPr/>
        </p:nvSpPr>
        <p:spPr>
          <a:xfrm>
            <a:off x="6369049" y="939069"/>
            <a:ext cx="5303520" cy="455509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000" b="0" dirty="0">
                <a:solidFill>
                  <a:srgbClr val="FFFFFF"/>
                </a:solidFill>
                <a:latin typeface="Calibri"/>
              </a:rPr>
              <a:t>Malicious Scenario</a:t>
            </a:r>
          </a:p>
        </p:txBody>
      </p:sp>
      <p:sp>
        <p:nvSpPr>
          <p:cNvPr id="37" name="Rounded Rectangle 37">
            <a:extLst>
              <a:ext uri="{FF2B5EF4-FFF2-40B4-BE49-F238E27FC236}">
                <a16:creationId xmlns:a16="http://schemas.microsoft.com/office/drawing/2014/main" id="{B70CCB89-3999-465E-A83B-941643D65D96}"/>
              </a:ext>
            </a:extLst>
          </p:cNvPr>
          <p:cNvSpPr/>
          <p:nvPr/>
        </p:nvSpPr>
        <p:spPr>
          <a:xfrm>
            <a:off x="6369049" y="1578303"/>
            <a:ext cx="5303520" cy="822960"/>
          </a:xfrm>
          <a:prstGeom prst="roundRect">
            <a:avLst>
              <a:gd name="adj" fmla="val 10000"/>
            </a:avLst>
          </a:prstGeom>
          <a:solidFill>
            <a:srgbClr val="FCE8E2"/>
          </a:solidFill>
          <a:ln w="15875">
            <a:solidFill>
              <a:srgbClr val="8E2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sz="2800"/>
          </a:p>
        </p:txBody>
      </p:sp>
      <p:sp>
        <p:nvSpPr>
          <p:cNvPr id="38" name="Rounded Rectangle 38">
            <a:extLst>
              <a:ext uri="{FF2B5EF4-FFF2-40B4-BE49-F238E27FC236}">
                <a16:creationId xmlns:a16="http://schemas.microsoft.com/office/drawing/2014/main" id="{6D2FF051-856F-4CBB-A20C-22FBDE697794}"/>
              </a:ext>
            </a:extLst>
          </p:cNvPr>
          <p:cNvSpPr/>
          <p:nvPr/>
        </p:nvSpPr>
        <p:spPr>
          <a:xfrm>
            <a:off x="6551929" y="1669743"/>
            <a:ext cx="640080" cy="640080"/>
          </a:xfrm>
          <a:prstGeom prst="roundRect">
            <a:avLst>
              <a:gd name="adj" fmla="val 10000"/>
            </a:avLst>
          </a:prstGeom>
          <a:solidFill>
            <a:srgbClr val="B85042"/>
          </a:solidFill>
          <a:ln>
            <a:solidFill>
              <a:srgbClr val="B85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sz="2800"/>
          </a:p>
        </p:txBody>
      </p:sp>
      <p:sp>
        <p:nvSpPr>
          <p:cNvPr id="39" name="TextBox 39">
            <a:extLst>
              <a:ext uri="{FF2B5EF4-FFF2-40B4-BE49-F238E27FC236}">
                <a16:creationId xmlns:a16="http://schemas.microsoft.com/office/drawing/2014/main" id="{6C329243-498E-49DB-A062-CDB3192A0051}"/>
              </a:ext>
            </a:extLst>
          </p:cNvPr>
          <p:cNvSpPr txBox="1"/>
          <p:nvPr/>
        </p:nvSpPr>
        <p:spPr>
          <a:xfrm>
            <a:off x="6551929" y="1700473"/>
            <a:ext cx="640080" cy="5786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AI</a:t>
            </a:r>
          </a:p>
        </p:txBody>
      </p:sp>
      <p:sp>
        <p:nvSpPr>
          <p:cNvPr id="40" name="TextBox 40">
            <a:extLst>
              <a:ext uri="{FF2B5EF4-FFF2-40B4-BE49-F238E27FC236}">
                <a16:creationId xmlns:a16="http://schemas.microsoft.com/office/drawing/2014/main" id="{638B2FE2-AE79-4EA5-A388-DD11DE1BE617}"/>
              </a:ext>
            </a:extLst>
          </p:cNvPr>
          <p:cNvSpPr txBox="1"/>
          <p:nvPr/>
        </p:nvSpPr>
        <p:spPr>
          <a:xfrm>
            <a:off x="7356601" y="1585353"/>
            <a:ext cx="4334256" cy="42473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b="1">
                <a:solidFill>
                  <a:srgbClr val="21295C"/>
                </a:solidFill>
                <a:latin typeface="Calibri"/>
              </a:rPr>
              <a:t>AI Agent  (LLM Client)</a:t>
            </a:r>
          </a:p>
        </p:txBody>
      </p:sp>
      <p:sp>
        <p:nvSpPr>
          <p:cNvPr id="41" name="TextBox 41">
            <a:extLst>
              <a:ext uri="{FF2B5EF4-FFF2-40B4-BE49-F238E27FC236}">
                <a16:creationId xmlns:a16="http://schemas.microsoft.com/office/drawing/2014/main" id="{58F42DD5-0C81-4D6F-A25E-4724788AD01D}"/>
              </a:ext>
            </a:extLst>
          </p:cNvPr>
          <p:cNvSpPr txBox="1"/>
          <p:nvPr/>
        </p:nvSpPr>
        <p:spPr>
          <a:xfrm>
            <a:off x="7356600" y="1826622"/>
            <a:ext cx="4334257" cy="640175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>
            <a:defPPr>
              <a:defRPr lang="en-US"/>
            </a:defPPr>
            <a:lvl1pPr defTabSz="457200">
              <a:defRPr sz="1600" b="1">
                <a:solidFill>
                  <a:srgbClr val="555B6A"/>
                </a:solidFill>
                <a:latin typeface="Calibri"/>
              </a:defRPr>
            </a:lvl1pPr>
            <a:lvl2pPr defTabSz="457200"/>
            <a:lvl3pPr defTabSz="457200"/>
            <a:lvl4pPr defTabSz="457200"/>
            <a:lvl5pPr defTabSz="457200"/>
            <a:lvl6pPr defTabSz="457200"/>
            <a:lvl7pPr defTabSz="457200"/>
            <a:lvl8pPr defTabSz="457200"/>
            <a:lvl9pPr defTabSz="457200"/>
          </a:lstStyle>
          <a:p>
            <a:r>
              <a:rPr dirty="0"/>
              <a:t>User instruction: </a:t>
            </a:r>
            <a:r>
              <a:rPr dirty="0">
                <a:latin typeface="Cascadia Code" panose="020B0609020000020004" pitchFamily="49" charset="0"/>
                <a:cs typeface="Cascadia Code" panose="020B0609020000020004" pitchFamily="49" charset="0"/>
              </a:rPr>
              <a:t>“Drop the customers table.”</a:t>
            </a:r>
          </a:p>
        </p:txBody>
      </p:sp>
      <p:sp>
        <p:nvSpPr>
          <p:cNvPr id="42" name="Down Arrow 42">
            <a:extLst>
              <a:ext uri="{FF2B5EF4-FFF2-40B4-BE49-F238E27FC236}">
                <a16:creationId xmlns:a16="http://schemas.microsoft.com/office/drawing/2014/main" id="{B4582761-8E01-41AC-8736-6115C7FC6BDF}"/>
              </a:ext>
            </a:extLst>
          </p:cNvPr>
          <p:cNvSpPr/>
          <p:nvPr/>
        </p:nvSpPr>
        <p:spPr>
          <a:xfrm>
            <a:off x="8792209" y="2474415"/>
            <a:ext cx="457200" cy="292608"/>
          </a:xfrm>
          <a:prstGeom prst="downArrow">
            <a:avLst>
              <a:gd name="adj1" fmla="val 45000"/>
              <a:gd name="adj2" fmla="val 55000"/>
            </a:avLst>
          </a:prstGeom>
          <a:solidFill>
            <a:srgbClr val="E8917A"/>
          </a:solidFill>
          <a:ln w="12700">
            <a:solidFill>
              <a:srgbClr val="8E2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sz="2800"/>
          </a:p>
        </p:txBody>
      </p:sp>
      <p:sp>
        <p:nvSpPr>
          <p:cNvPr id="43" name="Rounded Rectangle 43">
            <a:extLst>
              <a:ext uri="{FF2B5EF4-FFF2-40B4-BE49-F238E27FC236}">
                <a16:creationId xmlns:a16="http://schemas.microsoft.com/office/drawing/2014/main" id="{8A57F4F2-B422-404D-8F1D-D63942DA6900}"/>
              </a:ext>
            </a:extLst>
          </p:cNvPr>
          <p:cNvSpPr/>
          <p:nvPr/>
        </p:nvSpPr>
        <p:spPr>
          <a:xfrm>
            <a:off x="6369049" y="2840175"/>
            <a:ext cx="530352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8E2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sz="2800"/>
          </a:p>
        </p:txBody>
      </p:sp>
      <p:sp>
        <p:nvSpPr>
          <p:cNvPr id="44" name="Rounded Rectangle 44">
            <a:extLst>
              <a:ext uri="{FF2B5EF4-FFF2-40B4-BE49-F238E27FC236}">
                <a16:creationId xmlns:a16="http://schemas.microsoft.com/office/drawing/2014/main" id="{EDD6E163-DF1A-4D91-AE5E-6760AAEB4E2A}"/>
              </a:ext>
            </a:extLst>
          </p:cNvPr>
          <p:cNvSpPr/>
          <p:nvPr/>
        </p:nvSpPr>
        <p:spPr>
          <a:xfrm>
            <a:off x="6369049" y="2840175"/>
            <a:ext cx="5303520" cy="256032"/>
          </a:xfrm>
          <a:prstGeom prst="roundRect">
            <a:avLst>
              <a:gd name="adj" fmla="val 10000"/>
            </a:avLst>
          </a:prstGeom>
          <a:solidFill>
            <a:srgbClr val="E8917A"/>
          </a:solidFill>
          <a:ln>
            <a:solidFill>
              <a:srgbClr val="E89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sz="2800"/>
          </a:p>
        </p:txBody>
      </p:sp>
      <p:sp>
        <p:nvSpPr>
          <p:cNvPr id="45" name="TextBox 45">
            <a:extLst>
              <a:ext uri="{FF2B5EF4-FFF2-40B4-BE49-F238E27FC236}">
                <a16:creationId xmlns:a16="http://schemas.microsoft.com/office/drawing/2014/main" id="{6F9DF8B4-B376-4D65-A3DC-D1A571AAEB53}"/>
              </a:ext>
            </a:extLst>
          </p:cNvPr>
          <p:cNvSpPr txBox="1"/>
          <p:nvPr/>
        </p:nvSpPr>
        <p:spPr>
          <a:xfrm>
            <a:off x="6551929" y="2771215"/>
            <a:ext cx="4937760" cy="39395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MCP Protocol  ·  JSON-RPC tool call</a:t>
            </a:r>
          </a:p>
        </p:txBody>
      </p:sp>
      <p:sp>
        <p:nvSpPr>
          <p:cNvPr id="46" name="TextBox 46">
            <a:extLst>
              <a:ext uri="{FF2B5EF4-FFF2-40B4-BE49-F238E27FC236}">
                <a16:creationId xmlns:a16="http://schemas.microsoft.com/office/drawing/2014/main" id="{BB8E6A9B-C7B4-49EE-A6FB-5E1C04BFD1C7}"/>
              </a:ext>
            </a:extLst>
          </p:cNvPr>
          <p:cNvSpPr txBox="1"/>
          <p:nvPr/>
        </p:nvSpPr>
        <p:spPr>
          <a:xfrm>
            <a:off x="6509513" y="3136529"/>
            <a:ext cx="4846320" cy="56630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600" b="0" dirty="0">
                <a:solidFill>
                  <a:srgbClr val="B85042"/>
                </a:solidFill>
                <a:latin typeface="Consolas"/>
              </a:rPr>
              <a:t>{"tool":"</a:t>
            </a:r>
            <a:r>
              <a:rPr sz="1600" b="0" dirty="0" err="1">
                <a:solidFill>
                  <a:srgbClr val="B85042"/>
                </a:solidFill>
                <a:latin typeface="Consolas"/>
              </a:rPr>
              <a:t>delete_table</a:t>
            </a:r>
            <a:r>
              <a:rPr sz="1600" b="0" dirty="0">
                <a:solidFill>
                  <a:srgbClr val="B85042"/>
                </a:solidFill>
                <a:latin typeface="Consolas"/>
              </a:rPr>
              <a:t>",
 "</a:t>
            </a:r>
            <a:r>
              <a:rPr sz="1600" b="0" dirty="0" err="1">
                <a:solidFill>
                  <a:srgbClr val="B85042"/>
                </a:solidFill>
                <a:latin typeface="Consolas"/>
              </a:rPr>
              <a:t>args</a:t>
            </a:r>
            <a:r>
              <a:rPr sz="1600" b="0" dirty="0">
                <a:solidFill>
                  <a:srgbClr val="B85042"/>
                </a:solidFill>
                <a:latin typeface="Consolas"/>
              </a:rPr>
              <a:t>":{"</a:t>
            </a:r>
            <a:r>
              <a:rPr sz="1600" b="0" dirty="0" err="1">
                <a:solidFill>
                  <a:srgbClr val="B85042"/>
                </a:solidFill>
                <a:latin typeface="Consolas"/>
              </a:rPr>
              <a:t>table":"customers</a:t>
            </a:r>
            <a:r>
              <a:rPr sz="1600" b="0" dirty="0">
                <a:solidFill>
                  <a:srgbClr val="B85042"/>
                </a:solidFill>
                <a:latin typeface="Consolas"/>
              </a:rPr>
              <a:t>"}</a:t>
            </a:r>
            <a:r>
              <a:rPr lang="en-US" sz="1600" dirty="0">
                <a:solidFill>
                  <a:srgbClr val="B85042"/>
                </a:solidFill>
                <a:latin typeface="Consolas"/>
              </a:rPr>
              <a:t>}</a:t>
            </a:r>
            <a:endParaRPr sz="1600" b="0" dirty="0">
              <a:solidFill>
                <a:srgbClr val="B85042"/>
              </a:solidFill>
              <a:latin typeface="Consolas"/>
            </a:endParaRPr>
          </a:p>
        </p:txBody>
      </p:sp>
      <p:sp>
        <p:nvSpPr>
          <p:cNvPr id="47" name="Down Arrow 47">
            <a:extLst>
              <a:ext uri="{FF2B5EF4-FFF2-40B4-BE49-F238E27FC236}">
                <a16:creationId xmlns:a16="http://schemas.microsoft.com/office/drawing/2014/main" id="{DC7F5A41-FA3F-4D20-920E-91238A729262}"/>
              </a:ext>
            </a:extLst>
          </p:cNvPr>
          <p:cNvSpPr/>
          <p:nvPr/>
        </p:nvSpPr>
        <p:spPr>
          <a:xfrm>
            <a:off x="8792209" y="3873447"/>
            <a:ext cx="457200" cy="292608"/>
          </a:xfrm>
          <a:prstGeom prst="downArrow">
            <a:avLst>
              <a:gd name="adj1" fmla="val 45000"/>
              <a:gd name="adj2" fmla="val 55000"/>
            </a:avLst>
          </a:prstGeom>
          <a:solidFill>
            <a:srgbClr val="E8917A"/>
          </a:solidFill>
          <a:ln w="12700">
            <a:solidFill>
              <a:srgbClr val="8E2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sz="2800"/>
          </a:p>
        </p:txBody>
      </p:sp>
      <p:sp>
        <p:nvSpPr>
          <p:cNvPr id="48" name="Rounded Rectangle 48">
            <a:extLst>
              <a:ext uri="{FF2B5EF4-FFF2-40B4-BE49-F238E27FC236}">
                <a16:creationId xmlns:a16="http://schemas.microsoft.com/office/drawing/2014/main" id="{652C90B9-0B88-4E26-8C45-281C21714B0D}"/>
              </a:ext>
            </a:extLst>
          </p:cNvPr>
          <p:cNvSpPr/>
          <p:nvPr/>
        </p:nvSpPr>
        <p:spPr>
          <a:xfrm>
            <a:off x="6369049" y="4239207"/>
            <a:ext cx="5303520" cy="1325880"/>
          </a:xfrm>
          <a:prstGeom prst="roundRect">
            <a:avLst>
              <a:gd name="adj" fmla="val 10000"/>
            </a:avLst>
          </a:prstGeom>
          <a:solidFill>
            <a:srgbClr val="FCE8E2"/>
          </a:solidFill>
          <a:ln w="15875">
            <a:solidFill>
              <a:srgbClr val="8E2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sz="2800"/>
          </a:p>
        </p:txBody>
      </p:sp>
      <p:sp>
        <p:nvSpPr>
          <p:cNvPr id="49" name="TextBox 49">
            <a:extLst>
              <a:ext uri="{FF2B5EF4-FFF2-40B4-BE49-F238E27FC236}">
                <a16:creationId xmlns:a16="http://schemas.microsoft.com/office/drawing/2014/main" id="{65773D8C-E7AE-4247-AEFF-9267025A1860}"/>
              </a:ext>
            </a:extLst>
          </p:cNvPr>
          <p:cNvSpPr txBox="1"/>
          <p:nvPr/>
        </p:nvSpPr>
        <p:spPr>
          <a:xfrm>
            <a:off x="6533641" y="4294071"/>
            <a:ext cx="4974336" cy="42473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b="1">
                <a:solidFill>
                  <a:srgbClr val="21295C"/>
                </a:solidFill>
                <a:latin typeface="Calibri"/>
              </a:rPr>
              <a:t>Local MCP Database Server</a:t>
            </a:r>
          </a:p>
        </p:txBody>
      </p:sp>
      <p:sp>
        <p:nvSpPr>
          <p:cNvPr id="50" name="Rounded Rectangle 50">
            <a:extLst>
              <a:ext uri="{FF2B5EF4-FFF2-40B4-BE49-F238E27FC236}">
                <a16:creationId xmlns:a16="http://schemas.microsoft.com/office/drawing/2014/main" id="{4899A424-4ABD-434C-A82F-4ED3F658DA3C}"/>
              </a:ext>
            </a:extLst>
          </p:cNvPr>
          <p:cNvSpPr/>
          <p:nvPr/>
        </p:nvSpPr>
        <p:spPr>
          <a:xfrm>
            <a:off x="6533641" y="4656527"/>
            <a:ext cx="1609344" cy="347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8E2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sz="2800"/>
          </a:p>
        </p:txBody>
      </p:sp>
      <p:sp>
        <p:nvSpPr>
          <p:cNvPr id="51" name="TextBox 51">
            <a:extLst>
              <a:ext uri="{FF2B5EF4-FFF2-40B4-BE49-F238E27FC236}">
                <a16:creationId xmlns:a16="http://schemas.microsoft.com/office/drawing/2014/main" id="{499E9075-0616-4608-98ED-404C4275E8B4}"/>
              </a:ext>
            </a:extLst>
          </p:cNvPr>
          <p:cNvSpPr txBox="1"/>
          <p:nvPr/>
        </p:nvSpPr>
        <p:spPr>
          <a:xfrm>
            <a:off x="6533641" y="4664064"/>
            <a:ext cx="1609344" cy="332399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200" b="0">
                <a:solidFill>
                  <a:srgbClr val="21295C"/>
                </a:solidFill>
                <a:latin typeface="Consolas"/>
              </a:rPr>
              <a:t>read_row</a:t>
            </a:r>
          </a:p>
        </p:txBody>
      </p:sp>
      <p:sp>
        <p:nvSpPr>
          <p:cNvPr id="52" name="Rounded Rectangle 52">
            <a:extLst>
              <a:ext uri="{FF2B5EF4-FFF2-40B4-BE49-F238E27FC236}">
                <a16:creationId xmlns:a16="http://schemas.microsoft.com/office/drawing/2014/main" id="{CF93DDD2-A363-4A3B-8926-8FB810FAA9FC}"/>
              </a:ext>
            </a:extLst>
          </p:cNvPr>
          <p:cNvSpPr/>
          <p:nvPr/>
        </p:nvSpPr>
        <p:spPr>
          <a:xfrm>
            <a:off x="8216137" y="4656527"/>
            <a:ext cx="1609344" cy="347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8E2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sz="2800"/>
          </a:p>
        </p:txBody>
      </p:sp>
      <p:sp>
        <p:nvSpPr>
          <p:cNvPr id="53" name="TextBox 53">
            <a:extLst>
              <a:ext uri="{FF2B5EF4-FFF2-40B4-BE49-F238E27FC236}">
                <a16:creationId xmlns:a16="http://schemas.microsoft.com/office/drawing/2014/main" id="{D04D66DB-9C2C-4EDB-ADCC-66F5BB0F7B95}"/>
              </a:ext>
            </a:extLst>
          </p:cNvPr>
          <p:cNvSpPr txBox="1"/>
          <p:nvPr/>
        </p:nvSpPr>
        <p:spPr>
          <a:xfrm>
            <a:off x="8216137" y="4664064"/>
            <a:ext cx="1609344" cy="332399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200" b="0">
                <a:solidFill>
                  <a:srgbClr val="21295C"/>
                </a:solidFill>
                <a:latin typeface="Consolas"/>
              </a:rPr>
              <a:t>list_tables</a:t>
            </a:r>
          </a:p>
        </p:txBody>
      </p:sp>
      <p:sp>
        <p:nvSpPr>
          <p:cNvPr id="54" name="Rounded Rectangle 54">
            <a:extLst>
              <a:ext uri="{FF2B5EF4-FFF2-40B4-BE49-F238E27FC236}">
                <a16:creationId xmlns:a16="http://schemas.microsoft.com/office/drawing/2014/main" id="{B1588D85-E647-46DF-B2CF-557824B29D3B}"/>
              </a:ext>
            </a:extLst>
          </p:cNvPr>
          <p:cNvSpPr/>
          <p:nvPr/>
        </p:nvSpPr>
        <p:spPr>
          <a:xfrm>
            <a:off x="9898633" y="4656527"/>
            <a:ext cx="1609344" cy="347472"/>
          </a:xfrm>
          <a:prstGeom prst="roundRect">
            <a:avLst>
              <a:gd name="adj" fmla="val 10000"/>
            </a:avLst>
          </a:prstGeom>
          <a:solidFill>
            <a:srgbClr val="B85042"/>
          </a:solidFill>
          <a:ln w="15875">
            <a:solidFill>
              <a:srgbClr val="B85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sz="2800"/>
          </a:p>
        </p:txBody>
      </p:sp>
      <p:sp>
        <p:nvSpPr>
          <p:cNvPr id="55" name="TextBox 55">
            <a:extLst>
              <a:ext uri="{FF2B5EF4-FFF2-40B4-BE49-F238E27FC236}">
                <a16:creationId xmlns:a16="http://schemas.microsoft.com/office/drawing/2014/main" id="{7B0B1FB8-3C32-44F4-8E20-A3921DAA9D09}"/>
              </a:ext>
            </a:extLst>
          </p:cNvPr>
          <p:cNvSpPr txBox="1"/>
          <p:nvPr/>
        </p:nvSpPr>
        <p:spPr>
          <a:xfrm>
            <a:off x="9898633" y="4664064"/>
            <a:ext cx="1609344" cy="332399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delete_table</a:t>
            </a:r>
          </a:p>
        </p:txBody>
      </p:sp>
      <p:sp>
        <p:nvSpPr>
          <p:cNvPr id="56" name="Can 56">
            <a:extLst>
              <a:ext uri="{FF2B5EF4-FFF2-40B4-BE49-F238E27FC236}">
                <a16:creationId xmlns:a16="http://schemas.microsoft.com/office/drawing/2014/main" id="{059E45D6-4875-435B-AB7C-A015B856B423}"/>
              </a:ext>
            </a:extLst>
          </p:cNvPr>
          <p:cNvSpPr/>
          <p:nvPr/>
        </p:nvSpPr>
        <p:spPr>
          <a:xfrm>
            <a:off x="8677909" y="5040575"/>
            <a:ext cx="685800" cy="329184"/>
          </a:xfrm>
          <a:prstGeom prst="can">
            <a:avLst/>
          </a:prstGeom>
          <a:solidFill>
            <a:srgbClr val="FFFFFF"/>
          </a:solidFill>
          <a:ln w="15875">
            <a:solidFill>
              <a:srgbClr val="8E2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sz="2800"/>
          </a:p>
        </p:txBody>
      </p:sp>
      <p:sp>
        <p:nvSpPr>
          <p:cNvPr id="57" name="TextBox 57">
            <a:extLst>
              <a:ext uri="{FF2B5EF4-FFF2-40B4-BE49-F238E27FC236}">
                <a16:creationId xmlns:a16="http://schemas.microsoft.com/office/drawing/2014/main" id="{71261FC7-0DC6-44CA-960B-362C9A7A7258}"/>
              </a:ext>
            </a:extLst>
          </p:cNvPr>
          <p:cNvSpPr txBox="1"/>
          <p:nvPr/>
        </p:nvSpPr>
        <p:spPr>
          <a:xfrm>
            <a:off x="6533641" y="5351471"/>
            <a:ext cx="4974336" cy="20621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100" b="0" dirty="0">
                <a:solidFill>
                  <a:srgbClr val="21295C"/>
                </a:solidFill>
                <a:latin typeface="Calibri"/>
              </a:rPr>
              <a:t>SQL customers table</a:t>
            </a:r>
          </a:p>
        </p:txBody>
      </p:sp>
      <p:sp>
        <p:nvSpPr>
          <p:cNvPr id="58" name="Rounded Rectangle 58">
            <a:extLst>
              <a:ext uri="{FF2B5EF4-FFF2-40B4-BE49-F238E27FC236}">
                <a16:creationId xmlns:a16="http://schemas.microsoft.com/office/drawing/2014/main" id="{05EC2684-3BF0-4CA3-BB0F-49CB2F546BBF}"/>
              </a:ext>
            </a:extLst>
          </p:cNvPr>
          <p:cNvSpPr/>
          <p:nvPr/>
        </p:nvSpPr>
        <p:spPr>
          <a:xfrm>
            <a:off x="6369049" y="5656527"/>
            <a:ext cx="5303520" cy="411480"/>
          </a:xfrm>
          <a:prstGeom prst="roundRect">
            <a:avLst>
              <a:gd name="adj" fmla="val 10000"/>
            </a:avLst>
          </a:prstGeom>
          <a:solidFill>
            <a:srgbClr val="FCE8E2"/>
          </a:solidFill>
          <a:ln w="15875">
            <a:solidFill>
              <a:srgbClr val="B85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sz="2800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C7DEA1B2-BB1C-4B25-8B71-51DD7ED7540D}"/>
              </a:ext>
            </a:extLst>
          </p:cNvPr>
          <p:cNvSpPr/>
          <p:nvPr/>
        </p:nvSpPr>
        <p:spPr>
          <a:xfrm>
            <a:off x="6497065" y="5715963"/>
            <a:ext cx="292608" cy="292608"/>
          </a:xfrm>
          <a:prstGeom prst="ellipse">
            <a:avLst/>
          </a:prstGeom>
          <a:solidFill>
            <a:srgbClr val="B85042"/>
          </a:solidFill>
          <a:ln>
            <a:solidFill>
              <a:srgbClr val="B85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sz="2800"/>
          </a:p>
        </p:txBody>
      </p:sp>
      <p:sp>
        <p:nvSpPr>
          <p:cNvPr id="60" name="TextBox 60">
            <a:extLst>
              <a:ext uri="{FF2B5EF4-FFF2-40B4-BE49-F238E27FC236}">
                <a16:creationId xmlns:a16="http://schemas.microsoft.com/office/drawing/2014/main" id="{0FC9BD49-87BE-4838-A335-082FF8EF8304}"/>
              </a:ext>
            </a:extLst>
          </p:cNvPr>
          <p:cNvSpPr txBox="1"/>
          <p:nvPr/>
        </p:nvSpPr>
        <p:spPr>
          <a:xfrm>
            <a:off x="6497065" y="5708378"/>
            <a:ext cx="292608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61" name="TextBox 61">
            <a:extLst>
              <a:ext uri="{FF2B5EF4-FFF2-40B4-BE49-F238E27FC236}">
                <a16:creationId xmlns:a16="http://schemas.microsoft.com/office/drawing/2014/main" id="{482F1F3E-12B5-41A8-B775-5F3DEE2CE298}"/>
              </a:ext>
            </a:extLst>
          </p:cNvPr>
          <p:cNvSpPr txBox="1"/>
          <p:nvPr/>
        </p:nvSpPr>
        <p:spPr>
          <a:xfrm>
            <a:off x="6881113" y="5665290"/>
            <a:ext cx="4736592" cy="39395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600" b="1">
                <a:solidFill>
                  <a:srgbClr val="B85042"/>
                </a:solidFill>
                <a:latin typeface="Calibri"/>
              </a:rPr>
              <a:t>Destructive call  ·  high risk  ·  deny / gate</a:t>
            </a:r>
          </a:p>
        </p:txBody>
      </p:sp>
      <p:sp>
        <p:nvSpPr>
          <p:cNvPr id="62" name="TextBox 62">
            <a:extLst>
              <a:ext uri="{FF2B5EF4-FFF2-40B4-BE49-F238E27FC236}">
                <a16:creationId xmlns:a16="http://schemas.microsoft.com/office/drawing/2014/main" id="{FB66FC45-5420-4BAE-A8DB-B90ABCE1047C}"/>
              </a:ext>
            </a:extLst>
          </p:cNvPr>
          <p:cNvSpPr txBox="1"/>
          <p:nvPr/>
        </p:nvSpPr>
        <p:spPr>
          <a:xfrm>
            <a:off x="6369049" y="6141159"/>
            <a:ext cx="5303520" cy="640175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600" b="0">
                <a:solidFill>
                  <a:srgbClr val="21295C"/>
                </a:solidFill>
                <a:latin typeface="Calibri"/>
              </a:rPr>
              <a:t>Same server, same protocol — but a destructive tool with irreversible impact.</a:t>
            </a:r>
          </a:p>
        </p:txBody>
      </p:sp>
    </p:spTree>
    <p:extLst>
      <p:ext uri="{BB962C8B-B14F-4D97-AF65-F5344CB8AC3E}">
        <p14:creationId xmlns:p14="http://schemas.microsoft.com/office/powerpoint/2010/main" val="984316123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2"/>
          <p:cNvSpPr/>
          <p:nvPr/>
        </p:nvSpPr>
        <p:spPr>
          <a:xfrm>
            <a:off x="1588" y="893"/>
            <a:ext cx="12188825" cy="853218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480" name="Google Shape;480;p2"/>
          <p:cNvSpPr/>
          <p:nvPr/>
        </p:nvSpPr>
        <p:spPr>
          <a:xfrm>
            <a:off x="611030" y="893"/>
            <a:ext cx="10969943" cy="853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r>
              <a:rPr lang="en-US" sz="2933" b="1" dirty="0">
                <a:solidFill>
                  <a:srgbClr val="FFFFFF"/>
                </a:solidFill>
                <a:latin typeface="+mj-lt"/>
                <a:ea typeface="Arial Black"/>
                <a:cs typeface="Arial Black"/>
                <a:sym typeface="Arial Black"/>
              </a:rPr>
              <a:t>Gateway Topology – Defense Architecture</a:t>
            </a:r>
            <a:endParaRPr sz="2933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2"/>
          <p:cNvSpPr/>
          <p:nvPr/>
        </p:nvSpPr>
        <p:spPr>
          <a:xfrm>
            <a:off x="611030" y="1036944"/>
            <a:ext cx="10969943" cy="426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lang="en-US" sz="2400" i="1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Proposed deployment: a scoring proxy between agents and MCP servers</a:t>
            </a:r>
            <a:endParaRPr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2"/>
          <p:cNvSpPr/>
          <p:nvPr/>
        </p:nvSpPr>
        <p:spPr>
          <a:xfrm>
            <a:off x="428197" y="1810508"/>
            <a:ext cx="1401715" cy="670385"/>
          </a:xfrm>
          <a:prstGeom prst="roundRect">
            <a:avLst>
              <a:gd name="adj" fmla="val 9091"/>
            </a:avLst>
          </a:prstGeom>
          <a:solidFill>
            <a:srgbClr val="F9E0DF"/>
          </a:solidFill>
          <a:ln w="15225" cap="flat" cmpd="sng">
            <a:solidFill>
              <a:srgbClr val="E74C3C"/>
            </a:solidFill>
            <a:prstDash val="solid"/>
            <a:round/>
            <a:headEnd type="none" w="sm" len="sm"/>
            <a:tailEnd type="none" w="sm" len="sm"/>
          </a:ln>
          <a:effectLst>
            <a:outerShdw blurRad="38100" dist="12700" dir="162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483" name="Google Shape;483;p2"/>
          <p:cNvSpPr/>
          <p:nvPr/>
        </p:nvSpPr>
        <p:spPr>
          <a:xfrm>
            <a:off x="428197" y="1810508"/>
            <a:ext cx="1401715" cy="6703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lang="en-US" sz="1333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User 1</a:t>
            </a:r>
            <a:endParaRPr sz="1333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4" name="Google Shape;484;p2"/>
          <p:cNvCxnSpPr/>
          <p:nvPr/>
        </p:nvCxnSpPr>
        <p:spPr>
          <a:xfrm>
            <a:off x="1829912" y="2145699"/>
            <a:ext cx="304721" cy="0"/>
          </a:xfrm>
          <a:prstGeom prst="straightConnector1">
            <a:avLst/>
          </a:prstGeom>
          <a:noFill/>
          <a:ln w="19050" cap="flat" cmpd="sng">
            <a:solidFill>
              <a:srgbClr val="AAAAA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85" name="Google Shape;485;p2"/>
          <p:cNvSpPr/>
          <p:nvPr/>
        </p:nvSpPr>
        <p:spPr>
          <a:xfrm>
            <a:off x="2134633" y="1810508"/>
            <a:ext cx="1401715" cy="670385"/>
          </a:xfrm>
          <a:prstGeom prst="roundRect">
            <a:avLst>
              <a:gd name="adj" fmla="val 9091"/>
            </a:avLst>
          </a:prstGeom>
          <a:solidFill>
            <a:srgbClr val="FADBD8"/>
          </a:solidFill>
          <a:ln w="15225" cap="flat" cmpd="sng">
            <a:solidFill>
              <a:srgbClr val="E74C3C"/>
            </a:solidFill>
            <a:prstDash val="solid"/>
            <a:round/>
            <a:headEnd type="none" w="sm" len="sm"/>
            <a:tailEnd type="none" w="sm" len="sm"/>
          </a:ln>
          <a:effectLst>
            <a:outerShdw blurRad="38100" dist="12700" dir="162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486" name="Google Shape;486;p2"/>
          <p:cNvSpPr/>
          <p:nvPr/>
        </p:nvSpPr>
        <p:spPr>
          <a:xfrm>
            <a:off x="2134633" y="1810508"/>
            <a:ext cx="1401715" cy="6703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lang="en-US" sz="1333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Agent 1</a:t>
            </a:r>
            <a:endParaRPr sz="1333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2"/>
          <p:cNvSpPr/>
          <p:nvPr/>
        </p:nvSpPr>
        <p:spPr>
          <a:xfrm>
            <a:off x="428197" y="2444326"/>
            <a:ext cx="3108150" cy="3047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lang="en-US" sz="1066" i="1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Intentional misuse</a:t>
            </a:r>
            <a:endParaRPr sz="106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8" name="Google Shape;488;p2"/>
          <p:cNvSpPr/>
          <p:nvPr/>
        </p:nvSpPr>
        <p:spPr>
          <a:xfrm>
            <a:off x="428197" y="2968446"/>
            <a:ext cx="1401715" cy="670385"/>
          </a:xfrm>
          <a:prstGeom prst="roundRect">
            <a:avLst>
              <a:gd name="adj" fmla="val 9091"/>
            </a:avLst>
          </a:prstGeom>
          <a:solidFill>
            <a:srgbClr val="FEF5E7"/>
          </a:solidFill>
          <a:ln w="15225" cap="flat" cmpd="sng">
            <a:solidFill>
              <a:srgbClr val="F39C12"/>
            </a:solidFill>
            <a:prstDash val="solid"/>
            <a:round/>
            <a:headEnd type="none" w="sm" len="sm"/>
            <a:tailEnd type="none" w="sm" len="sm"/>
          </a:ln>
          <a:effectLst>
            <a:outerShdw blurRad="38100" dist="12700" dir="162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489" name="Google Shape;489;p2"/>
          <p:cNvSpPr/>
          <p:nvPr/>
        </p:nvSpPr>
        <p:spPr>
          <a:xfrm>
            <a:off x="428197" y="2968446"/>
            <a:ext cx="1401715" cy="6703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lang="en-US" sz="1333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User 2</a:t>
            </a:r>
            <a:endParaRPr sz="1333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0" name="Google Shape;490;p2"/>
          <p:cNvCxnSpPr/>
          <p:nvPr/>
        </p:nvCxnSpPr>
        <p:spPr>
          <a:xfrm>
            <a:off x="1829912" y="3303637"/>
            <a:ext cx="304721" cy="0"/>
          </a:xfrm>
          <a:prstGeom prst="straightConnector1">
            <a:avLst/>
          </a:prstGeom>
          <a:noFill/>
          <a:ln w="19050" cap="flat" cmpd="sng">
            <a:solidFill>
              <a:srgbClr val="AAAAA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91" name="Google Shape;491;p2"/>
          <p:cNvSpPr/>
          <p:nvPr/>
        </p:nvSpPr>
        <p:spPr>
          <a:xfrm>
            <a:off x="2134633" y="2968446"/>
            <a:ext cx="1401715" cy="670385"/>
          </a:xfrm>
          <a:prstGeom prst="roundRect">
            <a:avLst>
              <a:gd name="adj" fmla="val 9091"/>
            </a:avLst>
          </a:prstGeom>
          <a:solidFill>
            <a:srgbClr val="FDF2E9"/>
          </a:solidFill>
          <a:ln w="15225" cap="flat" cmpd="sng">
            <a:solidFill>
              <a:srgbClr val="F39C12"/>
            </a:solidFill>
            <a:prstDash val="solid"/>
            <a:round/>
            <a:headEnd type="none" w="sm" len="sm"/>
            <a:tailEnd type="none" w="sm" len="sm"/>
          </a:ln>
          <a:effectLst>
            <a:outerShdw blurRad="38100" dist="12700" dir="162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492" name="Google Shape;492;p2"/>
          <p:cNvSpPr/>
          <p:nvPr/>
        </p:nvSpPr>
        <p:spPr>
          <a:xfrm>
            <a:off x="2134633" y="2968446"/>
            <a:ext cx="1401715" cy="6703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lang="en-US" sz="1333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Agent 2</a:t>
            </a:r>
            <a:endParaRPr sz="1333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" name="Google Shape;493;p2"/>
          <p:cNvSpPr/>
          <p:nvPr/>
        </p:nvSpPr>
        <p:spPr>
          <a:xfrm>
            <a:off x="428197" y="3602264"/>
            <a:ext cx="3108150" cy="3047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lang="en-US" sz="1066" i="1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Unintentional misuse</a:t>
            </a:r>
            <a:endParaRPr sz="106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2"/>
          <p:cNvSpPr/>
          <p:nvPr/>
        </p:nvSpPr>
        <p:spPr>
          <a:xfrm>
            <a:off x="428197" y="4126384"/>
            <a:ext cx="1401715" cy="670385"/>
          </a:xfrm>
          <a:prstGeom prst="roundRect">
            <a:avLst>
              <a:gd name="adj" fmla="val 9091"/>
            </a:avLst>
          </a:prstGeom>
          <a:solidFill>
            <a:srgbClr val="E8F8F5"/>
          </a:solidFill>
          <a:ln w="15225" cap="flat" cmpd="sng">
            <a:solidFill>
              <a:srgbClr val="27AE60"/>
            </a:solidFill>
            <a:prstDash val="solid"/>
            <a:round/>
            <a:headEnd type="none" w="sm" len="sm"/>
            <a:tailEnd type="none" w="sm" len="sm"/>
          </a:ln>
          <a:effectLst>
            <a:outerShdw blurRad="38100" dist="12700" dir="162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495" name="Google Shape;495;p2"/>
          <p:cNvSpPr/>
          <p:nvPr/>
        </p:nvSpPr>
        <p:spPr>
          <a:xfrm>
            <a:off x="428197" y="4126384"/>
            <a:ext cx="1401715" cy="6703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lang="en-US" sz="1333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User 3</a:t>
            </a:r>
            <a:endParaRPr sz="1333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6" name="Google Shape;496;p2"/>
          <p:cNvCxnSpPr/>
          <p:nvPr/>
        </p:nvCxnSpPr>
        <p:spPr>
          <a:xfrm>
            <a:off x="1829912" y="4461576"/>
            <a:ext cx="304721" cy="0"/>
          </a:xfrm>
          <a:prstGeom prst="straightConnector1">
            <a:avLst/>
          </a:prstGeom>
          <a:noFill/>
          <a:ln w="19050" cap="flat" cmpd="sng">
            <a:solidFill>
              <a:srgbClr val="AAAAA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97" name="Google Shape;497;p2"/>
          <p:cNvSpPr/>
          <p:nvPr/>
        </p:nvSpPr>
        <p:spPr>
          <a:xfrm>
            <a:off x="2134633" y="4126384"/>
            <a:ext cx="1401715" cy="670385"/>
          </a:xfrm>
          <a:prstGeom prst="roundRect">
            <a:avLst>
              <a:gd name="adj" fmla="val 9091"/>
            </a:avLst>
          </a:prstGeom>
          <a:solidFill>
            <a:srgbClr val="D5F5E3"/>
          </a:solidFill>
          <a:ln w="15225" cap="flat" cmpd="sng">
            <a:solidFill>
              <a:srgbClr val="27AE60"/>
            </a:solidFill>
            <a:prstDash val="solid"/>
            <a:round/>
            <a:headEnd type="none" w="sm" len="sm"/>
            <a:tailEnd type="none" w="sm" len="sm"/>
          </a:ln>
          <a:effectLst>
            <a:outerShdw blurRad="38100" dist="12700" dir="162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498" name="Google Shape;498;p2"/>
          <p:cNvSpPr/>
          <p:nvPr/>
        </p:nvSpPr>
        <p:spPr>
          <a:xfrm>
            <a:off x="2134633" y="4126384"/>
            <a:ext cx="1401715" cy="6703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lang="en-US" sz="1333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Agent 3</a:t>
            </a:r>
            <a:endParaRPr sz="1333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9" name="Google Shape;499;p2"/>
          <p:cNvSpPr/>
          <p:nvPr/>
        </p:nvSpPr>
        <p:spPr>
          <a:xfrm>
            <a:off x="428197" y="4760203"/>
            <a:ext cx="3108150" cy="3047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lang="en-US" sz="1066" i="1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Normal usage</a:t>
            </a:r>
            <a:endParaRPr sz="106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2"/>
          <p:cNvSpPr/>
          <p:nvPr/>
        </p:nvSpPr>
        <p:spPr>
          <a:xfrm>
            <a:off x="428197" y="5284323"/>
            <a:ext cx="1401715" cy="670385"/>
          </a:xfrm>
          <a:prstGeom prst="roundRect">
            <a:avLst>
              <a:gd name="adj" fmla="val 9091"/>
            </a:avLst>
          </a:prstGeom>
          <a:solidFill>
            <a:srgbClr val="E8F8F5"/>
          </a:solidFill>
          <a:ln w="15225" cap="flat" cmpd="sng">
            <a:solidFill>
              <a:srgbClr val="27AE60"/>
            </a:solidFill>
            <a:prstDash val="solid"/>
            <a:round/>
            <a:headEnd type="none" w="sm" len="sm"/>
            <a:tailEnd type="none" w="sm" len="sm"/>
          </a:ln>
          <a:effectLst>
            <a:outerShdw blurRad="38100" dist="12700" dir="162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501" name="Google Shape;501;p2"/>
          <p:cNvSpPr/>
          <p:nvPr/>
        </p:nvSpPr>
        <p:spPr>
          <a:xfrm>
            <a:off x="428197" y="5284323"/>
            <a:ext cx="1401715" cy="6703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lang="en-US" sz="1333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User N</a:t>
            </a:r>
            <a:endParaRPr sz="1333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2" name="Google Shape;502;p2"/>
          <p:cNvCxnSpPr/>
          <p:nvPr/>
        </p:nvCxnSpPr>
        <p:spPr>
          <a:xfrm>
            <a:off x="1829912" y="5619514"/>
            <a:ext cx="304721" cy="0"/>
          </a:xfrm>
          <a:prstGeom prst="straightConnector1">
            <a:avLst/>
          </a:prstGeom>
          <a:noFill/>
          <a:ln w="19050" cap="flat" cmpd="sng">
            <a:solidFill>
              <a:srgbClr val="AAAAA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3" name="Google Shape;503;p2"/>
          <p:cNvSpPr/>
          <p:nvPr/>
        </p:nvSpPr>
        <p:spPr>
          <a:xfrm>
            <a:off x="2134633" y="5284323"/>
            <a:ext cx="1401715" cy="670385"/>
          </a:xfrm>
          <a:prstGeom prst="roundRect">
            <a:avLst>
              <a:gd name="adj" fmla="val 9091"/>
            </a:avLst>
          </a:prstGeom>
          <a:solidFill>
            <a:srgbClr val="D5F5E3"/>
          </a:solidFill>
          <a:ln w="15225" cap="flat" cmpd="sng">
            <a:solidFill>
              <a:srgbClr val="27AE60"/>
            </a:solidFill>
            <a:prstDash val="solid"/>
            <a:round/>
            <a:headEnd type="none" w="sm" len="sm"/>
            <a:tailEnd type="none" w="sm" len="sm"/>
          </a:ln>
          <a:effectLst>
            <a:outerShdw blurRad="38100" dist="12700" dir="162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504" name="Google Shape;504;p2"/>
          <p:cNvSpPr/>
          <p:nvPr/>
        </p:nvSpPr>
        <p:spPr>
          <a:xfrm>
            <a:off x="2134633" y="5284323"/>
            <a:ext cx="1401715" cy="6703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lang="en-US" sz="1333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Agent N</a:t>
            </a:r>
            <a:endParaRPr sz="1333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" name="Google Shape;505;p2"/>
          <p:cNvSpPr/>
          <p:nvPr/>
        </p:nvSpPr>
        <p:spPr>
          <a:xfrm>
            <a:off x="428197" y="5918141"/>
            <a:ext cx="3108150" cy="3047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lang="en-US" sz="1066" i="1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Normal usage</a:t>
            </a:r>
            <a:endParaRPr sz="106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p2"/>
          <p:cNvSpPr/>
          <p:nvPr/>
        </p:nvSpPr>
        <p:spPr>
          <a:xfrm>
            <a:off x="428197" y="4918658"/>
            <a:ext cx="3108150" cy="365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lang="en-US" sz="2133">
                <a:solidFill>
                  <a:srgbClr val="999999"/>
                </a:solidFill>
                <a:latin typeface="Arial"/>
                <a:ea typeface="Arial"/>
                <a:cs typeface="Arial"/>
                <a:sym typeface="Arial"/>
              </a:rPr>
              <a:t>...</a:t>
            </a:r>
            <a:endParaRPr sz="2133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7" name="Google Shape;507;p2"/>
          <p:cNvSpPr/>
          <p:nvPr/>
        </p:nvSpPr>
        <p:spPr>
          <a:xfrm>
            <a:off x="4145788" y="1810507"/>
            <a:ext cx="3900424" cy="4266089"/>
          </a:xfrm>
          <a:prstGeom prst="roundRect">
            <a:avLst>
              <a:gd name="adj" fmla="val 3750"/>
            </a:avLst>
          </a:prstGeom>
          <a:solidFill>
            <a:srgbClr val="FFF5F5"/>
          </a:solidFill>
          <a:ln w="25400" cap="flat" cmpd="sng">
            <a:solidFill>
              <a:srgbClr val="E2231A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162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508" name="Google Shape;508;p2"/>
          <p:cNvSpPr/>
          <p:nvPr/>
        </p:nvSpPr>
        <p:spPr>
          <a:xfrm>
            <a:off x="4145788" y="1993340"/>
            <a:ext cx="3900424" cy="548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lang="en-US" sz="2399" b="1">
                <a:solidFill>
                  <a:srgbClr val="C0392B"/>
                </a:solidFill>
                <a:latin typeface="Arial Black"/>
                <a:ea typeface="Arial Black"/>
                <a:cs typeface="Arial Black"/>
                <a:sym typeface="Arial Black"/>
              </a:rPr>
              <a:t>Gateway / Proxy</a:t>
            </a:r>
            <a:endParaRPr sz="2399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9" name="Google Shape;509;p2"/>
          <p:cNvSpPr/>
          <p:nvPr/>
        </p:nvSpPr>
        <p:spPr>
          <a:xfrm>
            <a:off x="4450510" y="2724669"/>
            <a:ext cx="3290983" cy="60944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 cap="flat" cmpd="sng">
            <a:solidFill>
              <a:srgbClr val="E8E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510" name="Google Shape;510;p2"/>
          <p:cNvSpPr/>
          <p:nvPr/>
        </p:nvSpPr>
        <p:spPr>
          <a:xfrm>
            <a:off x="4450510" y="2724669"/>
            <a:ext cx="3290983" cy="60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lang="en-US" sz="1466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Observe every request</a:t>
            </a:r>
            <a:endParaRPr sz="146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1" name="Google Shape;511;p2"/>
          <p:cNvSpPr/>
          <p:nvPr/>
        </p:nvSpPr>
        <p:spPr>
          <a:xfrm>
            <a:off x="4450510" y="3395055"/>
            <a:ext cx="3290983" cy="60944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 cap="flat" cmpd="sng">
            <a:solidFill>
              <a:srgbClr val="E8E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512" name="Google Shape;512;p2"/>
          <p:cNvSpPr/>
          <p:nvPr/>
        </p:nvSpPr>
        <p:spPr>
          <a:xfrm>
            <a:off x="4450510" y="3395055"/>
            <a:ext cx="3290983" cy="60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lang="en-US" sz="1466" dirty="0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Assign misuse score</a:t>
            </a:r>
            <a:endParaRPr sz="1466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3" name="Google Shape;513;p2"/>
          <p:cNvSpPr/>
          <p:nvPr/>
        </p:nvSpPr>
        <p:spPr>
          <a:xfrm>
            <a:off x="4450510" y="4065440"/>
            <a:ext cx="3290983" cy="60944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 cap="flat" cmpd="sng">
            <a:solidFill>
              <a:srgbClr val="E8E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514" name="Google Shape;514;p2"/>
          <p:cNvSpPr/>
          <p:nvPr/>
        </p:nvSpPr>
        <p:spPr>
          <a:xfrm>
            <a:off x="4450510" y="4065440"/>
            <a:ext cx="3290983" cy="60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lang="en-US" sz="1466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Drop / degrade above threshold</a:t>
            </a:r>
            <a:endParaRPr sz="146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5" name="Google Shape;515;p2"/>
          <p:cNvSpPr/>
          <p:nvPr/>
        </p:nvSpPr>
        <p:spPr>
          <a:xfrm>
            <a:off x="4450510" y="4735825"/>
            <a:ext cx="3290983" cy="60944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 cap="flat" cmpd="sng">
            <a:solidFill>
              <a:srgbClr val="E8E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516" name="Google Shape;516;p2"/>
          <p:cNvSpPr/>
          <p:nvPr/>
        </p:nvSpPr>
        <p:spPr>
          <a:xfrm>
            <a:off x="4450510" y="4735825"/>
            <a:ext cx="3290983" cy="60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lang="en-US" sz="1466">
                <a:solidFill>
                  <a:srgbClr val="444444"/>
                </a:solidFill>
                <a:latin typeface="Arial"/>
                <a:ea typeface="Arial"/>
                <a:cs typeface="Arial"/>
                <a:sym typeface="Arial"/>
              </a:rPr>
              <a:t>Treat agent output as suspicious</a:t>
            </a:r>
            <a:endParaRPr sz="146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17" name="Google Shape;517;p2"/>
          <p:cNvCxnSpPr/>
          <p:nvPr/>
        </p:nvCxnSpPr>
        <p:spPr>
          <a:xfrm>
            <a:off x="3536348" y="2145699"/>
            <a:ext cx="609441" cy="0"/>
          </a:xfrm>
          <a:prstGeom prst="straightConnector1">
            <a:avLst/>
          </a:prstGeom>
          <a:noFill/>
          <a:ln w="15225" cap="flat" cmpd="sng">
            <a:solidFill>
              <a:srgbClr val="BBBBBB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518" name="Google Shape;518;p2"/>
          <p:cNvCxnSpPr/>
          <p:nvPr/>
        </p:nvCxnSpPr>
        <p:spPr>
          <a:xfrm>
            <a:off x="3536348" y="3303637"/>
            <a:ext cx="609441" cy="0"/>
          </a:xfrm>
          <a:prstGeom prst="straightConnector1">
            <a:avLst/>
          </a:prstGeom>
          <a:noFill/>
          <a:ln w="15225" cap="flat" cmpd="sng">
            <a:solidFill>
              <a:srgbClr val="BBBBBB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519" name="Google Shape;519;p2"/>
          <p:cNvCxnSpPr/>
          <p:nvPr/>
        </p:nvCxnSpPr>
        <p:spPr>
          <a:xfrm>
            <a:off x="3536348" y="4461576"/>
            <a:ext cx="609441" cy="0"/>
          </a:xfrm>
          <a:prstGeom prst="straightConnector1">
            <a:avLst/>
          </a:prstGeom>
          <a:noFill/>
          <a:ln w="15225" cap="flat" cmpd="sng">
            <a:solidFill>
              <a:srgbClr val="BBBBBB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520" name="Google Shape;520;p2"/>
          <p:cNvCxnSpPr/>
          <p:nvPr/>
        </p:nvCxnSpPr>
        <p:spPr>
          <a:xfrm>
            <a:off x="3536348" y="5619514"/>
            <a:ext cx="609441" cy="0"/>
          </a:xfrm>
          <a:prstGeom prst="straightConnector1">
            <a:avLst/>
          </a:prstGeom>
          <a:noFill/>
          <a:ln w="15225" cap="flat" cmpd="sng">
            <a:solidFill>
              <a:srgbClr val="BBBBBB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521" name="Google Shape;521;p2"/>
          <p:cNvSpPr/>
          <p:nvPr/>
        </p:nvSpPr>
        <p:spPr>
          <a:xfrm>
            <a:off x="9265096" y="2237115"/>
            <a:ext cx="2437765" cy="853218"/>
          </a:xfrm>
          <a:prstGeom prst="roundRect">
            <a:avLst>
              <a:gd name="adj" fmla="val 8571"/>
            </a:avLst>
          </a:prstGeom>
          <a:solidFill>
            <a:srgbClr val="E8F8F5"/>
          </a:solidFill>
          <a:ln w="19050" cap="flat" cmpd="sng">
            <a:solidFill>
              <a:srgbClr val="1ABC9C"/>
            </a:solidFill>
            <a:prstDash val="solid"/>
            <a:round/>
            <a:headEnd type="none" w="sm" len="sm"/>
            <a:tailEnd type="none" w="sm" len="sm"/>
          </a:ln>
          <a:effectLst>
            <a:outerShdw blurRad="38100" dist="12700" dir="162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522" name="Google Shape;522;p2"/>
          <p:cNvSpPr/>
          <p:nvPr/>
        </p:nvSpPr>
        <p:spPr>
          <a:xfrm>
            <a:off x="9265096" y="2237115"/>
            <a:ext cx="2437765" cy="853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lang="en-US" sz="1466" b="1">
                <a:solidFill>
                  <a:srgbClr val="2C3E50"/>
                </a:solidFill>
                <a:latin typeface="Arial"/>
                <a:ea typeface="Arial"/>
                <a:cs typeface="Arial"/>
                <a:sym typeface="Arial"/>
              </a:rPr>
              <a:t>MCP Server 1</a:t>
            </a:r>
            <a:endParaRPr sz="146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/>
            <a:r>
              <a:rPr lang="en-US" sz="1066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Shared downstream service</a:t>
            </a:r>
            <a:endParaRPr sz="146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23" name="Google Shape;523;p2"/>
          <p:cNvCxnSpPr/>
          <p:nvPr/>
        </p:nvCxnSpPr>
        <p:spPr>
          <a:xfrm>
            <a:off x="8046213" y="2663724"/>
            <a:ext cx="1218883" cy="0"/>
          </a:xfrm>
          <a:prstGeom prst="straightConnector1">
            <a:avLst/>
          </a:prstGeom>
          <a:noFill/>
          <a:ln w="19050" cap="flat" cmpd="sng">
            <a:solidFill>
              <a:srgbClr val="1ABC9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4" name="Google Shape;524;p2"/>
          <p:cNvSpPr/>
          <p:nvPr/>
        </p:nvSpPr>
        <p:spPr>
          <a:xfrm>
            <a:off x="9265096" y="3699774"/>
            <a:ext cx="2437765" cy="853218"/>
          </a:xfrm>
          <a:prstGeom prst="roundRect">
            <a:avLst>
              <a:gd name="adj" fmla="val 8571"/>
            </a:avLst>
          </a:prstGeom>
          <a:solidFill>
            <a:srgbClr val="E8F8F5"/>
          </a:solidFill>
          <a:ln w="19050" cap="flat" cmpd="sng">
            <a:solidFill>
              <a:srgbClr val="1ABC9C"/>
            </a:solidFill>
            <a:prstDash val="solid"/>
            <a:round/>
            <a:headEnd type="none" w="sm" len="sm"/>
            <a:tailEnd type="none" w="sm" len="sm"/>
          </a:ln>
          <a:effectLst>
            <a:outerShdw blurRad="38100" dist="12700" dir="162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525" name="Google Shape;525;p2"/>
          <p:cNvSpPr/>
          <p:nvPr/>
        </p:nvSpPr>
        <p:spPr>
          <a:xfrm>
            <a:off x="9265096" y="3699774"/>
            <a:ext cx="2437765" cy="853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lang="en-US" sz="1466" b="1">
                <a:solidFill>
                  <a:srgbClr val="2C3E50"/>
                </a:solidFill>
                <a:latin typeface="Arial"/>
                <a:ea typeface="Arial"/>
                <a:cs typeface="Arial"/>
                <a:sym typeface="Arial"/>
              </a:rPr>
              <a:t>MCP Server 2</a:t>
            </a:r>
            <a:endParaRPr sz="146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/>
            <a:r>
              <a:rPr lang="en-US" sz="1066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Shared downstream service</a:t>
            </a:r>
            <a:endParaRPr sz="146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26" name="Google Shape;526;p2"/>
          <p:cNvCxnSpPr/>
          <p:nvPr/>
        </p:nvCxnSpPr>
        <p:spPr>
          <a:xfrm>
            <a:off x="8046213" y="4126383"/>
            <a:ext cx="1218883" cy="0"/>
          </a:xfrm>
          <a:prstGeom prst="straightConnector1">
            <a:avLst/>
          </a:prstGeom>
          <a:noFill/>
          <a:ln w="19050" cap="flat" cmpd="sng">
            <a:solidFill>
              <a:srgbClr val="1ABC9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7" name="Google Shape;527;p2"/>
          <p:cNvSpPr/>
          <p:nvPr/>
        </p:nvSpPr>
        <p:spPr>
          <a:xfrm>
            <a:off x="9265096" y="5162433"/>
            <a:ext cx="2437765" cy="853218"/>
          </a:xfrm>
          <a:prstGeom prst="roundRect">
            <a:avLst>
              <a:gd name="adj" fmla="val 8571"/>
            </a:avLst>
          </a:prstGeom>
          <a:solidFill>
            <a:srgbClr val="E8F8F5"/>
          </a:solidFill>
          <a:ln w="19050" cap="flat" cmpd="sng">
            <a:solidFill>
              <a:srgbClr val="1ABC9C"/>
            </a:solidFill>
            <a:prstDash val="solid"/>
            <a:round/>
            <a:headEnd type="none" w="sm" len="sm"/>
            <a:tailEnd type="none" w="sm" len="sm"/>
          </a:ln>
          <a:effectLst>
            <a:outerShdw blurRad="38100" dist="12700" dir="162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528" name="Google Shape;528;p2"/>
          <p:cNvSpPr/>
          <p:nvPr/>
        </p:nvSpPr>
        <p:spPr>
          <a:xfrm>
            <a:off x="9265096" y="5162433"/>
            <a:ext cx="2437765" cy="853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lang="en-US" sz="1466" b="1">
                <a:solidFill>
                  <a:srgbClr val="2C3E50"/>
                </a:solidFill>
                <a:latin typeface="Arial"/>
                <a:ea typeface="Arial"/>
                <a:cs typeface="Arial"/>
                <a:sym typeface="Arial"/>
              </a:rPr>
              <a:t>MCP Server M</a:t>
            </a:r>
            <a:endParaRPr sz="146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/>
            <a:r>
              <a:rPr lang="en-US" sz="1066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Shared downstream service</a:t>
            </a:r>
            <a:endParaRPr sz="146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29" name="Google Shape;529;p2"/>
          <p:cNvCxnSpPr/>
          <p:nvPr/>
        </p:nvCxnSpPr>
        <p:spPr>
          <a:xfrm>
            <a:off x="8046213" y="5589042"/>
            <a:ext cx="1218883" cy="0"/>
          </a:xfrm>
          <a:prstGeom prst="straightConnector1">
            <a:avLst/>
          </a:prstGeom>
          <a:noFill/>
          <a:ln w="19050" cap="flat" cmpd="sng">
            <a:solidFill>
              <a:srgbClr val="1ABC9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30" name="Google Shape;530;p2"/>
          <p:cNvSpPr/>
          <p:nvPr/>
        </p:nvSpPr>
        <p:spPr>
          <a:xfrm>
            <a:off x="9265096" y="4613937"/>
            <a:ext cx="2437765" cy="365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lang="en-US" sz="2133">
                <a:solidFill>
                  <a:srgbClr val="999999"/>
                </a:solidFill>
                <a:latin typeface="Arial"/>
                <a:ea typeface="Arial"/>
                <a:cs typeface="Arial"/>
                <a:sym typeface="Arial"/>
              </a:rPr>
              <a:t>...</a:t>
            </a:r>
            <a:endParaRPr sz="2133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6B6A97-9C8C-4E51-9B40-4D455BBD1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sz="5400" noProof="0" dirty="0"/>
            </a:br>
            <a:r>
              <a:rPr lang="en-US" sz="5400" noProof="0" dirty="0"/>
              <a:t>MCP Risks Taxonomies – </a:t>
            </a:r>
            <a:br>
              <a:rPr lang="en-US" sz="5400" noProof="0" dirty="0"/>
            </a:br>
            <a:r>
              <a:rPr lang="en-US" sz="4400" noProof="0" dirty="0"/>
              <a:t>Main highlights from Literature review report	</a:t>
            </a:r>
            <a:endParaRPr lang="en-US" sz="5400" noProof="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725360-C912-4E4A-9B09-4090FA20509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58065292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A466D-9E60-4035-9778-9F73EE29D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MCIP: Protecting MCP Safety via Model Contextual Integrity Protocol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7342FE-E275-4505-884A-A02008C113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60611" y="1466850"/>
            <a:ext cx="11078964" cy="4629150"/>
          </a:xfrm>
        </p:spPr>
        <p:txBody>
          <a:bodyPr/>
          <a:lstStyle/>
          <a:p>
            <a:r>
              <a:rPr lang="en-US" dirty="0"/>
              <a:t>MCIP (Model Contextual Integrity Protocol) is a safety-enhanced version of MCP that addresses MCP's missing security mechanisms while retaining the original functionalities of MCP</a:t>
            </a:r>
          </a:p>
          <a:p>
            <a:pPr lvl="1"/>
            <a:r>
              <a:rPr lang="en-US" dirty="0"/>
              <a:t>MCP 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interactions occur as natural language dialogues</a:t>
            </a:r>
            <a:r>
              <a:rPr lang="en-US" dirty="0"/>
              <a:t>, making it difficult to track, audit, and detect security violations. </a:t>
            </a:r>
          </a:p>
          <a:p>
            <a:pPr lvl="1"/>
            <a:r>
              <a:rPr lang="en-US" dirty="0"/>
              <a:t>Without structured logging, organizations cannot answer critical questions like "Who accessed what data?" or "Which tools were called inappropriately?“</a:t>
            </a:r>
          </a:p>
          <a:p>
            <a:r>
              <a:rPr lang="en-US" dirty="0"/>
              <a:t>MCIP addresses tracking gaps by 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adding structured logging.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3E438E-F92D-4D90-8F8A-836C29F682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F39440F7-0BC1-4714-BCF3-3B0D822A8DC5}"/>
              </a:ext>
            </a:extLst>
          </p:cNvPr>
          <p:cNvSpPr txBox="1">
            <a:spLocks/>
          </p:cNvSpPr>
          <p:nvPr/>
        </p:nvSpPr>
        <p:spPr bwMode="gray">
          <a:xfrm>
            <a:off x="760476" y="917031"/>
            <a:ext cx="11260074" cy="26161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marL="0" indent="0" algn="l" defTabSz="1218987" rtl="0" eaLnBrk="1" latinLnBrk="0" hangingPunct="1">
              <a:lnSpc>
                <a:spcPct val="85000"/>
              </a:lnSpc>
              <a:spcBef>
                <a:spcPts val="0"/>
              </a:spcBef>
              <a:buClrTx/>
              <a:buFont typeface="Arial" panose="020B0604020202020204" pitchFamily="34" charset="0"/>
              <a:buNone/>
              <a:defRPr sz="2000" b="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609493" indent="0" algn="l" defTabSz="1218987" rtl="0" eaLnBrk="1" latinLnBrk="0" hangingPunct="1">
              <a:spcBef>
                <a:spcPct val="20000"/>
              </a:spcBef>
              <a:buClrTx/>
              <a:buFont typeface="Arial" panose="020B0604020202020204" pitchFamily="34" charset="0"/>
              <a:buNone/>
              <a:defRPr sz="2700" b="1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218987" indent="0" algn="l" defTabSz="1218987" rtl="0" eaLnBrk="1" latinLnBrk="0" hangingPunct="1">
              <a:spcBef>
                <a:spcPct val="20000"/>
              </a:spcBef>
              <a:buClrTx/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828480" indent="0" algn="l" defTabSz="1218987" rtl="0" eaLnBrk="1" latinLnBrk="0" hangingPunct="1">
              <a:spcBef>
                <a:spcPct val="20000"/>
              </a:spcBef>
              <a:buClrTx/>
              <a:buFont typeface="Arial" panose="020B0604020202020204" pitchFamily="34" charset="0"/>
              <a:buNone/>
              <a:defRPr sz="2100" b="1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437973" indent="0" algn="l" defTabSz="1218987" rtl="0" eaLnBrk="1" latinLnBrk="0" hangingPunct="1">
              <a:spcBef>
                <a:spcPct val="20000"/>
              </a:spcBef>
              <a:buClrTx/>
              <a:buFont typeface="Arial" panose="020B0604020202020204" pitchFamily="34" charset="0"/>
              <a:buNone/>
              <a:defRPr sz="2100" b="1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3047467" indent="0" algn="l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1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0" indent="0" algn="l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1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453" indent="0" algn="l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1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5947" indent="0" algn="l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1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 err="1"/>
              <a:t>Huihao</a:t>
            </a:r>
            <a:r>
              <a:rPr lang="en-US" sz="1400" dirty="0"/>
              <a:t> Jing, </a:t>
            </a:r>
            <a:r>
              <a:rPr lang="en-US" sz="1400" dirty="0" err="1"/>
              <a:t>Haoran</a:t>
            </a:r>
            <a:r>
              <a:rPr lang="en-US" sz="1400" dirty="0"/>
              <a:t> Li, </a:t>
            </a:r>
            <a:r>
              <a:rPr lang="en-US" sz="1400" dirty="0" err="1"/>
              <a:t>Wenbin</a:t>
            </a:r>
            <a:r>
              <a:rPr lang="en-US" sz="1400" dirty="0"/>
              <a:t> Hu, Qi Hu, Xu Heli, </a:t>
            </a:r>
            <a:r>
              <a:rPr lang="en-US" sz="1400" dirty="0" err="1"/>
              <a:t>Tianshu</a:t>
            </a:r>
            <a:r>
              <a:rPr lang="en-US" sz="1400" dirty="0"/>
              <a:t> Chu, </a:t>
            </a:r>
            <a:r>
              <a:rPr lang="en-US" sz="1400" dirty="0" err="1"/>
              <a:t>Peizhao</a:t>
            </a:r>
            <a:r>
              <a:rPr lang="en-US" sz="1400" dirty="0"/>
              <a:t> Hu, and </a:t>
            </a:r>
            <a:r>
              <a:rPr lang="en-US" sz="1400" dirty="0" err="1"/>
              <a:t>Yangqiu</a:t>
            </a:r>
            <a:r>
              <a:rPr lang="en-US" sz="1400" dirty="0"/>
              <a:t> Song. 2025. Proceedings of the 2025 Conference on Empirical Methods in Natural Language Processing. </a:t>
            </a:r>
            <a:r>
              <a:rPr lang="en-US" sz="1400" dirty="0">
                <a:hlinkClick r:id="rId3"/>
              </a:rPr>
              <a:t>https://aclanthology.org/2025.emnlp-main.62/</a:t>
            </a:r>
            <a:r>
              <a:rPr lang="en-US" sz="1400" dirty="0"/>
              <a:t> </a:t>
            </a:r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F94E872E-B8BA-43EC-9836-99245E7F2D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 bwMode="gray">
          <a:xfrm>
            <a:off x="2300379" y="4822906"/>
            <a:ext cx="3547137" cy="47761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75B32EF-B08C-4423-AD9B-329EAC7DA5A5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3096"/>
          <a:stretch/>
        </p:blipFill>
        <p:spPr>
          <a:xfrm>
            <a:off x="6965674" y="3709128"/>
            <a:ext cx="2997476" cy="294178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61AE1AA-DF7F-48BF-A95F-D460CA1568B7}"/>
              </a:ext>
            </a:extLst>
          </p:cNvPr>
          <p:cNvSpPr txBox="1"/>
          <p:nvPr/>
        </p:nvSpPr>
        <p:spPr>
          <a:xfrm>
            <a:off x="4853791" y="5586095"/>
            <a:ext cx="1987450" cy="3077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>
            <a:defPPr>
              <a:defRPr lang="en-US"/>
            </a:defPPr>
            <a:lvl1pPr marL="342900" indent="-342900">
              <a:buAutoNum type="arabicPeriod"/>
              <a:defRPr sz="1400" b="1"/>
            </a:lvl1pPr>
          </a:lstStyle>
          <a:p>
            <a:pPr marL="0" indent="0">
              <a:buNone/>
            </a:pPr>
            <a:r>
              <a:rPr lang="en-US" b="0" i="1" dirty="0"/>
              <a:t>Tracking Log Formats</a:t>
            </a:r>
          </a:p>
        </p:txBody>
      </p:sp>
    </p:spTree>
    <p:extLst>
      <p:ext uri="{BB962C8B-B14F-4D97-AF65-F5344CB8AC3E}">
        <p14:creationId xmlns:p14="http://schemas.microsoft.com/office/powerpoint/2010/main" val="421068405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A466D-9E60-4035-9778-9F73EE29D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MCIP: Protecting MCP Safety via Model Contextual Integrity Protocol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3E438E-F92D-4D90-8F8A-836C29F682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F39440F7-0BC1-4714-BCF3-3B0D822A8DC5}"/>
              </a:ext>
            </a:extLst>
          </p:cNvPr>
          <p:cNvSpPr txBox="1">
            <a:spLocks/>
          </p:cNvSpPr>
          <p:nvPr/>
        </p:nvSpPr>
        <p:spPr bwMode="gray">
          <a:xfrm>
            <a:off x="760476" y="917031"/>
            <a:ext cx="11260074" cy="26161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marL="0" indent="0" algn="l" defTabSz="1218987" rtl="0" eaLnBrk="1" latinLnBrk="0" hangingPunct="1">
              <a:lnSpc>
                <a:spcPct val="85000"/>
              </a:lnSpc>
              <a:spcBef>
                <a:spcPts val="0"/>
              </a:spcBef>
              <a:buClrTx/>
              <a:buFont typeface="Arial" panose="020B0604020202020204" pitchFamily="34" charset="0"/>
              <a:buNone/>
              <a:defRPr sz="2000" b="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609493" indent="0" algn="l" defTabSz="1218987" rtl="0" eaLnBrk="1" latinLnBrk="0" hangingPunct="1">
              <a:spcBef>
                <a:spcPct val="20000"/>
              </a:spcBef>
              <a:buClrTx/>
              <a:buFont typeface="Arial" panose="020B0604020202020204" pitchFamily="34" charset="0"/>
              <a:buNone/>
              <a:defRPr sz="2700" b="1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218987" indent="0" algn="l" defTabSz="1218987" rtl="0" eaLnBrk="1" latinLnBrk="0" hangingPunct="1">
              <a:spcBef>
                <a:spcPct val="20000"/>
              </a:spcBef>
              <a:buClrTx/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828480" indent="0" algn="l" defTabSz="1218987" rtl="0" eaLnBrk="1" latinLnBrk="0" hangingPunct="1">
              <a:spcBef>
                <a:spcPct val="20000"/>
              </a:spcBef>
              <a:buClrTx/>
              <a:buFont typeface="Arial" panose="020B0604020202020204" pitchFamily="34" charset="0"/>
              <a:buNone/>
              <a:defRPr sz="2100" b="1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437973" indent="0" algn="l" defTabSz="1218987" rtl="0" eaLnBrk="1" latinLnBrk="0" hangingPunct="1">
              <a:spcBef>
                <a:spcPct val="20000"/>
              </a:spcBef>
              <a:buClrTx/>
              <a:buFont typeface="Arial" panose="020B0604020202020204" pitchFamily="34" charset="0"/>
              <a:buNone/>
              <a:defRPr sz="2100" b="1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3047467" indent="0" algn="l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1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0" indent="0" algn="l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1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453" indent="0" algn="l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1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5947" indent="0" algn="l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1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 err="1"/>
              <a:t>Huihao</a:t>
            </a:r>
            <a:r>
              <a:rPr lang="en-US" sz="1400" dirty="0"/>
              <a:t> Jing, </a:t>
            </a:r>
            <a:r>
              <a:rPr lang="en-US" sz="1400" dirty="0" err="1"/>
              <a:t>Haoran</a:t>
            </a:r>
            <a:r>
              <a:rPr lang="en-US" sz="1400" dirty="0"/>
              <a:t> Li, </a:t>
            </a:r>
            <a:r>
              <a:rPr lang="en-US" sz="1400" dirty="0" err="1"/>
              <a:t>Wenbin</a:t>
            </a:r>
            <a:r>
              <a:rPr lang="en-US" sz="1400" dirty="0"/>
              <a:t> Hu, Qi Hu, Xu Heli, </a:t>
            </a:r>
            <a:r>
              <a:rPr lang="en-US" sz="1400" dirty="0" err="1"/>
              <a:t>Tianshu</a:t>
            </a:r>
            <a:r>
              <a:rPr lang="en-US" sz="1400" dirty="0"/>
              <a:t> Chu, </a:t>
            </a:r>
            <a:r>
              <a:rPr lang="en-US" sz="1400" dirty="0" err="1"/>
              <a:t>Peizhao</a:t>
            </a:r>
            <a:r>
              <a:rPr lang="en-US" sz="1400" dirty="0"/>
              <a:t> Hu, and </a:t>
            </a:r>
            <a:r>
              <a:rPr lang="en-US" sz="1400" dirty="0" err="1"/>
              <a:t>Yangqiu</a:t>
            </a:r>
            <a:r>
              <a:rPr lang="en-US" sz="1400" dirty="0"/>
              <a:t> Song. 2025. Proceedings of the 2025 Conference on Empirical Methods in Natural Language Processing. </a:t>
            </a:r>
            <a:r>
              <a:rPr lang="en-US" sz="1400" dirty="0">
                <a:hlinkClick r:id="rId3"/>
              </a:rPr>
              <a:t>https://aclanthology.org/2025.emnlp-main.62/</a:t>
            </a:r>
            <a:r>
              <a:rPr lang="en-US" sz="1400" dirty="0"/>
              <a:t> 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4DCE1AD4-DFC5-41C2-B202-D02F6386A8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60611" y="1543050"/>
            <a:ext cx="5925939" cy="4552950"/>
          </a:xfrm>
        </p:spPr>
        <p:txBody>
          <a:bodyPr/>
          <a:lstStyle/>
          <a:p>
            <a:r>
              <a:rPr lang="en-US" dirty="0"/>
              <a:t>Taxonomy of safety risks for MCP. </a:t>
            </a:r>
          </a:p>
          <a:p>
            <a:pPr lvl="1"/>
            <a:r>
              <a:rPr lang="en-US" dirty="0"/>
              <a:t>The leftmost column of the table shows the </a:t>
            </a:r>
            <a:br>
              <a:rPr lang="en-US" dirty="0"/>
            </a:br>
            <a:r>
              <a:rPr lang="en-US" dirty="0"/>
              <a:t>phase in which each risk occurs. </a:t>
            </a:r>
          </a:p>
          <a:p>
            <a:pPr lvl="1"/>
            <a:r>
              <a:rPr lang="en-US" dirty="0"/>
              <a:t>The main body maps risks by their source, scope, type, and corresponding MAESTRO layers</a:t>
            </a:r>
          </a:p>
          <a:p>
            <a:pPr lvl="1"/>
            <a:r>
              <a:rPr lang="en-US" dirty="0"/>
              <a:t>Lists 15 unsafe behaviors across three phases (Config, Interaction, Termination), each marked as coming from the server or the client and linked to MAESTRO framework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9F53BA2-9F1C-4A81-8C8D-CE14749A58A0}"/>
              </a:ext>
            </a:extLst>
          </p:cNvPr>
          <p:cNvSpPr/>
          <p:nvPr/>
        </p:nvSpPr>
        <p:spPr>
          <a:xfrm>
            <a:off x="1288918" y="4961007"/>
            <a:ext cx="4869323" cy="70788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lvl="0" algn="ctr"/>
            <a:r>
              <a:rPr lang="en-US" sz="2000" dirty="0"/>
              <a:t>Pure attack analysis only with mapping to Maestro framework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AA7DEBE-8F75-49C1-BB3E-62CB8A2DA0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0513" y="1234568"/>
            <a:ext cx="5534954" cy="549530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33825F99-24E2-4B80-8169-1C0458C1A81C}"/>
              </a:ext>
            </a:extLst>
          </p:cNvPr>
          <p:cNvSpPr/>
          <p:nvPr/>
        </p:nvSpPr>
        <p:spPr>
          <a:xfrm>
            <a:off x="6787662" y="6307015"/>
            <a:ext cx="5137805" cy="42285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/>
          <a:lstStyle/>
          <a:p>
            <a:pPr algn="l"/>
            <a:endParaRPr lang="en-US" sz="1600" dirty="0" err="1">
              <a:solidFill>
                <a:prstClr val="white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D2251ED-F3BD-4643-8C3C-937F95799186}"/>
              </a:ext>
            </a:extLst>
          </p:cNvPr>
          <p:cNvSpPr/>
          <p:nvPr/>
        </p:nvSpPr>
        <p:spPr>
          <a:xfrm>
            <a:off x="6787662" y="3751385"/>
            <a:ext cx="5137805" cy="18720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/>
          <a:lstStyle/>
          <a:p>
            <a:pPr algn="l"/>
            <a:endParaRPr lang="en-US" sz="1600" dirty="0" err="1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2931545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9A3D8B-CAD2-4D32-8BBB-576F0583AE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MCP-DPT: A Defense-Placement Taxonomy and Coverage Analysis for Model Context Protocol Security</a:t>
            </a:r>
            <a:br>
              <a:rPr lang="en-US" sz="2800" dirty="0"/>
            </a:br>
            <a:endParaRPr lang="en-US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299D4E-8455-4AF4-8EBF-33E7D62AE3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60612" y="1590674"/>
            <a:ext cx="4335264" cy="4505325"/>
          </a:xfrm>
        </p:spPr>
        <p:txBody>
          <a:bodyPr/>
          <a:lstStyle/>
          <a:p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MCP-DPT</a:t>
            </a:r>
            <a:r>
              <a:rPr lang="en-US" dirty="0"/>
              <a:t> organizes MCP attacks according to the part of the system 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should defend against.</a:t>
            </a:r>
          </a:p>
          <a:p>
            <a:r>
              <a:rPr lang="en-US" dirty="0"/>
              <a:t>Defines 6 layers and maps 49 attacks against 13 defenses to show who is responsible for each one.</a:t>
            </a:r>
          </a:p>
          <a:p>
            <a:pPr lvl="1"/>
            <a:r>
              <a:rPr lang="en-US" dirty="0"/>
              <a:t>The layer view makes it easy to see which parts of the system have weak coverage</a:t>
            </a:r>
          </a:p>
          <a:p>
            <a:pPr lvl="1"/>
            <a:r>
              <a:rPr lang="en-US" b="1" dirty="0"/>
              <a:t>Limitation</a:t>
            </a:r>
            <a:r>
              <a:rPr lang="en-US" dirty="0"/>
              <a:t>: The attack impact isn’t clear – two attacks at the same layer may impact differently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02CA03-C008-43C5-BCDB-E0E732B344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5A85357-5482-4C14-8D39-E9809F501094}"/>
              </a:ext>
            </a:extLst>
          </p:cNvPr>
          <p:cNvSpPr txBox="1">
            <a:spLocks/>
          </p:cNvSpPr>
          <p:nvPr/>
        </p:nvSpPr>
        <p:spPr bwMode="gray">
          <a:xfrm>
            <a:off x="766100" y="1204802"/>
            <a:ext cx="11425899" cy="26161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marL="0" indent="0" algn="l" defTabSz="1218987" rtl="0" eaLnBrk="1" latinLnBrk="0" hangingPunct="1">
              <a:lnSpc>
                <a:spcPct val="85000"/>
              </a:lnSpc>
              <a:spcBef>
                <a:spcPts val="0"/>
              </a:spcBef>
              <a:buClrTx/>
              <a:buFont typeface="Arial" panose="020B0604020202020204" pitchFamily="34" charset="0"/>
              <a:buNone/>
              <a:defRPr sz="2000" b="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609493" indent="0" algn="l" defTabSz="1218987" rtl="0" eaLnBrk="1" latinLnBrk="0" hangingPunct="1">
              <a:spcBef>
                <a:spcPct val="20000"/>
              </a:spcBef>
              <a:buClrTx/>
              <a:buFont typeface="Arial" panose="020B0604020202020204" pitchFamily="34" charset="0"/>
              <a:buNone/>
              <a:defRPr sz="2700" b="1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218987" indent="0" algn="l" defTabSz="1218987" rtl="0" eaLnBrk="1" latinLnBrk="0" hangingPunct="1">
              <a:spcBef>
                <a:spcPct val="20000"/>
              </a:spcBef>
              <a:buClrTx/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828480" indent="0" algn="l" defTabSz="1218987" rtl="0" eaLnBrk="1" latinLnBrk="0" hangingPunct="1">
              <a:spcBef>
                <a:spcPct val="20000"/>
              </a:spcBef>
              <a:buClrTx/>
              <a:buFont typeface="Arial" panose="020B0604020202020204" pitchFamily="34" charset="0"/>
              <a:buNone/>
              <a:defRPr sz="2100" b="1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437973" indent="0" algn="l" defTabSz="1218987" rtl="0" eaLnBrk="1" latinLnBrk="0" hangingPunct="1">
              <a:spcBef>
                <a:spcPct val="20000"/>
              </a:spcBef>
              <a:buClrTx/>
              <a:buFont typeface="Arial" panose="020B0604020202020204" pitchFamily="34" charset="0"/>
              <a:buNone/>
              <a:defRPr sz="2100" b="1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3047467" indent="0" algn="l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1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0" indent="0" algn="l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1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453" indent="0" algn="l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1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5947" indent="0" algn="l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1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 err="1"/>
              <a:t>Rostamzadeh</a:t>
            </a:r>
            <a:r>
              <a:rPr lang="en-US" sz="1400" dirty="0"/>
              <a:t>, M., Narula, S., </a:t>
            </a:r>
            <a:r>
              <a:rPr lang="en-US" sz="1400" dirty="0" err="1"/>
              <a:t>Birhan</a:t>
            </a:r>
            <a:r>
              <a:rPr lang="en-US" sz="1400" dirty="0"/>
              <a:t>, N., </a:t>
            </a:r>
            <a:r>
              <a:rPr lang="en-US" sz="1400" dirty="0" err="1"/>
              <a:t>Ghasemigol</a:t>
            </a:r>
            <a:r>
              <a:rPr lang="en-US" sz="1400" dirty="0"/>
              <a:t>, M. and </a:t>
            </a:r>
            <a:r>
              <a:rPr lang="en-US" sz="1400" dirty="0" err="1"/>
              <a:t>Takabi</a:t>
            </a:r>
            <a:r>
              <a:rPr lang="en-US" sz="1400" dirty="0"/>
              <a:t>, D., 2026. </a:t>
            </a:r>
            <a:r>
              <a:rPr lang="en-US" sz="1400" dirty="0" err="1"/>
              <a:t>arXiv</a:t>
            </a:r>
            <a:r>
              <a:rPr lang="en-US" sz="1400" dirty="0"/>
              <a:t> preprint arXiv:2604.07551. </a:t>
            </a:r>
            <a:r>
              <a:rPr lang="en-US" sz="1400" dirty="0">
                <a:hlinkClick r:id="rId3"/>
              </a:rPr>
              <a:t>https://arxiv.org/abs/2604.07551</a:t>
            </a:r>
            <a:r>
              <a:rPr lang="en-US" sz="1400" dirty="0"/>
              <a:t>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2188244-DF0D-47BA-A3EC-E84FBF11F0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2094" y="1590674"/>
            <a:ext cx="6829501" cy="4505325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1EDF0C3-C856-4031-9854-79422CD4FDF8}"/>
              </a:ext>
            </a:extLst>
          </p:cNvPr>
          <p:cNvSpPr/>
          <p:nvPr/>
        </p:nvSpPr>
        <p:spPr>
          <a:xfrm>
            <a:off x="679329" y="6220261"/>
            <a:ext cx="11145640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lvl="0" algn="ctr"/>
            <a:r>
              <a:rPr lang="en-US" sz="2000" dirty="0"/>
              <a:t>Classify attacks from defense perspective. Affected MCP assets are out of the scope. No scoring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B053540-3C01-4A4C-8779-3B88FABCC9E6}"/>
              </a:ext>
            </a:extLst>
          </p:cNvPr>
          <p:cNvSpPr/>
          <p:nvPr/>
        </p:nvSpPr>
        <p:spPr>
          <a:xfrm>
            <a:off x="5384800" y="4495800"/>
            <a:ext cx="1917700" cy="533400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/>
          <a:lstStyle/>
          <a:p>
            <a:pPr algn="l"/>
            <a:endParaRPr lang="en-US" sz="1600" dirty="0" err="1">
              <a:solidFill>
                <a:prstClr val="white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9653A0-59B6-4EFB-8FA9-9D2F45C6F946}"/>
              </a:ext>
            </a:extLst>
          </p:cNvPr>
          <p:cNvSpPr/>
          <p:nvPr/>
        </p:nvSpPr>
        <p:spPr>
          <a:xfrm>
            <a:off x="7302500" y="4495800"/>
            <a:ext cx="1917700" cy="488950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/>
          <a:lstStyle/>
          <a:p>
            <a:pPr algn="l"/>
            <a:endParaRPr lang="en-US" sz="1600" dirty="0" err="1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9292684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0" name="Picture 509">
            <a:extLst>
              <a:ext uri="{FF2B5EF4-FFF2-40B4-BE49-F238E27FC236}">
                <a16:creationId xmlns:a16="http://schemas.microsoft.com/office/drawing/2014/main" id="{974184AF-FD16-4DDC-A9A9-1FEA66742A4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0610" y="1077316"/>
            <a:ext cx="10673828" cy="522487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B59DD90-183F-4A08-B429-2E0D66701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MCP security taxonomies – Summary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79A9430-7144-4F2F-8407-1153D87FC536}"/>
              </a:ext>
            </a:extLst>
          </p:cNvPr>
          <p:cNvSpPr/>
          <p:nvPr/>
        </p:nvSpPr>
        <p:spPr>
          <a:xfrm>
            <a:off x="1076325" y="4514850"/>
            <a:ext cx="10039350" cy="3429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/>
          <a:lstStyle/>
          <a:p>
            <a:pPr algn="l"/>
            <a:endParaRPr lang="en-US" sz="1600" dirty="0" err="1">
              <a:solidFill>
                <a:prstClr val="white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908DBDA-46B1-4F3A-B724-30E063D3CABE}"/>
              </a:ext>
            </a:extLst>
          </p:cNvPr>
          <p:cNvSpPr/>
          <p:nvPr/>
        </p:nvSpPr>
        <p:spPr>
          <a:xfrm>
            <a:off x="1076325" y="2727511"/>
            <a:ext cx="10039350" cy="3429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t"/>
          <a:lstStyle/>
          <a:p>
            <a:pPr algn="l"/>
            <a:endParaRPr lang="en-US" sz="1600" dirty="0" err="1">
              <a:solidFill>
                <a:prstClr val="white"/>
              </a:solidFill>
            </a:endParaRP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p3"/>
          <p:cNvSpPr/>
          <p:nvPr/>
        </p:nvSpPr>
        <p:spPr>
          <a:xfrm>
            <a:off x="1588" y="893"/>
            <a:ext cx="12188825" cy="853218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537" name="Google Shape;537;p3"/>
          <p:cNvSpPr/>
          <p:nvPr/>
        </p:nvSpPr>
        <p:spPr>
          <a:xfrm>
            <a:off x="489141" y="61837"/>
            <a:ext cx="10969943" cy="731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sz="3200" b="1" dirty="0">
                <a:solidFill>
                  <a:srgbClr val="FFFFFF"/>
                </a:solidFill>
                <a:ea typeface="Arial Black"/>
                <a:cs typeface="Arial Black"/>
                <a:sym typeface="Arial Black"/>
              </a:rPr>
              <a:t>Selected Misuse Matrix</a:t>
            </a:r>
            <a:endParaRPr lang="en-US" sz="3200" b="1" dirty="0">
              <a:solidFill>
                <a:schemeClr val="dk1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538" name="Google Shape;538;p3"/>
          <p:cNvSpPr/>
          <p:nvPr/>
        </p:nvSpPr>
        <p:spPr>
          <a:xfrm>
            <a:off x="1588" y="6400027"/>
            <a:ext cx="73133" cy="457081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539" name="Google Shape;539;p3"/>
          <p:cNvSpPr/>
          <p:nvPr/>
        </p:nvSpPr>
        <p:spPr>
          <a:xfrm>
            <a:off x="11337196" y="6460971"/>
            <a:ext cx="609441" cy="243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r"/>
            <a:r>
              <a:rPr lang="en-US" sz="12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566;p4">
            <a:extLst>
              <a:ext uri="{FF2B5EF4-FFF2-40B4-BE49-F238E27FC236}">
                <a16:creationId xmlns:a16="http://schemas.microsoft.com/office/drawing/2014/main" id="{C0DA6DD6-382F-4B62-901F-8E3D80B90F97}"/>
              </a:ext>
            </a:extLst>
          </p:cNvPr>
          <p:cNvSpPr/>
          <p:nvPr/>
        </p:nvSpPr>
        <p:spPr>
          <a:xfrm>
            <a:off x="6187504" y="4398264"/>
            <a:ext cx="1901952" cy="530352"/>
          </a:xfrm>
          <a:prstGeom prst="rect">
            <a:avLst/>
          </a:prstGeom>
          <a:solidFill>
            <a:srgbClr val="FFF5D6"/>
          </a:solidFill>
          <a:ln w="9525" cap="flat" cmpd="sng">
            <a:solidFill>
              <a:srgbClr val="E8DD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569;p4">
            <a:extLst>
              <a:ext uri="{FF2B5EF4-FFF2-40B4-BE49-F238E27FC236}">
                <a16:creationId xmlns:a16="http://schemas.microsoft.com/office/drawing/2014/main" id="{25A1CED5-E3F0-4891-934D-CB13A059FCA1}"/>
              </a:ext>
            </a:extLst>
          </p:cNvPr>
          <p:cNvSpPr/>
          <p:nvPr/>
        </p:nvSpPr>
        <p:spPr>
          <a:xfrm>
            <a:off x="344488" y="1143000"/>
            <a:ext cx="1901952" cy="38404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29" name="Google Shape;570;p4">
            <a:extLst>
              <a:ext uri="{FF2B5EF4-FFF2-40B4-BE49-F238E27FC236}">
                <a16:creationId xmlns:a16="http://schemas.microsoft.com/office/drawing/2014/main" id="{7CAE663C-71AE-4382-BD7D-05F558F52C8A}"/>
              </a:ext>
            </a:extLst>
          </p:cNvPr>
          <p:cNvSpPr/>
          <p:nvPr/>
        </p:nvSpPr>
        <p:spPr>
          <a:xfrm>
            <a:off x="344488" y="1143000"/>
            <a:ext cx="190195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buClr>
                <a:srgbClr val="FFFFFF"/>
              </a:buClr>
              <a:buSzPts val="1000"/>
            </a:pPr>
            <a:r>
              <a:rPr lang="en-US" sz="1000" b="1" cap="small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SERVER COMPROMISE</a:t>
            </a:r>
            <a:endParaRPr sz="1000" cap="small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571;p4">
            <a:extLst>
              <a:ext uri="{FF2B5EF4-FFF2-40B4-BE49-F238E27FC236}">
                <a16:creationId xmlns:a16="http://schemas.microsoft.com/office/drawing/2014/main" id="{F1CD0BB2-104B-4B2B-B339-F3F812BF575E}"/>
              </a:ext>
            </a:extLst>
          </p:cNvPr>
          <p:cNvSpPr/>
          <p:nvPr/>
        </p:nvSpPr>
        <p:spPr>
          <a:xfrm>
            <a:off x="344488" y="1563624"/>
            <a:ext cx="1901952" cy="530352"/>
          </a:xfrm>
          <a:prstGeom prst="rect">
            <a:avLst/>
          </a:prstGeom>
          <a:solidFill>
            <a:srgbClr val="FFF8F0"/>
          </a:solidFill>
          <a:ln w="9525" cap="flat" cmpd="sng">
            <a:solidFill>
              <a:srgbClr val="E8E0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31" name="Google Shape;572;p4">
            <a:extLst>
              <a:ext uri="{FF2B5EF4-FFF2-40B4-BE49-F238E27FC236}">
                <a16:creationId xmlns:a16="http://schemas.microsoft.com/office/drawing/2014/main" id="{1F3F3743-DFF5-46AD-A4D5-BE568CCF8E9D}"/>
              </a:ext>
            </a:extLst>
          </p:cNvPr>
          <p:cNvSpPr/>
          <p:nvPr/>
        </p:nvSpPr>
        <p:spPr>
          <a:xfrm>
            <a:off x="417640" y="1563624"/>
            <a:ext cx="175564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333333"/>
              </a:buClr>
              <a:buSzPts val="900"/>
            </a:pPr>
            <a:r>
              <a:rPr lang="en-US" sz="900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Reverse Shell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573;p4">
            <a:extLst>
              <a:ext uri="{FF2B5EF4-FFF2-40B4-BE49-F238E27FC236}">
                <a16:creationId xmlns:a16="http://schemas.microsoft.com/office/drawing/2014/main" id="{F9E27966-D539-403E-A1F0-807ECE066A56}"/>
              </a:ext>
            </a:extLst>
          </p:cNvPr>
          <p:cNvSpPr/>
          <p:nvPr/>
        </p:nvSpPr>
        <p:spPr>
          <a:xfrm>
            <a:off x="344488" y="2130552"/>
            <a:ext cx="1901952" cy="530352"/>
          </a:xfrm>
          <a:prstGeom prst="rect">
            <a:avLst/>
          </a:prstGeom>
          <a:solidFill>
            <a:srgbClr val="FFF8F0"/>
          </a:solidFill>
          <a:ln w="9525" cap="flat" cmpd="sng">
            <a:solidFill>
              <a:srgbClr val="E8E0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33" name="Google Shape;574;p4">
            <a:extLst>
              <a:ext uri="{FF2B5EF4-FFF2-40B4-BE49-F238E27FC236}">
                <a16:creationId xmlns:a16="http://schemas.microsoft.com/office/drawing/2014/main" id="{A051041B-E57C-44AE-82ED-F2FDF4B7C139}"/>
              </a:ext>
            </a:extLst>
          </p:cNvPr>
          <p:cNvSpPr/>
          <p:nvPr/>
        </p:nvSpPr>
        <p:spPr>
          <a:xfrm>
            <a:off x="417640" y="2130552"/>
            <a:ext cx="175564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333333"/>
              </a:buClr>
              <a:buSzPts val="900"/>
            </a:pPr>
            <a:r>
              <a:rPr lang="en-US" sz="900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SSH Key Injection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575;p4">
            <a:extLst>
              <a:ext uri="{FF2B5EF4-FFF2-40B4-BE49-F238E27FC236}">
                <a16:creationId xmlns:a16="http://schemas.microsoft.com/office/drawing/2014/main" id="{7546C7AF-F7C0-4BB6-98FC-ACCD7F311125}"/>
              </a:ext>
            </a:extLst>
          </p:cNvPr>
          <p:cNvSpPr/>
          <p:nvPr/>
        </p:nvSpPr>
        <p:spPr>
          <a:xfrm>
            <a:off x="344488" y="2697480"/>
            <a:ext cx="1901952" cy="530352"/>
          </a:xfrm>
          <a:prstGeom prst="rect">
            <a:avLst/>
          </a:prstGeom>
          <a:solidFill>
            <a:srgbClr val="FFF8F0"/>
          </a:solidFill>
          <a:ln w="9525" cap="flat" cmpd="sng">
            <a:solidFill>
              <a:srgbClr val="E8E0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35" name="Google Shape;576;p4">
            <a:extLst>
              <a:ext uri="{FF2B5EF4-FFF2-40B4-BE49-F238E27FC236}">
                <a16:creationId xmlns:a16="http://schemas.microsoft.com/office/drawing/2014/main" id="{4E9658A9-34AE-438A-B47E-766625B64AA8}"/>
              </a:ext>
            </a:extLst>
          </p:cNvPr>
          <p:cNvSpPr/>
          <p:nvPr/>
        </p:nvSpPr>
        <p:spPr>
          <a:xfrm>
            <a:off x="417640" y="2697480"/>
            <a:ext cx="175564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333333"/>
              </a:buClr>
              <a:buSzPts val="900"/>
            </a:pPr>
            <a:r>
              <a:rPr lang="en-US" sz="900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Log Tampering /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buClr>
                <a:srgbClr val="333333"/>
              </a:buClr>
              <a:buSzPts val="900"/>
            </a:pPr>
            <a:r>
              <a:rPr lang="en-US" sz="900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Evidence Destruction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577;p4">
            <a:extLst>
              <a:ext uri="{FF2B5EF4-FFF2-40B4-BE49-F238E27FC236}">
                <a16:creationId xmlns:a16="http://schemas.microsoft.com/office/drawing/2014/main" id="{9EBAAF87-DF42-47CE-895F-52976CDEC033}"/>
              </a:ext>
            </a:extLst>
          </p:cNvPr>
          <p:cNvSpPr/>
          <p:nvPr/>
        </p:nvSpPr>
        <p:spPr>
          <a:xfrm>
            <a:off x="344488" y="3264408"/>
            <a:ext cx="1901952" cy="530352"/>
          </a:xfrm>
          <a:prstGeom prst="rect">
            <a:avLst/>
          </a:prstGeom>
          <a:solidFill>
            <a:srgbClr val="FFF8F0"/>
          </a:solidFill>
          <a:ln w="9525" cap="flat" cmpd="sng">
            <a:solidFill>
              <a:srgbClr val="E8E0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37" name="Google Shape;578;p4">
            <a:extLst>
              <a:ext uri="{FF2B5EF4-FFF2-40B4-BE49-F238E27FC236}">
                <a16:creationId xmlns:a16="http://schemas.microsoft.com/office/drawing/2014/main" id="{AB43BFB0-B0A0-4D05-A4CB-448A97115F46}"/>
              </a:ext>
            </a:extLst>
          </p:cNvPr>
          <p:cNvSpPr/>
          <p:nvPr/>
        </p:nvSpPr>
        <p:spPr>
          <a:xfrm>
            <a:off x="417640" y="3264408"/>
            <a:ext cx="175564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333333"/>
              </a:buClr>
              <a:buSzPts val="900"/>
            </a:pPr>
            <a:r>
              <a:rPr lang="en-US" sz="90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Semantic Data</a:t>
            </a:r>
            <a:endParaRPr sz="9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buClr>
                <a:srgbClr val="333333"/>
              </a:buClr>
              <a:buSzPts val="900"/>
            </a:pPr>
            <a:r>
              <a:rPr lang="en-US" sz="90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Poisoning</a:t>
            </a:r>
            <a:endParaRPr sz="9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579;p4">
            <a:extLst>
              <a:ext uri="{FF2B5EF4-FFF2-40B4-BE49-F238E27FC236}">
                <a16:creationId xmlns:a16="http://schemas.microsoft.com/office/drawing/2014/main" id="{B2107557-5F9B-43F6-ACEF-38EF858CFC89}"/>
              </a:ext>
            </a:extLst>
          </p:cNvPr>
          <p:cNvSpPr/>
          <p:nvPr/>
        </p:nvSpPr>
        <p:spPr>
          <a:xfrm>
            <a:off x="344488" y="3831336"/>
            <a:ext cx="1901952" cy="530352"/>
          </a:xfrm>
          <a:prstGeom prst="rect">
            <a:avLst/>
          </a:prstGeom>
          <a:solidFill>
            <a:srgbClr val="FFF5D6"/>
          </a:solidFill>
          <a:ln w="9525" cap="flat" cmpd="sng">
            <a:solidFill>
              <a:srgbClr val="E8DD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39" name="Google Shape;580;p4">
            <a:extLst>
              <a:ext uri="{FF2B5EF4-FFF2-40B4-BE49-F238E27FC236}">
                <a16:creationId xmlns:a16="http://schemas.microsoft.com/office/drawing/2014/main" id="{CBE67BAC-9163-46FB-9237-EDCD734A442F}"/>
              </a:ext>
            </a:extLst>
          </p:cNvPr>
          <p:cNvSpPr/>
          <p:nvPr/>
        </p:nvSpPr>
        <p:spPr>
          <a:xfrm>
            <a:off x="417640" y="3831336"/>
            <a:ext cx="175564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CC6600"/>
              </a:buClr>
              <a:buSzPts val="900"/>
            </a:pPr>
            <a:r>
              <a:rPr lang="en-US" sz="900" b="1" dirty="0">
                <a:solidFill>
                  <a:srgbClr val="CC6600"/>
                </a:solidFill>
                <a:latin typeface="Arial"/>
                <a:ea typeface="Arial"/>
                <a:cs typeface="Arial"/>
                <a:sym typeface="Arial"/>
              </a:rPr>
              <a:t>SQL Injection</a:t>
            </a:r>
            <a:endParaRPr sz="9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581;p4">
            <a:extLst>
              <a:ext uri="{FF2B5EF4-FFF2-40B4-BE49-F238E27FC236}">
                <a16:creationId xmlns:a16="http://schemas.microsoft.com/office/drawing/2014/main" id="{70C4A36E-6276-480F-9C77-2BAFAEEDDFBC}"/>
              </a:ext>
            </a:extLst>
          </p:cNvPr>
          <p:cNvSpPr/>
          <p:nvPr/>
        </p:nvSpPr>
        <p:spPr>
          <a:xfrm>
            <a:off x="344488" y="4398264"/>
            <a:ext cx="1901952" cy="530352"/>
          </a:xfrm>
          <a:prstGeom prst="rect">
            <a:avLst/>
          </a:prstGeom>
          <a:solidFill>
            <a:srgbClr val="FFF5D6"/>
          </a:solidFill>
          <a:ln w="9525" cap="flat" cmpd="sng">
            <a:solidFill>
              <a:srgbClr val="E8DD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41" name="Google Shape;582;p4">
            <a:extLst>
              <a:ext uri="{FF2B5EF4-FFF2-40B4-BE49-F238E27FC236}">
                <a16:creationId xmlns:a16="http://schemas.microsoft.com/office/drawing/2014/main" id="{D74AB96F-7DCA-448A-B6D2-B6861249CEFC}"/>
              </a:ext>
            </a:extLst>
          </p:cNvPr>
          <p:cNvSpPr/>
          <p:nvPr/>
        </p:nvSpPr>
        <p:spPr>
          <a:xfrm>
            <a:off x="417640" y="4398264"/>
            <a:ext cx="175564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CC6600"/>
              </a:buClr>
              <a:buSzPts val="900"/>
            </a:pPr>
            <a:r>
              <a:rPr lang="en-US" sz="900" b="1">
                <a:solidFill>
                  <a:srgbClr val="CC6600"/>
                </a:solidFill>
                <a:latin typeface="Arial"/>
                <a:ea typeface="Arial"/>
                <a:cs typeface="Arial"/>
                <a:sym typeface="Arial"/>
              </a:rPr>
              <a:t>State Corruption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583;p4">
            <a:extLst>
              <a:ext uri="{FF2B5EF4-FFF2-40B4-BE49-F238E27FC236}">
                <a16:creationId xmlns:a16="http://schemas.microsoft.com/office/drawing/2014/main" id="{20F0C1AE-7DD4-4A53-BFC4-391DFB9B4D88}"/>
              </a:ext>
            </a:extLst>
          </p:cNvPr>
          <p:cNvSpPr/>
          <p:nvPr/>
        </p:nvSpPr>
        <p:spPr>
          <a:xfrm>
            <a:off x="2292160" y="1143000"/>
            <a:ext cx="1901952" cy="384048"/>
          </a:xfrm>
          <a:prstGeom prst="rect">
            <a:avLst/>
          </a:prstGeom>
          <a:solidFill>
            <a:srgbClr val="E673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43" name="Google Shape;584;p4">
            <a:extLst>
              <a:ext uri="{FF2B5EF4-FFF2-40B4-BE49-F238E27FC236}">
                <a16:creationId xmlns:a16="http://schemas.microsoft.com/office/drawing/2014/main" id="{ED531613-F1E2-482F-9BF0-FB883DF77204}"/>
              </a:ext>
            </a:extLst>
          </p:cNvPr>
          <p:cNvSpPr/>
          <p:nvPr/>
        </p:nvSpPr>
        <p:spPr>
          <a:xfrm>
            <a:off x="2292160" y="1143000"/>
            <a:ext cx="190195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buClr>
                <a:srgbClr val="FFFFFF"/>
              </a:buClr>
              <a:buSzPts val="1000"/>
            </a:pPr>
            <a:r>
              <a:rPr lang="en-US" sz="1000" b="1" cap="small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DATA EXFILTRATION</a:t>
            </a:r>
            <a:endParaRPr sz="1000" cap="small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585;p4">
            <a:extLst>
              <a:ext uri="{FF2B5EF4-FFF2-40B4-BE49-F238E27FC236}">
                <a16:creationId xmlns:a16="http://schemas.microsoft.com/office/drawing/2014/main" id="{87B5A942-9ACB-4322-B776-CDAFAA219E16}"/>
              </a:ext>
            </a:extLst>
          </p:cNvPr>
          <p:cNvSpPr/>
          <p:nvPr/>
        </p:nvSpPr>
        <p:spPr>
          <a:xfrm>
            <a:off x="2292160" y="1563624"/>
            <a:ext cx="1901952" cy="530352"/>
          </a:xfrm>
          <a:prstGeom prst="rect">
            <a:avLst/>
          </a:prstGeom>
          <a:solidFill>
            <a:srgbClr val="FFF8F0"/>
          </a:solidFill>
          <a:ln w="9525" cap="flat" cmpd="sng">
            <a:solidFill>
              <a:srgbClr val="E8E0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45" name="Google Shape;586;p4">
            <a:extLst>
              <a:ext uri="{FF2B5EF4-FFF2-40B4-BE49-F238E27FC236}">
                <a16:creationId xmlns:a16="http://schemas.microsoft.com/office/drawing/2014/main" id="{7D1D2D91-B437-4F27-8BCC-216B7CEBB04B}"/>
              </a:ext>
            </a:extLst>
          </p:cNvPr>
          <p:cNvSpPr/>
          <p:nvPr/>
        </p:nvSpPr>
        <p:spPr>
          <a:xfrm>
            <a:off x="2365312" y="1563624"/>
            <a:ext cx="175564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333333"/>
              </a:buClr>
              <a:buSzPts val="900"/>
            </a:pPr>
            <a:r>
              <a:rPr lang="en-US" sz="900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Env Var Exposure /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buClr>
                <a:srgbClr val="333333"/>
              </a:buClr>
              <a:buSzPts val="900"/>
            </a:pPr>
            <a:r>
              <a:rPr lang="en-US" sz="900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Token Extraction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587;p4">
            <a:extLst>
              <a:ext uri="{FF2B5EF4-FFF2-40B4-BE49-F238E27FC236}">
                <a16:creationId xmlns:a16="http://schemas.microsoft.com/office/drawing/2014/main" id="{08C6FDB6-788B-4860-B1E0-7BD8084B583B}"/>
              </a:ext>
            </a:extLst>
          </p:cNvPr>
          <p:cNvSpPr/>
          <p:nvPr/>
        </p:nvSpPr>
        <p:spPr>
          <a:xfrm>
            <a:off x="2292160" y="2130552"/>
            <a:ext cx="1901952" cy="530352"/>
          </a:xfrm>
          <a:prstGeom prst="rect">
            <a:avLst/>
          </a:prstGeom>
          <a:solidFill>
            <a:srgbClr val="FFF8F0"/>
          </a:solidFill>
          <a:ln w="9525" cap="flat" cmpd="sng">
            <a:solidFill>
              <a:srgbClr val="E8E0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47" name="Google Shape;588;p4">
            <a:extLst>
              <a:ext uri="{FF2B5EF4-FFF2-40B4-BE49-F238E27FC236}">
                <a16:creationId xmlns:a16="http://schemas.microsoft.com/office/drawing/2014/main" id="{0F9DD199-CDC6-45EB-BEA5-979796F0E1BE}"/>
              </a:ext>
            </a:extLst>
          </p:cNvPr>
          <p:cNvSpPr/>
          <p:nvPr/>
        </p:nvSpPr>
        <p:spPr>
          <a:xfrm>
            <a:off x="2365312" y="2130552"/>
            <a:ext cx="175564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333333"/>
              </a:buClr>
              <a:buSzPts val="900"/>
            </a:pPr>
            <a:r>
              <a:rPr lang="en-US" sz="900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Database Credential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buClr>
                <a:srgbClr val="333333"/>
              </a:buClr>
              <a:buSzPts val="900"/>
            </a:pPr>
            <a:r>
              <a:rPr lang="en-US" sz="900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Exposure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589;p4">
            <a:extLst>
              <a:ext uri="{FF2B5EF4-FFF2-40B4-BE49-F238E27FC236}">
                <a16:creationId xmlns:a16="http://schemas.microsoft.com/office/drawing/2014/main" id="{898F4CEC-90F9-4748-A651-58EC52580490}"/>
              </a:ext>
            </a:extLst>
          </p:cNvPr>
          <p:cNvSpPr/>
          <p:nvPr/>
        </p:nvSpPr>
        <p:spPr>
          <a:xfrm>
            <a:off x="2292160" y="2697480"/>
            <a:ext cx="1901952" cy="530352"/>
          </a:xfrm>
          <a:prstGeom prst="rect">
            <a:avLst/>
          </a:prstGeom>
          <a:solidFill>
            <a:srgbClr val="FFF8F0"/>
          </a:solidFill>
          <a:ln w="9525" cap="flat" cmpd="sng">
            <a:solidFill>
              <a:srgbClr val="E8E0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49" name="Google Shape;590;p4">
            <a:extLst>
              <a:ext uri="{FF2B5EF4-FFF2-40B4-BE49-F238E27FC236}">
                <a16:creationId xmlns:a16="http://schemas.microsoft.com/office/drawing/2014/main" id="{AD5A9454-2578-4265-84B6-272A450D8F5C}"/>
              </a:ext>
            </a:extLst>
          </p:cNvPr>
          <p:cNvSpPr/>
          <p:nvPr/>
        </p:nvSpPr>
        <p:spPr>
          <a:xfrm>
            <a:off x="2365312" y="2697480"/>
            <a:ext cx="175564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333333"/>
              </a:buClr>
              <a:buSzPts val="900"/>
            </a:pPr>
            <a:r>
              <a:rPr lang="en-US" sz="900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SSRF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91;p4">
            <a:extLst>
              <a:ext uri="{FF2B5EF4-FFF2-40B4-BE49-F238E27FC236}">
                <a16:creationId xmlns:a16="http://schemas.microsoft.com/office/drawing/2014/main" id="{30449570-81A0-4A06-9970-84327C3C94B8}"/>
              </a:ext>
            </a:extLst>
          </p:cNvPr>
          <p:cNvSpPr/>
          <p:nvPr/>
        </p:nvSpPr>
        <p:spPr>
          <a:xfrm>
            <a:off x="2292160" y="3264408"/>
            <a:ext cx="1901952" cy="530352"/>
          </a:xfrm>
          <a:prstGeom prst="rect">
            <a:avLst/>
          </a:prstGeom>
          <a:solidFill>
            <a:srgbClr val="FFF8F0"/>
          </a:solidFill>
          <a:ln w="9525" cap="flat" cmpd="sng">
            <a:solidFill>
              <a:srgbClr val="E8E0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51" name="Google Shape;592;p4">
            <a:extLst>
              <a:ext uri="{FF2B5EF4-FFF2-40B4-BE49-F238E27FC236}">
                <a16:creationId xmlns:a16="http://schemas.microsoft.com/office/drawing/2014/main" id="{5B73BA71-F6C8-4408-8A57-B121E8C32A94}"/>
              </a:ext>
            </a:extLst>
          </p:cNvPr>
          <p:cNvSpPr/>
          <p:nvPr/>
        </p:nvSpPr>
        <p:spPr>
          <a:xfrm>
            <a:off x="2365312" y="3264408"/>
            <a:ext cx="175564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333333"/>
              </a:buClr>
              <a:buSzPts val="900"/>
            </a:pPr>
            <a:r>
              <a:rPr lang="en-US" sz="900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Scraping / Systematic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buClr>
                <a:srgbClr val="333333"/>
              </a:buClr>
              <a:buSzPts val="900"/>
            </a:pPr>
            <a:r>
              <a:rPr lang="en-US" sz="900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Data Extraction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93;p4">
            <a:extLst>
              <a:ext uri="{FF2B5EF4-FFF2-40B4-BE49-F238E27FC236}">
                <a16:creationId xmlns:a16="http://schemas.microsoft.com/office/drawing/2014/main" id="{6903ACEB-DEC1-46A8-A88E-3C5CBBD5981A}"/>
              </a:ext>
            </a:extLst>
          </p:cNvPr>
          <p:cNvSpPr/>
          <p:nvPr/>
        </p:nvSpPr>
        <p:spPr>
          <a:xfrm>
            <a:off x="2292160" y="3831336"/>
            <a:ext cx="1901952" cy="530352"/>
          </a:xfrm>
          <a:prstGeom prst="rect">
            <a:avLst/>
          </a:prstGeom>
          <a:solidFill>
            <a:srgbClr val="FFF8F0"/>
          </a:solidFill>
          <a:ln w="9525" cap="flat" cmpd="sng">
            <a:solidFill>
              <a:srgbClr val="E8E0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53" name="Google Shape;594;p4">
            <a:extLst>
              <a:ext uri="{FF2B5EF4-FFF2-40B4-BE49-F238E27FC236}">
                <a16:creationId xmlns:a16="http://schemas.microsoft.com/office/drawing/2014/main" id="{F1818E75-1BD1-4D0C-8B5A-030890377C3C}"/>
              </a:ext>
            </a:extLst>
          </p:cNvPr>
          <p:cNvSpPr/>
          <p:nvPr/>
        </p:nvSpPr>
        <p:spPr>
          <a:xfrm>
            <a:off x="2365312" y="3831336"/>
            <a:ext cx="175564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333333"/>
              </a:buClr>
              <a:buSzPts val="900"/>
            </a:pPr>
            <a:r>
              <a:rPr lang="en-US" sz="900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Multi-Tenant Data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buClr>
                <a:srgbClr val="333333"/>
              </a:buClr>
              <a:buSzPts val="900"/>
            </a:pPr>
            <a:r>
              <a:rPr lang="en-US" sz="900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Leakage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95;p4">
            <a:extLst>
              <a:ext uri="{FF2B5EF4-FFF2-40B4-BE49-F238E27FC236}">
                <a16:creationId xmlns:a16="http://schemas.microsoft.com/office/drawing/2014/main" id="{CF9CBBDF-E1F8-4208-AE00-E912BF013093}"/>
              </a:ext>
            </a:extLst>
          </p:cNvPr>
          <p:cNvSpPr/>
          <p:nvPr/>
        </p:nvSpPr>
        <p:spPr>
          <a:xfrm>
            <a:off x="2292160" y="4398264"/>
            <a:ext cx="1901952" cy="530352"/>
          </a:xfrm>
          <a:prstGeom prst="rect">
            <a:avLst/>
          </a:prstGeom>
          <a:solidFill>
            <a:srgbClr val="FFF8F0"/>
          </a:solidFill>
          <a:ln w="9525" cap="flat" cmpd="sng">
            <a:solidFill>
              <a:srgbClr val="E8E0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55" name="Google Shape;596;p4">
            <a:extLst>
              <a:ext uri="{FF2B5EF4-FFF2-40B4-BE49-F238E27FC236}">
                <a16:creationId xmlns:a16="http://schemas.microsoft.com/office/drawing/2014/main" id="{9B2E1C05-033A-454E-979C-573F02B350F1}"/>
              </a:ext>
            </a:extLst>
          </p:cNvPr>
          <p:cNvSpPr/>
          <p:nvPr/>
        </p:nvSpPr>
        <p:spPr>
          <a:xfrm>
            <a:off x="2365312" y="4398264"/>
            <a:ext cx="175564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333333"/>
              </a:buClr>
              <a:buSzPts val="900"/>
            </a:pPr>
            <a:r>
              <a:rPr lang="en-US" sz="90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Timing Side-Channel</a:t>
            </a:r>
            <a:endParaRPr sz="9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buClr>
                <a:srgbClr val="333333"/>
              </a:buClr>
              <a:buSzPts val="900"/>
            </a:pPr>
            <a:r>
              <a:rPr lang="en-US" sz="90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Inference</a:t>
            </a:r>
            <a:endParaRPr sz="9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97;p4">
            <a:extLst>
              <a:ext uri="{FF2B5EF4-FFF2-40B4-BE49-F238E27FC236}">
                <a16:creationId xmlns:a16="http://schemas.microsoft.com/office/drawing/2014/main" id="{2AF3AE73-8381-4599-86A7-E7633EA94DB7}"/>
              </a:ext>
            </a:extLst>
          </p:cNvPr>
          <p:cNvSpPr/>
          <p:nvPr/>
        </p:nvSpPr>
        <p:spPr>
          <a:xfrm>
            <a:off x="2292160" y="4965192"/>
            <a:ext cx="1901952" cy="530352"/>
          </a:xfrm>
          <a:prstGeom prst="rect">
            <a:avLst/>
          </a:prstGeom>
          <a:solidFill>
            <a:srgbClr val="FFF8F0"/>
          </a:solidFill>
          <a:ln w="9525" cap="flat" cmpd="sng">
            <a:solidFill>
              <a:srgbClr val="E8E0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57" name="Google Shape;598;p4">
            <a:extLst>
              <a:ext uri="{FF2B5EF4-FFF2-40B4-BE49-F238E27FC236}">
                <a16:creationId xmlns:a16="http://schemas.microsoft.com/office/drawing/2014/main" id="{9A604C6A-F837-43A9-BCCC-F4180D61C957}"/>
              </a:ext>
            </a:extLst>
          </p:cNvPr>
          <p:cNvSpPr/>
          <p:nvPr/>
        </p:nvSpPr>
        <p:spPr>
          <a:xfrm>
            <a:off x="2365312" y="4965192"/>
            <a:ext cx="175564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333333"/>
              </a:buClr>
              <a:buSzPts val="900"/>
            </a:pPr>
            <a:r>
              <a:rPr lang="en-US" sz="900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Behavioral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buClr>
                <a:srgbClr val="333333"/>
              </a:buClr>
              <a:buSzPts val="900"/>
            </a:pPr>
            <a:r>
              <a:rPr lang="en-US" sz="900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Fingerprinting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99;p4">
            <a:extLst>
              <a:ext uri="{FF2B5EF4-FFF2-40B4-BE49-F238E27FC236}">
                <a16:creationId xmlns:a16="http://schemas.microsoft.com/office/drawing/2014/main" id="{093A76CD-FB0E-48FC-821C-8A29D752D7AD}"/>
              </a:ext>
            </a:extLst>
          </p:cNvPr>
          <p:cNvSpPr/>
          <p:nvPr/>
        </p:nvSpPr>
        <p:spPr>
          <a:xfrm>
            <a:off x="4239832" y="1143000"/>
            <a:ext cx="1901952" cy="384048"/>
          </a:xfrm>
          <a:prstGeom prst="rect">
            <a:avLst/>
          </a:prstGeom>
          <a:solidFill>
            <a:srgbClr val="6B3FA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 cap="small"/>
          </a:p>
        </p:txBody>
      </p:sp>
      <p:sp>
        <p:nvSpPr>
          <p:cNvPr id="59" name="Google Shape;600;p4">
            <a:extLst>
              <a:ext uri="{FF2B5EF4-FFF2-40B4-BE49-F238E27FC236}">
                <a16:creationId xmlns:a16="http://schemas.microsoft.com/office/drawing/2014/main" id="{AD864012-899D-4F87-AF30-6105FF8665DB}"/>
              </a:ext>
            </a:extLst>
          </p:cNvPr>
          <p:cNvSpPr/>
          <p:nvPr/>
        </p:nvSpPr>
        <p:spPr>
          <a:xfrm>
            <a:off x="4239832" y="1143000"/>
            <a:ext cx="190195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buClr>
                <a:srgbClr val="FFFFFF"/>
              </a:buClr>
              <a:buSzPts val="1000"/>
            </a:pPr>
            <a:r>
              <a:rPr lang="en-US" sz="10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ACCESS CONTROL ABUSE</a:t>
            </a:r>
            <a:endParaRPr sz="10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1;p4">
            <a:extLst>
              <a:ext uri="{FF2B5EF4-FFF2-40B4-BE49-F238E27FC236}">
                <a16:creationId xmlns:a16="http://schemas.microsoft.com/office/drawing/2014/main" id="{75E44077-087B-4AFE-9619-0CC4F35F91F5}"/>
              </a:ext>
            </a:extLst>
          </p:cNvPr>
          <p:cNvSpPr/>
          <p:nvPr/>
        </p:nvSpPr>
        <p:spPr>
          <a:xfrm>
            <a:off x="4239832" y="1563624"/>
            <a:ext cx="1901952" cy="530352"/>
          </a:xfrm>
          <a:prstGeom prst="rect">
            <a:avLst/>
          </a:prstGeom>
          <a:solidFill>
            <a:srgbClr val="FFF8F0"/>
          </a:solidFill>
          <a:ln w="9525" cap="flat" cmpd="sng">
            <a:solidFill>
              <a:srgbClr val="E8E0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61" name="Google Shape;602;p4">
            <a:extLst>
              <a:ext uri="{FF2B5EF4-FFF2-40B4-BE49-F238E27FC236}">
                <a16:creationId xmlns:a16="http://schemas.microsoft.com/office/drawing/2014/main" id="{F5F1059F-37BE-489A-BCA3-995116077818}"/>
              </a:ext>
            </a:extLst>
          </p:cNvPr>
          <p:cNvSpPr/>
          <p:nvPr/>
        </p:nvSpPr>
        <p:spPr>
          <a:xfrm>
            <a:off x="4312984" y="1563624"/>
            <a:ext cx="175564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333333"/>
              </a:buClr>
              <a:buSzPts val="900"/>
            </a:pPr>
            <a:r>
              <a:rPr lang="en-US" sz="900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Privilege Escalation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buClr>
                <a:srgbClr val="333333"/>
              </a:buClr>
              <a:buSzPts val="900"/>
            </a:pPr>
            <a:r>
              <a:rPr lang="en-US" sz="900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via Tool Chaining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03;p4">
            <a:extLst>
              <a:ext uri="{FF2B5EF4-FFF2-40B4-BE49-F238E27FC236}">
                <a16:creationId xmlns:a16="http://schemas.microsoft.com/office/drawing/2014/main" id="{8AACF890-C248-4506-97E4-3BBFCA6ED84B}"/>
              </a:ext>
            </a:extLst>
          </p:cNvPr>
          <p:cNvSpPr/>
          <p:nvPr/>
        </p:nvSpPr>
        <p:spPr>
          <a:xfrm>
            <a:off x="4239832" y="2130552"/>
            <a:ext cx="1901952" cy="530352"/>
          </a:xfrm>
          <a:prstGeom prst="rect">
            <a:avLst/>
          </a:prstGeom>
          <a:solidFill>
            <a:srgbClr val="FFF8F0"/>
          </a:solidFill>
          <a:ln w="9525" cap="flat" cmpd="sng">
            <a:solidFill>
              <a:srgbClr val="E8E0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63" name="Google Shape;604;p4">
            <a:extLst>
              <a:ext uri="{FF2B5EF4-FFF2-40B4-BE49-F238E27FC236}">
                <a16:creationId xmlns:a16="http://schemas.microsoft.com/office/drawing/2014/main" id="{F8A98890-50CD-4297-99E4-C38CD90659DD}"/>
              </a:ext>
            </a:extLst>
          </p:cNvPr>
          <p:cNvSpPr/>
          <p:nvPr/>
        </p:nvSpPr>
        <p:spPr>
          <a:xfrm>
            <a:off x="4312984" y="2130552"/>
            <a:ext cx="175564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333333"/>
              </a:buClr>
              <a:buSzPts val="900"/>
            </a:pPr>
            <a:r>
              <a:rPr lang="en-US" sz="900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Session Abuse /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buClr>
                <a:srgbClr val="333333"/>
              </a:buClr>
              <a:buSzPts val="900"/>
            </a:pPr>
            <a:r>
              <a:rPr lang="en-US" sz="900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Temporal Accumulation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05;p4">
            <a:extLst>
              <a:ext uri="{FF2B5EF4-FFF2-40B4-BE49-F238E27FC236}">
                <a16:creationId xmlns:a16="http://schemas.microsoft.com/office/drawing/2014/main" id="{1DE8DB8F-9DF3-44B4-B693-2AA383B371E9}"/>
              </a:ext>
            </a:extLst>
          </p:cNvPr>
          <p:cNvSpPr/>
          <p:nvPr/>
        </p:nvSpPr>
        <p:spPr>
          <a:xfrm>
            <a:off x="4239832" y="2697480"/>
            <a:ext cx="1901952" cy="530352"/>
          </a:xfrm>
          <a:prstGeom prst="rect">
            <a:avLst/>
          </a:prstGeom>
          <a:solidFill>
            <a:srgbClr val="FFF8F0"/>
          </a:solidFill>
          <a:ln w="9525" cap="flat" cmpd="sng">
            <a:solidFill>
              <a:srgbClr val="E8E0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65" name="Google Shape;606;p4">
            <a:extLst>
              <a:ext uri="{FF2B5EF4-FFF2-40B4-BE49-F238E27FC236}">
                <a16:creationId xmlns:a16="http://schemas.microsoft.com/office/drawing/2014/main" id="{1D3EE097-D2DD-468E-AB14-4AAECA716904}"/>
              </a:ext>
            </a:extLst>
          </p:cNvPr>
          <p:cNvSpPr/>
          <p:nvPr/>
        </p:nvSpPr>
        <p:spPr>
          <a:xfrm>
            <a:off x="4239832" y="3264408"/>
            <a:ext cx="1901952" cy="530352"/>
          </a:xfrm>
          <a:prstGeom prst="rect">
            <a:avLst/>
          </a:prstGeom>
          <a:solidFill>
            <a:srgbClr val="FFF8F0"/>
          </a:solidFill>
          <a:ln w="9525" cap="flat" cmpd="sng">
            <a:solidFill>
              <a:srgbClr val="E8E0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66" name="Google Shape;607;p4">
            <a:extLst>
              <a:ext uri="{FF2B5EF4-FFF2-40B4-BE49-F238E27FC236}">
                <a16:creationId xmlns:a16="http://schemas.microsoft.com/office/drawing/2014/main" id="{55FF7699-07C3-406D-8467-857A912110A3}"/>
              </a:ext>
            </a:extLst>
          </p:cNvPr>
          <p:cNvSpPr/>
          <p:nvPr/>
        </p:nvSpPr>
        <p:spPr>
          <a:xfrm>
            <a:off x="4312984" y="3264408"/>
            <a:ext cx="175564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333333"/>
              </a:buClr>
              <a:buSzPts val="900"/>
            </a:pPr>
            <a:r>
              <a:rPr lang="en-US" sz="900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Throttle Bypass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08;p4">
            <a:extLst>
              <a:ext uri="{FF2B5EF4-FFF2-40B4-BE49-F238E27FC236}">
                <a16:creationId xmlns:a16="http://schemas.microsoft.com/office/drawing/2014/main" id="{AC853DD5-B729-4BEA-BD13-C26898234106}"/>
              </a:ext>
            </a:extLst>
          </p:cNvPr>
          <p:cNvSpPr/>
          <p:nvPr/>
        </p:nvSpPr>
        <p:spPr>
          <a:xfrm>
            <a:off x="4239832" y="3831336"/>
            <a:ext cx="1901952" cy="530352"/>
          </a:xfrm>
          <a:prstGeom prst="rect">
            <a:avLst/>
          </a:prstGeom>
          <a:solidFill>
            <a:srgbClr val="FFF8F0"/>
          </a:solidFill>
          <a:ln w="9525" cap="flat" cmpd="sng">
            <a:solidFill>
              <a:srgbClr val="E8E0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68" name="Google Shape;609;p4">
            <a:extLst>
              <a:ext uri="{FF2B5EF4-FFF2-40B4-BE49-F238E27FC236}">
                <a16:creationId xmlns:a16="http://schemas.microsoft.com/office/drawing/2014/main" id="{0B3F87F1-0EC2-4D94-85A2-815FA694ACD4}"/>
              </a:ext>
            </a:extLst>
          </p:cNvPr>
          <p:cNvSpPr/>
          <p:nvPr/>
        </p:nvSpPr>
        <p:spPr>
          <a:xfrm>
            <a:off x="4312984" y="3831336"/>
            <a:ext cx="175564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333333"/>
              </a:buClr>
              <a:buSzPts val="900"/>
            </a:pPr>
            <a:r>
              <a:rPr lang="en-US" sz="900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Browser-Initiated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buClr>
                <a:srgbClr val="333333"/>
              </a:buClr>
              <a:buSzPts val="900"/>
            </a:pPr>
            <a:r>
              <a:rPr lang="en-US" sz="900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Tool Execution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buClr>
                <a:srgbClr val="333333"/>
              </a:buClr>
              <a:buSzPts val="900"/>
            </a:pPr>
            <a:r>
              <a:rPr lang="en-US" sz="900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(CSRF / DNS Rebind)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10;p4">
            <a:extLst>
              <a:ext uri="{FF2B5EF4-FFF2-40B4-BE49-F238E27FC236}">
                <a16:creationId xmlns:a16="http://schemas.microsoft.com/office/drawing/2014/main" id="{C34D8196-A375-449F-81AA-76534FAEEA5B}"/>
              </a:ext>
            </a:extLst>
          </p:cNvPr>
          <p:cNvSpPr/>
          <p:nvPr/>
        </p:nvSpPr>
        <p:spPr>
          <a:xfrm>
            <a:off x="4239832" y="4398264"/>
            <a:ext cx="1901952" cy="530352"/>
          </a:xfrm>
          <a:prstGeom prst="rect">
            <a:avLst/>
          </a:prstGeom>
          <a:solidFill>
            <a:srgbClr val="FFF8F0"/>
          </a:solidFill>
          <a:ln w="9525" cap="flat" cmpd="sng">
            <a:solidFill>
              <a:srgbClr val="E8E0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70" name="Google Shape;611;p4">
            <a:extLst>
              <a:ext uri="{FF2B5EF4-FFF2-40B4-BE49-F238E27FC236}">
                <a16:creationId xmlns:a16="http://schemas.microsoft.com/office/drawing/2014/main" id="{15C40988-6A1E-4711-9D17-9A67106A35D1}"/>
              </a:ext>
            </a:extLst>
          </p:cNvPr>
          <p:cNvSpPr/>
          <p:nvPr/>
        </p:nvSpPr>
        <p:spPr>
          <a:xfrm>
            <a:off x="4312984" y="4398264"/>
            <a:ext cx="175564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333333"/>
              </a:buClr>
              <a:buSzPts val="900"/>
            </a:pPr>
            <a:r>
              <a:rPr lang="en-US" sz="900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SSE Stream Hijacking /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buClr>
                <a:srgbClr val="333333"/>
              </a:buClr>
              <a:buSzPts val="900"/>
            </a:pPr>
            <a:r>
              <a:rPr lang="en-US" sz="900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Session Takeover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612;p4">
            <a:extLst>
              <a:ext uri="{FF2B5EF4-FFF2-40B4-BE49-F238E27FC236}">
                <a16:creationId xmlns:a16="http://schemas.microsoft.com/office/drawing/2014/main" id="{DA1A233D-4583-4EED-9EF9-B7B59021FCCE}"/>
              </a:ext>
            </a:extLst>
          </p:cNvPr>
          <p:cNvSpPr/>
          <p:nvPr/>
        </p:nvSpPr>
        <p:spPr>
          <a:xfrm>
            <a:off x="4276409" y="2697467"/>
            <a:ext cx="1755600" cy="53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333333"/>
              </a:buClr>
              <a:buSzPts val="900"/>
            </a:pPr>
            <a:r>
              <a:rPr lang="en-US" sz="900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OAuth Delegation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buClr>
                <a:srgbClr val="333333"/>
              </a:buClr>
              <a:buSzPts val="900"/>
            </a:pPr>
            <a:r>
              <a:rPr lang="en-US" sz="900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Confused Deputy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613;p4">
            <a:extLst>
              <a:ext uri="{FF2B5EF4-FFF2-40B4-BE49-F238E27FC236}">
                <a16:creationId xmlns:a16="http://schemas.microsoft.com/office/drawing/2014/main" id="{740CA871-C75D-42BA-9C2A-A9466DAE50DB}"/>
              </a:ext>
            </a:extLst>
          </p:cNvPr>
          <p:cNvSpPr/>
          <p:nvPr/>
        </p:nvSpPr>
        <p:spPr>
          <a:xfrm>
            <a:off x="6187504" y="1143000"/>
            <a:ext cx="1901952" cy="384048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 cap="small"/>
          </a:p>
        </p:txBody>
      </p:sp>
      <p:sp>
        <p:nvSpPr>
          <p:cNvPr id="73" name="Google Shape;614;p4">
            <a:extLst>
              <a:ext uri="{FF2B5EF4-FFF2-40B4-BE49-F238E27FC236}">
                <a16:creationId xmlns:a16="http://schemas.microsoft.com/office/drawing/2014/main" id="{1384DA78-8F92-4273-A139-21ECDEAB9702}"/>
              </a:ext>
            </a:extLst>
          </p:cNvPr>
          <p:cNvSpPr/>
          <p:nvPr/>
        </p:nvSpPr>
        <p:spPr>
          <a:xfrm>
            <a:off x="6187504" y="1143000"/>
            <a:ext cx="190195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buClr>
                <a:srgbClr val="FFFFFF"/>
              </a:buClr>
              <a:buSzPts val="1000"/>
            </a:pPr>
            <a:r>
              <a:rPr lang="en-US" sz="10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EXHAUSTION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615;p4">
            <a:extLst>
              <a:ext uri="{FF2B5EF4-FFF2-40B4-BE49-F238E27FC236}">
                <a16:creationId xmlns:a16="http://schemas.microsoft.com/office/drawing/2014/main" id="{5547C59B-368A-403D-8BA5-ED3895674372}"/>
              </a:ext>
            </a:extLst>
          </p:cNvPr>
          <p:cNvSpPr/>
          <p:nvPr/>
        </p:nvSpPr>
        <p:spPr>
          <a:xfrm>
            <a:off x="6187504" y="1563624"/>
            <a:ext cx="1901952" cy="530352"/>
          </a:xfrm>
          <a:prstGeom prst="rect">
            <a:avLst/>
          </a:prstGeom>
          <a:solidFill>
            <a:srgbClr val="FFF8F0"/>
          </a:solidFill>
          <a:ln w="9525" cap="flat" cmpd="sng">
            <a:solidFill>
              <a:srgbClr val="E8E0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75" name="Google Shape;616;p4">
            <a:extLst>
              <a:ext uri="{FF2B5EF4-FFF2-40B4-BE49-F238E27FC236}">
                <a16:creationId xmlns:a16="http://schemas.microsoft.com/office/drawing/2014/main" id="{4CB3825B-B8F2-4CF2-8A31-5BE84515A67B}"/>
              </a:ext>
            </a:extLst>
          </p:cNvPr>
          <p:cNvSpPr/>
          <p:nvPr/>
        </p:nvSpPr>
        <p:spPr>
          <a:xfrm>
            <a:off x="6260656" y="1563624"/>
            <a:ext cx="175564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333333"/>
              </a:buClr>
              <a:buSzPts val="900"/>
            </a:pPr>
            <a:r>
              <a:rPr lang="en-US" sz="900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Resource Exhaustion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617;p4">
            <a:extLst>
              <a:ext uri="{FF2B5EF4-FFF2-40B4-BE49-F238E27FC236}">
                <a16:creationId xmlns:a16="http://schemas.microsoft.com/office/drawing/2014/main" id="{CD8DA6BA-E71F-48EC-8B8F-C86D8564A059}"/>
              </a:ext>
            </a:extLst>
          </p:cNvPr>
          <p:cNvSpPr/>
          <p:nvPr/>
        </p:nvSpPr>
        <p:spPr>
          <a:xfrm>
            <a:off x="6187504" y="2130552"/>
            <a:ext cx="1901952" cy="530352"/>
          </a:xfrm>
          <a:prstGeom prst="rect">
            <a:avLst/>
          </a:prstGeom>
          <a:solidFill>
            <a:srgbClr val="FFF8F0"/>
          </a:solidFill>
          <a:ln w="9525" cap="flat" cmpd="sng">
            <a:solidFill>
              <a:srgbClr val="E8E0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77" name="Google Shape;618;p4">
            <a:extLst>
              <a:ext uri="{FF2B5EF4-FFF2-40B4-BE49-F238E27FC236}">
                <a16:creationId xmlns:a16="http://schemas.microsoft.com/office/drawing/2014/main" id="{209F0F49-F37D-4D8F-A526-558D52984A8B}"/>
              </a:ext>
            </a:extLst>
          </p:cNvPr>
          <p:cNvSpPr/>
          <p:nvPr/>
        </p:nvSpPr>
        <p:spPr>
          <a:xfrm>
            <a:off x="6260656" y="2130552"/>
            <a:ext cx="175564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333333"/>
              </a:buClr>
              <a:buSzPts val="900"/>
            </a:pPr>
            <a:r>
              <a:rPr lang="en-US" sz="900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Recursive &amp; Circular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buClr>
                <a:srgbClr val="333333"/>
              </a:buClr>
              <a:buSzPts val="900"/>
            </a:pPr>
            <a:r>
              <a:rPr lang="en-US" sz="900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Task Exhaustion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619;p4">
            <a:extLst>
              <a:ext uri="{FF2B5EF4-FFF2-40B4-BE49-F238E27FC236}">
                <a16:creationId xmlns:a16="http://schemas.microsoft.com/office/drawing/2014/main" id="{CBC87744-C0CD-429E-841C-E4C809612178}"/>
              </a:ext>
            </a:extLst>
          </p:cNvPr>
          <p:cNvSpPr/>
          <p:nvPr/>
        </p:nvSpPr>
        <p:spPr>
          <a:xfrm>
            <a:off x="6187504" y="2697480"/>
            <a:ext cx="1901952" cy="530352"/>
          </a:xfrm>
          <a:prstGeom prst="rect">
            <a:avLst/>
          </a:prstGeom>
          <a:solidFill>
            <a:srgbClr val="FFF8F0"/>
          </a:solidFill>
          <a:ln w="9525" cap="flat" cmpd="sng">
            <a:solidFill>
              <a:srgbClr val="E8E0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79" name="Google Shape;620;p4">
            <a:extLst>
              <a:ext uri="{FF2B5EF4-FFF2-40B4-BE49-F238E27FC236}">
                <a16:creationId xmlns:a16="http://schemas.microsoft.com/office/drawing/2014/main" id="{9DDD38A1-AFA8-411C-BEBC-188FD267D276}"/>
              </a:ext>
            </a:extLst>
          </p:cNvPr>
          <p:cNvSpPr/>
          <p:nvPr/>
        </p:nvSpPr>
        <p:spPr>
          <a:xfrm>
            <a:off x="6260656" y="2697480"/>
            <a:ext cx="175564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333333"/>
              </a:buClr>
              <a:buSzPts val="900"/>
            </a:pPr>
            <a:r>
              <a:rPr lang="en-US" sz="900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Denial of Wallet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621;p4">
            <a:extLst>
              <a:ext uri="{FF2B5EF4-FFF2-40B4-BE49-F238E27FC236}">
                <a16:creationId xmlns:a16="http://schemas.microsoft.com/office/drawing/2014/main" id="{D13DBD7B-1A59-479C-90F1-AA85E5E6C7B1}"/>
              </a:ext>
            </a:extLst>
          </p:cNvPr>
          <p:cNvSpPr/>
          <p:nvPr/>
        </p:nvSpPr>
        <p:spPr>
          <a:xfrm>
            <a:off x="6187504" y="3264408"/>
            <a:ext cx="1901952" cy="530352"/>
          </a:xfrm>
          <a:prstGeom prst="rect">
            <a:avLst/>
          </a:prstGeom>
          <a:solidFill>
            <a:srgbClr val="FFF8F0"/>
          </a:solidFill>
          <a:ln w="9525" cap="flat" cmpd="sng">
            <a:solidFill>
              <a:srgbClr val="E8E0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81" name="Google Shape;622;p4">
            <a:extLst>
              <a:ext uri="{FF2B5EF4-FFF2-40B4-BE49-F238E27FC236}">
                <a16:creationId xmlns:a16="http://schemas.microsoft.com/office/drawing/2014/main" id="{9FA52E34-2F6F-4E0E-BD02-03AC9C322F08}"/>
              </a:ext>
            </a:extLst>
          </p:cNvPr>
          <p:cNvSpPr/>
          <p:nvPr/>
        </p:nvSpPr>
        <p:spPr>
          <a:xfrm>
            <a:off x="6260656" y="3264408"/>
            <a:ext cx="175564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333333"/>
              </a:buClr>
              <a:buSzPts val="900"/>
            </a:pPr>
            <a:r>
              <a:rPr lang="en-US" sz="900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Resource Lock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buClr>
                <a:srgbClr val="333333"/>
              </a:buClr>
              <a:buSzPts val="900"/>
            </a:pPr>
            <a:r>
              <a:rPr lang="en-US" sz="900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Starvation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623;p4">
            <a:extLst>
              <a:ext uri="{FF2B5EF4-FFF2-40B4-BE49-F238E27FC236}">
                <a16:creationId xmlns:a16="http://schemas.microsoft.com/office/drawing/2014/main" id="{497F7E54-0C67-4B6E-A378-197FD48DC709}"/>
              </a:ext>
            </a:extLst>
          </p:cNvPr>
          <p:cNvSpPr/>
          <p:nvPr/>
        </p:nvSpPr>
        <p:spPr>
          <a:xfrm>
            <a:off x="6187504" y="3831336"/>
            <a:ext cx="1901952" cy="530352"/>
          </a:xfrm>
          <a:prstGeom prst="rect">
            <a:avLst/>
          </a:prstGeom>
          <a:solidFill>
            <a:srgbClr val="FFF8F0"/>
          </a:solidFill>
          <a:ln w="9525" cap="flat" cmpd="sng">
            <a:solidFill>
              <a:srgbClr val="E8E0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624;p4">
            <a:extLst>
              <a:ext uri="{FF2B5EF4-FFF2-40B4-BE49-F238E27FC236}">
                <a16:creationId xmlns:a16="http://schemas.microsoft.com/office/drawing/2014/main" id="{9A385576-380C-47B7-981D-1331F75C9BB8}"/>
              </a:ext>
            </a:extLst>
          </p:cNvPr>
          <p:cNvSpPr/>
          <p:nvPr/>
        </p:nvSpPr>
        <p:spPr>
          <a:xfrm>
            <a:off x="6260656" y="3831336"/>
            <a:ext cx="175564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r>
              <a:rPr lang="en-US" sz="900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Replay Attacks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625;p4">
            <a:extLst>
              <a:ext uri="{FF2B5EF4-FFF2-40B4-BE49-F238E27FC236}">
                <a16:creationId xmlns:a16="http://schemas.microsoft.com/office/drawing/2014/main" id="{2FA312D4-E112-4F92-8BE7-AD803EE6D3A2}"/>
              </a:ext>
            </a:extLst>
          </p:cNvPr>
          <p:cNvSpPr/>
          <p:nvPr/>
        </p:nvSpPr>
        <p:spPr>
          <a:xfrm>
            <a:off x="6260656" y="4398264"/>
            <a:ext cx="175564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r>
              <a:rPr lang="en-US" sz="900" b="1">
                <a:solidFill>
                  <a:srgbClr val="CC6600"/>
                </a:solidFill>
                <a:latin typeface="Arial"/>
                <a:ea typeface="Arial"/>
                <a:cs typeface="Arial"/>
                <a:sym typeface="Arial"/>
              </a:rPr>
              <a:t>Idempotency Abuse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626;p4">
            <a:extLst>
              <a:ext uri="{FF2B5EF4-FFF2-40B4-BE49-F238E27FC236}">
                <a16:creationId xmlns:a16="http://schemas.microsoft.com/office/drawing/2014/main" id="{02C2BA8C-089B-46AF-A8D4-6F46CD0206F2}"/>
              </a:ext>
            </a:extLst>
          </p:cNvPr>
          <p:cNvSpPr/>
          <p:nvPr/>
        </p:nvSpPr>
        <p:spPr>
          <a:xfrm>
            <a:off x="6187504" y="4965192"/>
            <a:ext cx="1901952" cy="530352"/>
          </a:xfrm>
          <a:prstGeom prst="rect">
            <a:avLst/>
          </a:prstGeom>
          <a:solidFill>
            <a:srgbClr val="FFF5D6"/>
          </a:solidFill>
          <a:ln w="9525" cap="flat" cmpd="sng">
            <a:solidFill>
              <a:srgbClr val="E8DD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86" name="Google Shape;627;p4">
            <a:extLst>
              <a:ext uri="{FF2B5EF4-FFF2-40B4-BE49-F238E27FC236}">
                <a16:creationId xmlns:a16="http://schemas.microsoft.com/office/drawing/2014/main" id="{B68F1589-D123-4C11-BA56-087A7EE800D6}"/>
              </a:ext>
            </a:extLst>
          </p:cNvPr>
          <p:cNvSpPr/>
          <p:nvPr/>
        </p:nvSpPr>
        <p:spPr>
          <a:xfrm>
            <a:off x="6260656" y="4965192"/>
            <a:ext cx="175564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CC6600"/>
              </a:buClr>
              <a:buSzPts val="900"/>
            </a:pPr>
            <a:r>
              <a:rPr lang="en-US" sz="900" b="1">
                <a:solidFill>
                  <a:srgbClr val="CC6600"/>
                </a:solidFill>
                <a:latin typeface="Arial"/>
                <a:ea typeface="Arial"/>
                <a:cs typeface="Arial"/>
                <a:sym typeface="Arial"/>
              </a:rPr>
              <a:t>Protocol-Level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lang="en-US" sz="900" b="1">
                <a:solidFill>
                  <a:srgbClr val="CC6600"/>
                </a:solidFill>
                <a:latin typeface="Arial"/>
                <a:ea typeface="Arial"/>
                <a:cs typeface="Arial"/>
                <a:sym typeface="Arial"/>
              </a:rPr>
              <a:t>Exhaustion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628;p4">
            <a:extLst>
              <a:ext uri="{FF2B5EF4-FFF2-40B4-BE49-F238E27FC236}">
                <a16:creationId xmlns:a16="http://schemas.microsoft.com/office/drawing/2014/main" id="{8573D31B-DA07-41BC-A88E-503E4414CCA0}"/>
              </a:ext>
            </a:extLst>
          </p:cNvPr>
          <p:cNvSpPr/>
          <p:nvPr/>
        </p:nvSpPr>
        <p:spPr>
          <a:xfrm>
            <a:off x="8135176" y="1143000"/>
            <a:ext cx="1901952" cy="384048"/>
          </a:xfrm>
          <a:prstGeom prst="rect">
            <a:avLst/>
          </a:prstGeom>
          <a:solidFill>
            <a:srgbClr val="0066A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88" name="Google Shape;629;p4">
            <a:extLst>
              <a:ext uri="{FF2B5EF4-FFF2-40B4-BE49-F238E27FC236}">
                <a16:creationId xmlns:a16="http://schemas.microsoft.com/office/drawing/2014/main" id="{C6051C42-B2AB-454C-B45D-4860B539EEBD}"/>
              </a:ext>
            </a:extLst>
          </p:cNvPr>
          <p:cNvSpPr/>
          <p:nvPr/>
        </p:nvSpPr>
        <p:spPr>
          <a:xfrm>
            <a:off x="8135176" y="1143000"/>
            <a:ext cx="190195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buClr>
                <a:srgbClr val="FFFFFF"/>
              </a:buClr>
              <a:buSzPts val="1000"/>
            </a:pPr>
            <a:r>
              <a:rPr lang="en-US" sz="1000" b="1" cap="small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MISUSE</a:t>
            </a:r>
            <a:endParaRPr sz="1000" cap="small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630;p4">
            <a:extLst>
              <a:ext uri="{FF2B5EF4-FFF2-40B4-BE49-F238E27FC236}">
                <a16:creationId xmlns:a16="http://schemas.microsoft.com/office/drawing/2014/main" id="{B3316329-28A2-4866-A940-64A5A0521854}"/>
              </a:ext>
            </a:extLst>
          </p:cNvPr>
          <p:cNvSpPr/>
          <p:nvPr/>
        </p:nvSpPr>
        <p:spPr>
          <a:xfrm>
            <a:off x="8135176" y="1563624"/>
            <a:ext cx="1901952" cy="530352"/>
          </a:xfrm>
          <a:prstGeom prst="rect">
            <a:avLst/>
          </a:prstGeom>
          <a:solidFill>
            <a:srgbClr val="FFF8F0"/>
          </a:solidFill>
          <a:ln w="9525" cap="flat" cmpd="sng">
            <a:solidFill>
              <a:srgbClr val="E8E0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90" name="Google Shape;631;p4">
            <a:extLst>
              <a:ext uri="{FF2B5EF4-FFF2-40B4-BE49-F238E27FC236}">
                <a16:creationId xmlns:a16="http://schemas.microsoft.com/office/drawing/2014/main" id="{06D58E35-907C-43C4-82FF-D806500127BD}"/>
              </a:ext>
            </a:extLst>
          </p:cNvPr>
          <p:cNvSpPr/>
          <p:nvPr/>
        </p:nvSpPr>
        <p:spPr>
          <a:xfrm>
            <a:off x="8208328" y="1563624"/>
            <a:ext cx="175564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333333"/>
              </a:buClr>
              <a:buSzPts val="900"/>
            </a:pPr>
            <a:r>
              <a:rPr lang="en-US" sz="900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RADE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632;p4">
            <a:extLst>
              <a:ext uri="{FF2B5EF4-FFF2-40B4-BE49-F238E27FC236}">
                <a16:creationId xmlns:a16="http://schemas.microsoft.com/office/drawing/2014/main" id="{869E1DCB-4C97-4CC7-85CA-DABED75468DA}"/>
              </a:ext>
            </a:extLst>
          </p:cNvPr>
          <p:cNvSpPr/>
          <p:nvPr/>
        </p:nvSpPr>
        <p:spPr>
          <a:xfrm>
            <a:off x="8135176" y="2130552"/>
            <a:ext cx="1901952" cy="530352"/>
          </a:xfrm>
          <a:prstGeom prst="rect">
            <a:avLst/>
          </a:prstGeom>
          <a:solidFill>
            <a:srgbClr val="FFF8F0"/>
          </a:solidFill>
          <a:ln w="9525" cap="flat" cmpd="sng">
            <a:solidFill>
              <a:srgbClr val="E8E0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92" name="Google Shape;633;p4">
            <a:extLst>
              <a:ext uri="{FF2B5EF4-FFF2-40B4-BE49-F238E27FC236}">
                <a16:creationId xmlns:a16="http://schemas.microsoft.com/office/drawing/2014/main" id="{ECF44598-92BB-40ED-8EA3-5F0AEFFAB877}"/>
              </a:ext>
            </a:extLst>
          </p:cNvPr>
          <p:cNvSpPr/>
          <p:nvPr/>
        </p:nvSpPr>
        <p:spPr>
          <a:xfrm>
            <a:off x="8208328" y="2130552"/>
            <a:ext cx="175564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333333"/>
              </a:buClr>
              <a:buSzPts val="900"/>
            </a:pPr>
            <a:r>
              <a:rPr lang="en-US" sz="900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Tool Misuse /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buClr>
                <a:srgbClr val="333333"/>
              </a:buClr>
              <a:buSzPts val="900"/>
            </a:pPr>
            <a:r>
              <a:rPr lang="en-US" sz="900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Confused Deputy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634;p4">
            <a:extLst>
              <a:ext uri="{FF2B5EF4-FFF2-40B4-BE49-F238E27FC236}">
                <a16:creationId xmlns:a16="http://schemas.microsoft.com/office/drawing/2014/main" id="{6B6F5D6E-ED79-4C64-A9E0-569AE80D4EC2}"/>
              </a:ext>
            </a:extLst>
          </p:cNvPr>
          <p:cNvSpPr/>
          <p:nvPr/>
        </p:nvSpPr>
        <p:spPr>
          <a:xfrm>
            <a:off x="8135176" y="2697480"/>
            <a:ext cx="1901952" cy="530352"/>
          </a:xfrm>
          <a:prstGeom prst="rect">
            <a:avLst/>
          </a:prstGeom>
          <a:solidFill>
            <a:srgbClr val="FFF8F0"/>
          </a:solidFill>
          <a:ln w="9525" cap="flat" cmpd="sng">
            <a:solidFill>
              <a:srgbClr val="E8E0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94" name="Google Shape;635;p4">
            <a:extLst>
              <a:ext uri="{FF2B5EF4-FFF2-40B4-BE49-F238E27FC236}">
                <a16:creationId xmlns:a16="http://schemas.microsoft.com/office/drawing/2014/main" id="{1DB80B72-F581-4FAE-AF3D-016C88B02EAE}"/>
              </a:ext>
            </a:extLst>
          </p:cNvPr>
          <p:cNvSpPr/>
          <p:nvPr/>
        </p:nvSpPr>
        <p:spPr>
          <a:xfrm>
            <a:off x="8208328" y="2697480"/>
            <a:ext cx="175564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333333"/>
              </a:buClr>
              <a:buSzPts val="900"/>
            </a:pPr>
            <a:r>
              <a:rPr lang="en-US" sz="900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Toxic Content Gen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buClr>
                <a:srgbClr val="333333"/>
              </a:buClr>
              <a:buSzPts val="900"/>
            </a:pPr>
            <a:r>
              <a:rPr lang="en-US" sz="900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via Tool Proxy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636;p4">
            <a:extLst>
              <a:ext uri="{FF2B5EF4-FFF2-40B4-BE49-F238E27FC236}">
                <a16:creationId xmlns:a16="http://schemas.microsoft.com/office/drawing/2014/main" id="{4501AB24-D9F0-421B-AF26-98AB53DF0812}"/>
              </a:ext>
            </a:extLst>
          </p:cNvPr>
          <p:cNvSpPr/>
          <p:nvPr/>
        </p:nvSpPr>
        <p:spPr>
          <a:xfrm>
            <a:off x="8135176" y="3264408"/>
            <a:ext cx="1901952" cy="530352"/>
          </a:xfrm>
          <a:prstGeom prst="rect">
            <a:avLst/>
          </a:prstGeom>
          <a:solidFill>
            <a:srgbClr val="FFF8F0"/>
          </a:solidFill>
          <a:ln w="9525" cap="flat" cmpd="sng">
            <a:solidFill>
              <a:srgbClr val="E8E0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96" name="Google Shape;637;p4">
            <a:extLst>
              <a:ext uri="{FF2B5EF4-FFF2-40B4-BE49-F238E27FC236}">
                <a16:creationId xmlns:a16="http://schemas.microsoft.com/office/drawing/2014/main" id="{55D0E1B1-6F83-429B-AD69-DBB4352952FC}"/>
              </a:ext>
            </a:extLst>
          </p:cNvPr>
          <p:cNvSpPr/>
          <p:nvPr/>
        </p:nvSpPr>
        <p:spPr>
          <a:xfrm>
            <a:off x="8208328" y="3264408"/>
            <a:ext cx="175564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333333"/>
              </a:buClr>
              <a:buSzPts val="900"/>
            </a:pPr>
            <a:r>
              <a:rPr lang="en-US" sz="900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Output-Based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buClr>
                <a:srgbClr val="333333"/>
              </a:buClr>
              <a:buSzPts val="900"/>
            </a:pPr>
            <a:r>
              <a:rPr lang="en-US" sz="900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Downstream Injection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638;p4">
            <a:extLst>
              <a:ext uri="{FF2B5EF4-FFF2-40B4-BE49-F238E27FC236}">
                <a16:creationId xmlns:a16="http://schemas.microsoft.com/office/drawing/2014/main" id="{4A9F345C-14F2-4A0C-B727-A5D50140C3EE}"/>
              </a:ext>
            </a:extLst>
          </p:cNvPr>
          <p:cNvSpPr/>
          <p:nvPr/>
        </p:nvSpPr>
        <p:spPr>
          <a:xfrm>
            <a:off x="10082848" y="1143000"/>
            <a:ext cx="1901952" cy="384048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98" name="Google Shape;639;p4">
            <a:extLst>
              <a:ext uri="{FF2B5EF4-FFF2-40B4-BE49-F238E27FC236}">
                <a16:creationId xmlns:a16="http://schemas.microsoft.com/office/drawing/2014/main" id="{D3460ABD-A72B-4F8B-88E1-E2FA47EAE96F}"/>
              </a:ext>
            </a:extLst>
          </p:cNvPr>
          <p:cNvSpPr/>
          <p:nvPr/>
        </p:nvSpPr>
        <p:spPr>
          <a:xfrm>
            <a:off x="10082848" y="1143000"/>
            <a:ext cx="190195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buClr>
                <a:srgbClr val="FFFFFF"/>
              </a:buClr>
              <a:buSzPts val="1000"/>
            </a:pPr>
            <a:r>
              <a:rPr lang="en-US" sz="1000" b="1" cap="small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AGENT-MEDIATED</a:t>
            </a:r>
            <a:endParaRPr sz="1000" cap="small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640;p4">
            <a:extLst>
              <a:ext uri="{FF2B5EF4-FFF2-40B4-BE49-F238E27FC236}">
                <a16:creationId xmlns:a16="http://schemas.microsoft.com/office/drawing/2014/main" id="{33A6DB3A-F2A5-4A40-AC3C-BF0C26EDC02C}"/>
              </a:ext>
            </a:extLst>
          </p:cNvPr>
          <p:cNvSpPr/>
          <p:nvPr/>
        </p:nvSpPr>
        <p:spPr>
          <a:xfrm>
            <a:off x="10082848" y="1600152"/>
            <a:ext cx="1902000" cy="530400"/>
          </a:xfrm>
          <a:prstGeom prst="rect">
            <a:avLst/>
          </a:prstGeom>
          <a:solidFill>
            <a:srgbClr val="FFF8F0"/>
          </a:solidFill>
          <a:ln w="9525" cap="flat" cmpd="sng">
            <a:solidFill>
              <a:srgbClr val="E8E0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100" name="Google Shape;641;p4">
            <a:extLst>
              <a:ext uri="{FF2B5EF4-FFF2-40B4-BE49-F238E27FC236}">
                <a16:creationId xmlns:a16="http://schemas.microsoft.com/office/drawing/2014/main" id="{C45589CB-D837-4113-B5A4-44D3ED713EA9}"/>
              </a:ext>
            </a:extLst>
          </p:cNvPr>
          <p:cNvSpPr/>
          <p:nvPr/>
        </p:nvSpPr>
        <p:spPr>
          <a:xfrm>
            <a:off x="10156000" y="1600152"/>
            <a:ext cx="1755600" cy="53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333333"/>
              </a:buClr>
              <a:buSzPts val="900"/>
            </a:pPr>
            <a:r>
              <a:rPr lang="en-US" sz="900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Alignment Failure /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buClr>
                <a:srgbClr val="333333"/>
              </a:buClr>
              <a:buSzPts val="900"/>
            </a:pPr>
            <a:r>
              <a:rPr lang="en-US" sz="900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Goal Misalignment</a:t>
            </a:r>
            <a:endParaRPr sz="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577;p4">
            <a:extLst>
              <a:ext uri="{FF2B5EF4-FFF2-40B4-BE49-F238E27FC236}">
                <a16:creationId xmlns:a16="http://schemas.microsoft.com/office/drawing/2014/main" id="{597F0F26-1F2F-4F6A-B1F7-1FD4304E5A2A}"/>
              </a:ext>
            </a:extLst>
          </p:cNvPr>
          <p:cNvSpPr/>
          <p:nvPr/>
        </p:nvSpPr>
        <p:spPr>
          <a:xfrm>
            <a:off x="317056" y="3831336"/>
            <a:ext cx="1901952" cy="530352"/>
          </a:xfrm>
          <a:prstGeom prst="rect">
            <a:avLst/>
          </a:prstGeom>
          <a:solidFill>
            <a:srgbClr val="FFF8F0"/>
          </a:solidFill>
          <a:ln w="9525" cap="flat" cmpd="sng">
            <a:solidFill>
              <a:srgbClr val="E8E0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Clr>
                <a:srgbClr val="CC6600"/>
              </a:buClr>
              <a:buSzPts val="900"/>
            </a:pPr>
            <a:r>
              <a:rPr lang="en-US" sz="900" b="1" dirty="0">
                <a:ea typeface="Arial"/>
                <a:cs typeface="Arial"/>
                <a:sym typeface="Arial"/>
              </a:rPr>
              <a:t>SQL Injection</a:t>
            </a:r>
            <a:endParaRPr lang="en-US" sz="900" dirty="0"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870333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6B6A97-9C8C-4E51-9B40-4D455BBD1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sz="5400" noProof="0" dirty="0"/>
            </a:br>
            <a:r>
              <a:rPr lang="en-US" sz="5400" noProof="0" dirty="0"/>
              <a:t>Research scope – Progress</a:t>
            </a:r>
            <a:r>
              <a:rPr lang="en-US" sz="4400" noProof="0" dirty="0"/>
              <a:t>	</a:t>
            </a:r>
            <a:endParaRPr lang="en-US" sz="5400" noProof="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725360-C912-4E4A-9B09-4090FA20509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22861201"/>
      </p:ext>
    </p:extLst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F7BFE-721C-4A18-8CF8-9E27D88C16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Different MCPs, same underlying risks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637CED-3F68-49DC-92A1-4CDF494B3ED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MCP server ships its own catalog of tools with its own names — </a:t>
            </a:r>
            <a:r>
              <a:rPr lang="en-US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read_file</a:t>
            </a:r>
            <a:r>
              <a:rPr lang="en-US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query_db</a:t>
            </a:r>
            <a:r>
              <a:rPr lang="en-US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send_email</a:t>
            </a:r>
            <a:r>
              <a:rPr lang="en-US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run_shell</a:t>
            </a:r>
            <a:r>
              <a:rPr lang="en-US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</a:p>
          <a:p>
            <a:r>
              <a:rPr lang="en-US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Underneath, they all perform the same handful of operations: </a:t>
            </a: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read, write, modify, delete, execute, configure</a:t>
            </a:r>
            <a:r>
              <a:rPr lang="en-US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dirty="0"/>
          </a:p>
          <a:p>
            <a:r>
              <a:rPr lang="en-US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consistent way to tell a user which tool calls in which contexts can cause real damage.</a:t>
            </a:r>
          </a:p>
          <a:p>
            <a:r>
              <a:rPr lang="en-US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users trigger critical operations by accident, and reviewers can't audit at scale.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8A93EF-13AE-4C95-B086-398BA57E3B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14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E6DEAED-FCDB-4289-BBC7-82D643C27902}"/>
              </a:ext>
            </a:extLst>
          </p:cNvPr>
          <p:cNvGrpSpPr/>
          <p:nvPr/>
        </p:nvGrpSpPr>
        <p:grpSpPr>
          <a:xfrm>
            <a:off x="554361" y="3769360"/>
            <a:ext cx="3814439" cy="1280160"/>
            <a:chOff x="548640" y="4937760"/>
            <a:chExt cx="5486400" cy="1280160"/>
          </a:xfrm>
        </p:grpSpPr>
        <p:sp>
          <p:nvSpPr>
            <p:cNvPr id="6" name="Shape 5">
              <a:extLst>
                <a:ext uri="{FF2B5EF4-FFF2-40B4-BE49-F238E27FC236}">
                  <a16:creationId xmlns:a16="http://schemas.microsoft.com/office/drawing/2014/main" id="{C4345F14-7903-4360-AE44-6D9D26ABD3CE}"/>
                </a:ext>
              </a:extLst>
            </p:cNvPr>
            <p:cNvSpPr/>
            <p:nvPr/>
          </p:nvSpPr>
          <p:spPr>
            <a:xfrm>
              <a:off x="548640" y="4937760"/>
              <a:ext cx="5486400" cy="1280160"/>
            </a:xfrm>
            <a:prstGeom prst="rect">
              <a:avLst/>
            </a:prstGeom>
            <a:solidFill>
              <a:srgbClr val="F8FAFC"/>
            </a:solidFill>
            <a:ln w="12700">
              <a:solidFill>
                <a:srgbClr val="0891B2"/>
              </a:solidFill>
              <a:prstDash val="solid"/>
            </a:ln>
          </p:spPr>
        </p:sp>
        <p:sp>
          <p:nvSpPr>
            <p:cNvPr id="7" name="Text 7">
              <a:extLst>
                <a:ext uri="{FF2B5EF4-FFF2-40B4-BE49-F238E27FC236}">
                  <a16:creationId xmlns:a16="http://schemas.microsoft.com/office/drawing/2014/main" id="{A178D7F8-4956-44CF-AE52-13B433ABDD0D}"/>
                </a:ext>
              </a:extLst>
            </p:cNvPr>
            <p:cNvSpPr/>
            <p:nvPr/>
          </p:nvSpPr>
          <p:spPr>
            <a:xfrm>
              <a:off x="777240" y="5029200"/>
              <a:ext cx="50292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kern="0" spc="400" dirty="0">
                  <a:solidFill>
                    <a:srgbClr val="0891B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GOAL</a:t>
              </a:r>
              <a:endParaRPr lang="en-US" sz="1100" dirty="0"/>
            </a:p>
          </p:txBody>
        </p:sp>
        <p:sp>
          <p:nvSpPr>
            <p:cNvPr id="8" name="Text 8">
              <a:extLst>
                <a:ext uri="{FF2B5EF4-FFF2-40B4-BE49-F238E27FC236}">
                  <a16:creationId xmlns:a16="http://schemas.microsoft.com/office/drawing/2014/main" id="{23F394A8-FA8F-479B-B4D6-E0F4B32AA3B8}"/>
                </a:ext>
              </a:extLst>
            </p:cNvPr>
            <p:cNvSpPr/>
            <p:nvPr/>
          </p:nvSpPr>
          <p:spPr>
            <a:xfrm>
              <a:off x="777240" y="5303520"/>
              <a:ext cx="5120640" cy="914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Derive a generalizable, automatable pattern that ranks any MCP tool call by its potential for accidental high-impact misuse.</a:t>
              </a:r>
              <a:endParaRPr lang="en-US" sz="1400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8F5B7CC-BC8F-47EE-8D32-C331B6B871A2}"/>
              </a:ext>
            </a:extLst>
          </p:cNvPr>
          <p:cNvGrpSpPr/>
          <p:nvPr/>
        </p:nvGrpSpPr>
        <p:grpSpPr>
          <a:xfrm>
            <a:off x="6096000" y="3521117"/>
            <a:ext cx="5120640" cy="3062563"/>
            <a:chOff x="6583680" y="1738037"/>
            <a:chExt cx="5120640" cy="3062563"/>
          </a:xfrm>
        </p:grpSpPr>
        <p:sp>
          <p:nvSpPr>
            <p:cNvPr id="26" name="Text 9">
              <a:extLst>
                <a:ext uri="{FF2B5EF4-FFF2-40B4-BE49-F238E27FC236}">
                  <a16:creationId xmlns:a16="http://schemas.microsoft.com/office/drawing/2014/main" id="{2C24353D-34EA-4318-B70A-CE53FA371116}"/>
                </a:ext>
              </a:extLst>
            </p:cNvPr>
            <p:cNvSpPr/>
            <p:nvPr/>
          </p:nvSpPr>
          <p:spPr>
            <a:xfrm>
              <a:off x="6675120" y="1738037"/>
              <a:ext cx="50292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kern="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SAME OPERATION, DIFFERENT NAMES</a:t>
              </a:r>
              <a:endParaRPr lang="en-US" sz="1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7" name="Shape 10">
              <a:extLst>
                <a:ext uri="{FF2B5EF4-FFF2-40B4-BE49-F238E27FC236}">
                  <a16:creationId xmlns:a16="http://schemas.microsoft.com/office/drawing/2014/main" id="{05B251E9-4AC0-4876-B3E5-3BF8D9CF59D5}"/>
                </a:ext>
              </a:extLst>
            </p:cNvPr>
            <p:cNvSpPr/>
            <p:nvPr/>
          </p:nvSpPr>
          <p:spPr>
            <a:xfrm>
              <a:off x="6583680" y="2011680"/>
              <a:ext cx="5029200" cy="868680"/>
            </a:xfrm>
            <a:prstGeom prst="rect">
              <a:avLst/>
            </a:prstGeom>
            <a:solidFill>
              <a:srgbClr val="F8FAFC"/>
            </a:solidFill>
            <a:ln/>
          </p:spPr>
        </p:sp>
        <p:sp>
          <p:nvSpPr>
            <p:cNvPr id="29" name="Text 12">
              <a:extLst>
                <a:ext uri="{FF2B5EF4-FFF2-40B4-BE49-F238E27FC236}">
                  <a16:creationId xmlns:a16="http://schemas.microsoft.com/office/drawing/2014/main" id="{E03DC16A-9E08-4D2B-A6FE-067F7C5C03B4}"/>
                </a:ext>
              </a:extLst>
            </p:cNvPr>
            <p:cNvSpPr/>
            <p:nvPr/>
          </p:nvSpPr>
          <p:spPr>
            <a:xfrm>
              <a:off x="6812280" y="2084832"/>
              <a:ext cx="237744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0F2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Filesystem MCP</a:t>
              </a:r>
              <a:endParaRPr lang="en-US" sz="1300" dirty="0"/>
            </a:p>
          </p:txBody>
        </p:sp>
        <p:sp>
          <p:nvSpPr>
            <p:cNvPr id="30" name="Text 13">
              <a:extLst>
                <a:ext uri="{FF2B5EF4-FFF2-40B4-BE49-F238E27FC236}">
                  <a16:creationId xmlns:a16="http://schemas.microsoft.com/office/drawing/2014/main" id="{C1A5EDAD-BA11-4370-A80E-0933B9FE3E18}"/>
                </a:ext>
              </a:extLst>
            </p:cNvPr>
            <p:cNvSpPr/>
            <p:nvPr/>
          </p:nvSpPr>
          <p:spPr>
            <a:xfrm>
              <a:off x="6812280" y="2423160"/>
              <a:ext cx="23774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dirty="0">
                  <a:solidFill>
                    <a:srgbClr val="1E293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write_file</a:t>
              </a:r>
              <a:endParaRPr lang="en-US" sz="1300" dirty="0"/>
            </a:p>
          </p:txBody>
        </p:sp>
        <p:sp>
          <p:nvSpPr>
            <p:cNvPr id="31" name="Text 14">
              <a:extLst>
                <a:ext uri="{FF2B5EF4-FFF2-40B4-BE49-F238E27FC236}">
                  <a16:creationId xmlns:a16="http://schemas.microsoft.com/office/drawing/2014/main" id="{A93F4819-0751-43D1-AC6D-996266C76C0F}"/>
                </a:ext>
              </a:extLst>
            </p:cNvPr>
            <p:cNvSpPr/>
            <p:nvPr/>
          </p:nvSpPr>
          <p:spPr>
            <a:xfrm>
              <a:off x="9326880" y="2240280"/>
              <a:ext cx="3657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80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</a:t>
              </a:r>
              <a:endParaRPr lang="en-US" sz="1800" dirty="0"/>
            </a:p>
          </p:txBody>
        </p:sp>
        <p:sp>
          <p:nvSpPr>
            <p:cNvPr id="32" name="Shape 15">
              <a:extLst>
                <a:ext uri="{FF2B5EF4-FFF2-40B4-BE49-F238E27FC236}">
                  <a16:creationId xmlns:a16="http://schemas.microsoft.com/office/drawing/2014/main" id="{DA10292A-F986-4CAD-BA4A-5FD18EED8313}"/>
                </a:ext>
              </a:extLst>
            </p:cNvPr>
            <p:cNvSpPr/>
            <p:nvPr/>
          </p:nvSpPr>
          <p:spPr>
            <a:xfrm>
              <a:off x="9692640" y="2267712"/>
              <a:ext cx="1828800" cy="365760"/>
            </a:xfrm>
            <a:prstGeom prst="rect">
              <a:avLst/>
            </a:prstGeom>
            <a:solidFill>
              <a:srgbClr val="FFF1E0"/>
            </a:solidFill>
            <a:ln/>
          </p:spPr>
        </p:sp>
        <p:sp>
          <p:nvSpPr>
            <p:cNvPr id="33" name="Text 16">
              <a:extLst>
                <a:ext uri="{FF2B5EF4-FFF2-40B4-BE49-F238E27FC236}">
                  <a16:creationId xmlns:a16="http://schemas.microsoft.com/office/drawing/2014/main" id="{892CA2EF-9E5F-4EAC-A83B-6F34C6FE91F9}"/>
                </a:ext>
              </a:extLst>
            </p:cNvPr>
            <p:cNvSpPr/>
            <p:nvPr/>
          </p:nvSpPr>
          <p:spPr>
            <a:xfrm>
              <a:off x="9692640" y="2267712"/>
              <a:ext cx="18288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57C0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Write / Create</a:t>
              </a:r>
              <a:endParaRPr lang="en-US" sz="1200" dirty="0"/>
            </a:p>
          </p:txBody>
        </p:sp>
        <p:sp>
          <p:nvSpPr>
            <p:cNvPr id="34" name="Shape 17">
              <a:extLst>
                <a:ext uri="{FF2B5EF4-FFF2-40B4-BE49-F238E27FC236}">
                  <a16:creationId xmlns:a16="http://schemas.microsoft.com/office/drawing/2014/main" id="{5495C68B-47B5-41EF-B50A-BFFCE572373C}"/>
                </a:ext>
              </a:extLst>
            </p:cNvPr>
            <p:cNvSpPr/>
            <p:nvPr/>
          </p:nvSpPr>
          <p:spPr>
            <a:xfrm>
              <a:off x="6583680" y="2971800"/>
              <a:ext cx="5029200" cy="868680"/>
            </a:xfrm>
            <a:prstGeom prst="rect">
              <a:avLst/>
            </a:prstGeom>
            <a:solidFill>
              <a:srgbClr val="F8FAFC"/>
            </a:solidFill>
            <a:ln/>
          </p:spPr>
        </p:sp>
        <p:sp>
          <p:nvSpPr>
            <p:cNvPr id="36" name="Text 19">
              <a:extLst>
                <a:ext uri="{FF2B5EF4-FFF2-40B4-BE49-F238E27FC236}">
                  <a16:creationId xmlns:a16="http://schemas.microsoft.com/office/drawing/2014/main" id="{B0595812-180F-45B6-A995-7268FE3B9B99}"/>
                </a:ext>
              </a:extLst>
            </p:cNvPr>
            <p:cNvSpPr/>
            <p:nvPr/>
          </p:nvSpPr>
          <p:spPr>
            <a:xfrm>
              <a:off x="6812280" y="3044952"/>
              <a:ext cx="237744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0F2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Database MCP</a:t>
              </a:r>
              <a:endParaRPr lang="en-US" sz="1300" dirty="0"/>
            </a:p>
          </p:txBody>
        </p:sp>
        <p:sp>
          <p:nvSpPr>
            <p:cNvPr id="37" name="Text 20">
              <a:extLst>
                <a:ext uri="{FF2B5EF4-FFF2-40B4-BE49-F238E27FC236}">
                  <a16:creationId xmlns:a16="http://schemas.microsoft.com/office/drawing/2014/main" id="{44610343-A81D-4177-81FF-2F66B2BD9CE4}"/>
                </a:ext>
              </a:extLst>
            </p:cNvPr>
            <p:cNvSpPr/>
            <p:nvPr/>
          </p:nvSpPr>
          <p:spPr>
            <a:xfrm>
              <a:off x="6812280" y="3383280"/>
              <a:ext cx="23774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dirty="0">
                  <a:solidFill>
                    <a:srgbClr val="1E293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execute_sql</a:t>
              </a:r>
              <a:endParaRPr lang="en-US" sz="1300" dirty="0"/>
            </a:p>
          </p:txBody>
        </p:sp>
        <p:sp>
          <p:nvSpPr>
            <p:cNvPr id="38" name="Text 21">
              <a:extLst>
                <a:ext uri="{FF2B5EF4-FFF2-40B4-BE49-F238E27FC236}">
                  <a16:creationId xmlns:a16="http://schemas.microsoft.com/office/drawing/2014/main" id="{284CA4D9-A4E4-4BA4-ACD0-DFBBB7023396}"/>
                </a:ext>
              </a:extLst>
            </p:cNvPr>
            <p:cNvSpPr/>
            <p:nvPr/>
          </p:nvSpPr>
          <p:spPr>
            <a:xfrm>
              <a:off x="9326880" y="3200400"/>
              <a:ext cx="3657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80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</a:t>
              </a:r>
              <a:endParaRPr lang="en-US" sz="1800" dirty="0"/>
            </a:p>
          </p:txBody>
        </p:sp>
        <p:sp>
          <p:nvSpPr>
            <p:cNvPr id="39" name="Shape 22">
              <a:extLst>
                <a:ext uri="{FF2B5EF4-FFF2-40B4-BE49-F238E27FC236}">
                  <a16:creationId xmlns:a16="http://schemas.microsoft.com/office/drawing/2014/main" id="{1D267927-2CBA-4FD6-94E5-2407D4AA682B}"/>
                </a:ext>
              </a:extLst>
            </p:cNvPr>
            <p:cNvSpPr/>
            <p:nvPr/>
          </p:nvSpPr>
          <p:spPr>
            <a:xfrm>
              <a:off x="9692640" y="3227832"/>
              <a:ext cx="1828800" cy="365760"/>
            </a:xfrm>
            <a:prstGeom prst="rect">
              <a:avLst/>
            </a:prstGeom>
            <a:solidFill>
              <a:srgbClr val="FFF1E0"/>
            </a:solidFill>
            <a:ln/>
          </p:spPr>
        </p:sp>
        <p:sp>
          <p:nvSpPr>
            <p:cNvPr id="40" name="Text 23">
              <a:extLst>
                <a:ext uri="{FF2B5EF4-FFF2-40B4-BE49-F238E27FC236}">
                  <a16:creationId xmlns:a16="http://schemas.microsoft.com/office/drawing/2014/main" id="{D958AA5E-87B7-4057-9E1D-91E453101486}"/>
                </a:ext>
              </a:extLst>
            </p:cNvPr>
            <p:cNvSpPr/>
            <p:nvPr/>
          </p:nvSpPr>
          <p:spPr>
            <a:xfrm>
              <a:off x="9692640" y="3227832"/>
              <a:ext cx="18288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57C0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Execute</a:t>
              </a:r>
              <a:endParaRPr lang="en-US" sz="1200" dirty="0"/>
            </a:p>
          </p:txBody>
        </p:sp>
        <p:sp>
          <p:nvSpPr>
            <p:cNvPr id="41" name="Shape 24">
              <a:extLst>
                <a:ext uri="{FF2B5EF4-FFF2-40B4-BE49-F238E27FC236}">
                  <a16:creationId xmlns:a16="http://schemas.microsoft.com/office/drawing/2014/main" id="{A0E8D6BE-343E-4661-BAFE-2F13425E9B8C}"/>
                </a:ext>
              </a:extLst>
            </p:cNvPr>
            <p:cNvSpPr/>
            <p:nvPr/>
          </p:nvSpPr>
          <p:spPr>
            <a:xfrm>
              <a:off x="6583680" y="3931920"/>
              <a:ext cx="5029200" cy="868680"/>
            </a:xfrm>
            <a:prstGeom prst="rect">
              <a:avLst/>
            </a:prstGeom>
            <a:solidFill>
              <a:srgbClr val="F8FAFC"/>
            </a:solidFill>
            <a:ln/>
          </p:spPr>
        </p:sp>
        <p:sp>
          <p:nvSpPr>
            <p:cNvPr id="43" name="Text 26">
              <a:extLst>
                <a:ext uri="{FF2B5EF4-FFF2-40B4-BE49-F238E27FC236}">
                  <a16:creationId xmlns:a16="http://schemas.microsoft.com/office/drawing/2014/main" id="{1565CD9B-ADCE-48C5-843F-5BDF7AFCD15B}"/>
                </a:ext>
              </a:extLst>
            </p:cNvPr>
            <p:cNvSpPr/>
            <p:nvPr/>
          </p:nvSpPr>
          <p:spPr>
            <a:xfrm>
              <a:off x="6812280" y="4005072"/>
              <a:ext cx="237744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0F2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Email MCP</a:t>
              </a:r>
              <a:endParaRPr lang="en-US" sz="1300" dirty="0"/>
            </a:p>
          </p:txBody>
        </p:sp>
        <p:sp>
          <p:nvSpPr>
            <p:cNvPr id="44" name="Text 27">
              <a:extLst>
                <a:ext uri="{FF2B5EF4-FFF2-40B4-BE49-F238E27FC236}">
                  <a16:creationId xmlns:a16="http://schemas.microsoft.com/office/drawing/2014/main" id="{1E4E50C0-2EE6-4603-B796-C6FE3F966CA4}"/>
                </a:ext>
              </a:extLst>
            </p:cNvPr>
            <p:cNvSpPr/>
            <p:nvPr/>
          </p:nvSpPr>
          <p:spPr>
            <a:xfrm>
              <a:off x="6812280" y="4343400"/>
              <a:ext cx="23774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dirty="0">
                  <a:solidFill>
                    <a:srgbClr val="1E293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send_message</a:t>
              </a:r>
              <a:endParaRPr lang="en-US" sz="1300" dirty="0"/>
            </a:p>
          </p:txBody>
        </p:sp>
        <p:sp>
          <p:nvSpPr>
            <p:cNvPr id="45" name="Text 28">
              <a:extLst>
                <a:ext uri="{FF2B5EF4-FFF2-40B4-BE49-F238E27FC236}">
                  <a16:creationId xmlns:a16="http://schemas.microsoft.com/office/drawing/2014/main" id="{9358237B-3E0A-442C-A605-B2BCC882B339}"/>
                </a:ext>
              </a:extLst>
            </p:cNvPr>
            <p:cNvSpPr/>
            <p:nvPr/>
          </p:nvSpPr>
          <p:spPr>
            <a:xfrm>
              <a:off x="9326880" y="4160520"/>
              <a:ext cx="3657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80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</a:t>
              </a:r>
              <a:endParaRPr lang="en-US" sz="1800" dirty="0"/>
            </a:p>
          </p:txBody>
        </p:sp>
        <p:sp>
          <p:nvSpPr>
            <p:cNvPr id="46" name="Shape 29">
              <a:extLst>
                <a:ext uri="{FF2B5EF4-FFF2-40B4-BE49-F238E27FC236}">
                  <a16:creationId xmlns:a16="http://schemas.microsoft.com/office/drawing/2014/main" id="{22441239-98E1-4B6F-A31D-23801974DE59}"/>
                </a:ext>
              </a:extLst>
            </p:cNvPr>
            <p:cNvSpPr/>
            <p:nvPr/>
          </p:nvSpPr>
          <p:spPr>
            <a:xfrm>
              <a:off x="9692640" y="4187952"/>
              <a:ext cx="1828800" cy="365760"/>
            </a:xfrm>
            <a:prstGeom prst="rect">
              <a:avLst/>
            </a:prstGeom>
            <a:solidFill>
              <a:srgbClr val="FFF1E0"/>
            </a:solidFill>
            <a:ln/>
          </p:spPr>
        </p:sp>
        <p:sp>
          <p:nvSpPr>
            <p:cNvPr id="47" name="Text 30">
              <a:extLst>
                <a:ext uri="{FF2B5EF4-FFF2-40B4-BE49-F238E27FC236}">
                  <a16:creationId xmlns:a16="http://schemas.microsoft.com/office/drawing/2014/main" id="{E01BF9EA-9173-4855-806B-D93C9962B417}"/>
                </a:ext>
              </a:extLst>
            </p:cNvPr>
            <p:cNvSpPr/>
            <p:nvPr/>
          </p:nvSpPr>
          <p:spPr>
            <a:xfrm>
              <a:off x="9692640" y="4187952"/>
              <a:ext cx="18288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57C0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Write / Send</a:t>
              </a:r>
              <a:endParaRPr lang="en-US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93647298"/>
      </p:ext>
    </p:extLst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0DFEF8-E9D0-4034-8ED2-314478091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Research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E1A082-1280-44B1-B089-7ACD4390DBA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831AEF-0704-4596-B76B-31BF0E5FCD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CE3152A-B6AE-48FA-9AEB-173124E989B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5032" r="58296"/>
          <a:stretch/>
        </p:blipFill>
        <p:spPr>
          <a:xfrm>
            <a:off x="298895" y="1308880"/>
            <a:ext cx="4701731" cy="534657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1892949-A77E-4695-90D1-079362957E4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1620" t="15032" r="19516"/>
          <a:stretch/>
        </p:blipFill>
        <p:spPr>
          <a:xfrm>
            <a:off x="5000626" y="1308880"/>
            <a:ext cx="4381500" cy="534657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2792E47-C9D3-4E04-B866-5D2C31C5B99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80169" t="15032" r="-1"/>
          <a:stretch/>
        </p:blipFill>
        <p:spPr>
          <a:xfrm>
            <a:off x="9372601" y="1308880"/>
            <a:ext cx="2235834" cy="5346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2664460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588" y="893"/>
            <a:ext cx="12188825" cy="85321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/>
          <a:p>
            <a:endParaRPr lang="en-US" sz="3199" dirty="0"/>
          </a:p>
        </p:txBody>
      </p:sp>
      <p:sp>
        <p:nvSpPr>
          <p:cNvPr id="3" name="Text 1"/>
          <p:cNvSpPr/>
          <p:nvPr/>
        </p:nvSpPr>
        <p:spPr>
          <a:xfrm>
            <a:off x="489142" y="893"/>
            <a:ext cx="11213719" cy="8532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2666" dirty="0"/>
          </a:p>
        </p:txBody>
      </p:sp>
      <p:sp>
        <p:nvSpPr>
          <p:cNvPr id="5" name="Shape 3"/>
          <p:cNvSpPr/>
          <p:nvPr/>
        </p:nvSpPr>
        <p:spPr>
          <a:xfrm>
            <a:off x="367252" y="1097888"/>
            <a:ext cx="3656648" cy="511931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367252" y="1097888"/>
            <a:ext cx="2681542" cy="511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048794" y="1097888"/>
            <a:ext cx="975106" cy="511931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8" name="Text 6"/>
          <p:cNvSpPr/>
          <p:nvPr/>
        </p:nvSpPr>
        <p:spPr>
          <a:xfrm>
            <a:off x="3048794" y="1097888"/>
            <a:ext cx="975106" cy="511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Low–Medium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13518" y="1707329"/>
            <a:ext cx="3364116" cy="268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Operations: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13518" y="1926728"/>
            <a:ext cx="3364116" cy="3656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query · get · list · search · view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13518" y="2463037"/>
            <a:ext cx="3364116" cy="8775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Lowest blast radius. Still exposes PII at scale.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267676" y="1097888"/>
            <a:ext cx="3656648" cy="511931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5" name="Text 13"/>
          <p:cNvSpPr/>
          <p:nvPr/>
        </p:nvSpPr>
        <p:spPr>
          <a:xfrm>
            <a:off x="4267676" y="1097888"/>
            <a:ext cx="2681542" cy="511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/ Create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949218" y="1097888"/>
            <a:ext cx="975106" cy="511931"/>
          </a:xfrm>
          <a:prstGeom prst="rect">
            <a:avLst/>
          </a:prstGeom>
          <a:solidFill>
            <a:srgbClr val="E0F2FE"/>
          </a:solidFill>
          <a:ln/>
        </p:spPr>
      </p:sp>
      <p:sp>
        <p:nvSpPr>
          <p:cNvPr id="17" name="Text 15"/>
          <p:cNvSpPr/>
          <p:nvPr/>
        </p:nvSpPr>
        <p:spPr>
          <a:xfrm>
            <a:off x="6949218" y="1097888"/>
            <a:ext cx="975106" cy="511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413942" y="1707329"/>
            <a:ext cx="3364116" cy="268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Operations: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413942" y="1926728"/>
            <a:ext cx="3364116" cy="3656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insert · create · send · upload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4413942" y="2463037"/>
            <a:ext cx="3364116" cy="8775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Can introduce bad data, spam, record flooding.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8168100" y="1097888"/>
            <a:ext cx="3656648" cy="511931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4" name="Text 22"/>
          <p:cNvSpPr/>
          <p:nvPr/>
        </p:nvSpPr>
        <p:spPr>
          <a:xfrm>
            <a:off x="8168100" y="1097888"/>
            <a:ext cx="2681542" cy="511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/ Modify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10849642" y="1097888"/>
            <a:ext cx="975106" cy="511931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26" name="Text 24"/>
          <p:cNvSpPr/>
          <p:nvPr/>
        </p:nvSpPr>
        <p:spPr>
          <a:xfrm>
            <a:off x="10849642" y="1097888"/>
            <a:ext cx="975106" cy="511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Medium–High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314366" y="1707329"/>
            <a:ext cx="3364116" cy="268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Operations: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8314366" y="1926728"/>
            <a:ext cx="3364116" cy="3656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update · patch · modify · set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8314366" y="2463037"/>
            <a:ext cx="3364116" cy="8775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Harder to detect — looks like normal operation.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367252" y="3779430"/>
            <a:ext cx="3656648" cy="511931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33" name="Text 31"/>
          <p:cNvSpPr/>
          <p:nvPr/>
        </p:nvSpPr>
        <p:spPr>
          <a:xfrm>
            <a:off x="367252" y="3779430"/>
            <a:ext cx="2681542" cy="511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3048794" y="3779430"/>
            <a:ext cx="975106" cy="511931"/>
          </a:xfrm>
          <a:prstGeom prst="rect">
            <a:avLst/>
          </a:prstGeom>
          <a:solidFill>
            <a:srgbClr val="FFEDD5"/>
          </a:solidFill>
          <a:ln/>
        </p:spPr>
      </p:sp>
      <p:sp>
        <p:nvSpPr>
          <p:cNvPr id="35" name="Text 33"/>
          <p:cNvSpPr/>
          <p:nvPr/>
        </p:nvSpPr>
        <p:spPr>
          <a:xfrm>
            <a:off x="3048794" y="3779430"/>
            <a:ext cx="975106" cy="511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High–Critical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13518" y="4388870"/>
            <a:ext cx="3364116" cy="268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Operations: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513518" y="4608270"/>
            <a:ext cx="3364116" cy="3656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delete · remove · purge · flush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513518" y="5144578"/>
            <a:ext cx="3364116" cy="8775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Highest irreversibility. Regulatory exposure.</a:t>
            </a:r>
            <a:endParaRPr lang="en-US" sz="2000" dirty="0"/>
          </a:p>
        </p:txBody>
      </p:sp>
      <p:sp>
        <p:nvSpPr>
          <p:cNvPr id="41" name="Shape 39"/>
          <p:cNvSpPr/>
          <p:nvPr/>
        </p:nvSpPr>
        <p:spPr>
          <a:xfrm>
            <a:off x="4267676" y="3779430"/>
            <a:ext cx="3656648" cy="511931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2" name="Text 40"/>
          <p:cNvSpPr/>
          <p:nvPr/>
        </p:nvSpPr>
        <p:spPr>
          <a:xfrm>
            <a:off x="4267676" y="3779430"/>
            <a:ext cx="2681542" cy="511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</a:t>
            </a:r>
            <a:endParaRPr lang="en-US" sz="2000" dirty="0"/>
          </a:p>
        </p:txBody>
      </p:sp>
      <p:sp>
        <p:nvSpPr>
          <p:cNvPr id="43" name="Shape 41"/>
          <p:cNvSpPr/>
          <p:nvPr/>
        </p:nvSpPr>
        <p:spPr>
          <a:xfrm>
            <a:off x="6949218" y="3779430"/>
            <a:ext cx="975106" cy="511931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44" name="Text 42"/>
          <p:cNvSpPr/>
          <p:nvPr/>
        </p:nvSpPr>
        <p:spPr>
          <a:xfrm>
            <a:off x="6949218" y="3779430"/>
            <a:ext cx="975106" cy="511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4413942" y="4388870"/>
            <a:ext cx="3364116" cy="268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Operations: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4413942" y="4608270"/>
            <a:ext cx="3364116" cy="3656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run · execute · trigger · call</a:t>
            </a:r>
            <a:endParaRPr lang="en-US" sz="2000" dirty="0"/>
          </a:p>
        </p:txBody>
      </p:sp>
      <p:sp>
        <p:nvSpPr>
          <p:cNvPr id="48" name="Text 46"/>
          <p:cNvSpPr/>
          <p:nvPr/>
        </p:nvSpPr>
        <p:spPr>
          <a:xfrm>
            <a:off x="4413942" y="5144578"/>
            <a:ext cx="3364116" cy="8775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Lateral movement risk. Highest injection target.</a:t>
            </a:r>
            <a:endParaRPr lang="en-US" sz="2000" dirty="0"/>
          </a:p>
        </p:txBody>
      </p:sp>
      <p:sp>
        <p:nvSpPr>
          <p:cNvPr id="50" name="Shape 48"/>
          <p:cNvSpPr/>
          <p:nvPr/>
        </p:nvSpPr>
        <p:spPr>
          <a:xfrm>
            <a:off x="8168100" y="3779430"/>
            <a:ext cx="3656648" cy="511931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1" name="Text 49"/>
          <p:cNvSpPr/>
          <p:nvPr/>
        </p:nvSpPr>
        <p:spPr>
          <a:xfrm>
            <a:off x="8168100" y="3779430"/>
            <a:ext cx="2681542" cy="511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/ Config</a:t>
            </a:r>
            <a:endParaRPr lang="en-US" sz="2000" dirty="0"/>
          </a:p>
        </p:txBody>
      </p:sp>
      <p:sp>
        <p:nvSpPr>
          <p:cNvPr id="52" name="Shape 50"/>
          <p:cNvSpPr/>
          <p:nvPr/>
        </p:nvSpPr>
        <p:spPr>
          <a:xfrm>
            <a:off x="10849642" y="3779430"/>
            <a:ext cx="975106" cy="511931"/>
          </a:xfrm>
          <a:prstGeom prst="rect">
            <a:avLst/>
          </a:prstGeom>
          <a:solidFill>
            <a:srgbClr val="F3E8FF"/>
          </a:solidFill>
          <a:ln/>
        </p:spPr>
      </p:sp>
      <p:sp>
        <p:nvSpPr>
          <p:cNvPr id="53" name="Text 51"/>
          <p:cNvSpPr/>
          <p:nvPr/>
        </p:nvSpPr>
        <p:spPr>
          <a:xfrm>
            <a:off x="10849642" y="3779430"/>
            <a:ext cx="975106" cy="511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8314366" y="4388870"/>
            <a:ext cx="3364116" cy="268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Operations:</a:t>
            </a:r>
            <a:endParaRPr lang="en-US" sz="2000" dirty="0"/>
          </a:p>
        </p:txBody>
      </p:sp>
      <p:sp>
        <p:nvSpPr>
          <p:cNvPr id="55" name="Text 53"/>
          <p:cNvSpPr/>
          <p:nvPr/>
        </p:nvSpPr>
        <p:spPr>
          <a:xfrm>
            <a:off x="8314366" y="4608270"/>
            <a:ext cx="3632270" cy="3656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manage · assign · rotate · migrate</a:t>
            </a:r>
            <a:endParaRPr lang="en-US" sz="2000" dirty="0"/>
          </a:p>
        </p:txBody>
      </p:sp>
      <p:sp>
        <p:nvSpPr>
          <p:cNvPr id="57" name="Text 55"/>
          <p:cNvSpPr/>
          <p:nvPr/>
        </p:nvSpPr>
        <p:spPr>
          <a:xfrm>
            <a:off x="8314366" y="5144578"/>
            <a:ext cx="3364116" cy="8775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Superuser equivalent. Requires dual approval.</a:t>
            </a:r>
            <a:endParaRPr lang="en-US" sz="2000" dirty="0"/>
          </a:p>
        </p:txBody>
      </p:sp>
      <p:sp>
        <p:nvSpPr>
          <p:cNvPr id="58" name="Text 57">
            <a:extLst>
              <a:ext uri="{FF2B5EF4-FFF2-40B4-BE49-F238E27FC236}">
                <a16:creationId xmlns:a16="http://schemas.microsoft.com/office/drawing/2014/main" id="{CF233F2D-ACD8-4C2D-A8F7-9F2606BEA3AB}"/>
              </a:ext>
            </a:extLst>
          </p:cNvPr>
          <p:cNvSpPr/>
          <p:nvPr/>
        </p:nvSpPr>
        <p:spPr>
          <a:xfrm>
            <a:off x="469852" y="6159297"/>
            <a:ext cx="11579384" cy="511931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Refs for basis: </a:t>
            </a: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MCP Tool primitives — modelcontextprotocol.io/specification (Anthropic, Nov 2024)  ·  REST HTTP method semantics — RFC 7231 (IETF, 2014)  ·  Database CRUD conventions  ·  OWASP API Security Top 10 (2023) — owasp.org/API-Security</a:t>
            </a:r>
            <a:endParaRPr lang="en-US" sz="160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89FBF56-299F-4404-83DC-9B87AC1DF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Calibri" pitchFamily="34" charset="0"/>
                <a:ea typeface="Calibri" pitchFamily="34" charset="-122"/>
                <a:cs typeface="Calibri" pitchFamily="34" charset="-120"/>
              </a:rPr>
              <a:t>MCP 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Tool Operation Classes &amp; Potential Risks</a:t>
            </a:r>
            <a:br>
              <a:rPr lang="en-US" dirty="0"/>
            </a:br>
            <a:endParaRPr lang="en-US" dirty="0"/>
          </a:p>
        </p:txBody>
      </p: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64592"/>
            <a:ext cx="203292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400" dirty="0"/>
              <a:t>POC protocol</a:t>
            </a:r>
            <a:endParaRPr sz="2200" b="1" dirty="0">
              <a:solidFill>
                <a:srgbClr val="000000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1584974"/>
            <a:ext cx="3039839" cy="40267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Filesystem MCP</a:t>
            </a:r>
          </a:p>
          <a:p>
            <a:pPr algn="l">
              <a:spcBef>
                <a:spcPts val="600"/>
              </a:spcBef>
            </a:pPr>
            <a:r>
              <a:rPr sz="16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 MCP server that exposes a local directory tree, allowing an AI agent to read, write, and manipulate files on the host machine.</a:t>
            </a:r>
            <a:endParaRPr lang="en-US" sz="1600" b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l">
              <a:spcBef>
                <a:spcPts val="600"/>
              </a:spcBef>
            </a:pPr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Tools:</a:t>
            </a:r>
          </a:p>
          <a:p>
            <a:pPr algn="l">
              <a:spcBef>
                <a:spcPts val="600"/>
              </a:spcBef>
            </a:pPr>
            <a:r>
              <a:rPr sz="1600" b="1" i="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read_file</a:t>
            </a:r>
            <a:endParaRPr sz="1600" b="1" i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l">
              <a:spcBef>
                <a:spcPts val="200"/>
              </a:spcBef>
            </a:pPr>
            <a:r>
              <a:rPr sz="16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Returns the full content of any file </a:t>
            </a:r>
            <a:r>
              <a:rPr sz="1600" b="1" i="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write_file</a:t>
            </a:r>
            <a:endParaRPr sz="1600" b="1" i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l">
              <a:spcBef>
                <a:spcPts val="200"/>
              </a:spcBef>
            </a:pPr>
            <a:r>
              <a:rPr sz="16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Creates or overwrites a file with agent-supplied content.</a:t>
            </a:r>
          </a:p>
          <a:p>
            <a:pPr algn="l">
              <a:spcBef>
                <a:spcPts val="1400"/>
              </a:spcBef>
            </a:pPr>
            <a:r>
              <a:rPr sz="1600" b="1" i="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move_file</a:t>
            </a:r>
            <a:endParaRPr sz="1600" b="1" i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l">
              <a:spcBef>
                <a:spcPts val="200"/>
              </a:spcBef>
            </a:pPr>
            <a:r>
              <a:rPr sz="16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Relocates a file to a new path</a:t>
            </a:r>
            <a:r>
              <a:rPr lang="en-US" sz="16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endParaRPr sz="1600" b="0" i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773899" y="1584974"/>
            <a:ext cx="4107823" cy="45550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SQLite MCP</a:t>
            </a:r>
          </a:p>
          <a:p>
            <a:pPr algn="l">
              <a:spcBef>
                <a:spcPts val="600"/>
              </a:spcBef>
            </a:pPr>
            <a:r>
              <a:rPr sz="16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 MCP server wrapping a SQLite database, enabling an AI agent to query and modify structured data through SQL operations.</a:t>
            </a:r>
            <a:endParaRPr lang="en-US" sz="1600" b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spcBef>
                <a:spcPts val="600"/>
              </a:spcBef>
            </a:pPr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Tools:</a:t>
            </a:r>
          </a:p>
          <a:p>
            <a:pPr algn="l">
              <a:spcBef>
                <a:spcPts val="1400"/>
              </a:spcBef>
            </a:pPr>
            <a:r>
              <a:rPr sz="16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read_query</a:t>
            </a:r>
            <a:endParaRPr sz="1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l">
              <a:spcBef>
                <a:spcPts val="200"/>
              </a:spcBef>
            </a:pPr>
            <a:r>
              <a:rPr sz="16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Executes SELECT statements — grants read access to any table.</a:t>
            </a:r>
          </a:p>
          <a:p>
            <a:pPr algn="l">
              <a:spcBef>
                <a:spcPts val="1400"/>
              </a:spcBef>
            </a:pPr>
            <a:r>
              <a:rPr sz="16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write_query</a:t>
            </a:r>
            <a:endParaRPr sz="1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l">
              <a:spcBef>
                <a:spcPts val="200"/>
              </a:spcBef>
            </a:pPr>
            <a:r>
              <a:rPr sz="16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Executes INSERT / UPDATE / DELETE — three blast radii under a single tool name.</a:t>
            </a:r>
          </a:p>
          <a:p>
            <a:pPr algn="l">
              <a:spcBef>
                <a:spcPts val="1400"/>
              </a:spcBef>
            </a:pPr>
            <a:r>
              <a:rPr sz="16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list_tables</a:t>
            </a:r>
            <a:endParaRPr sz="1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l">
              <a:spcBef>
                <a:spcPts val="200"/>
              </a:spcBef>
            </a:pPr>
            <a:r>
              <a:rPr sz="16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Returns all table names  full schema discovery with one call, the first step in any targeted data attack.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58582" y="1584974"/>
            <a:ext cx="3576218" cy="4062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Slack MCP</a:t>
            </a:r>
          </a:p>
          <a:p>
            <a:pPr algn="l">
              <a:spcBef>
                <a:spcPts val="600"/>
              </a:spcBef>
            </a:pPr>
            <a:r>
              <a:rPr sz="16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 MCP server that connects an AI agent to a Slack workspace, enabling it to read messages, post content, and interact with channels.</a:t>
            </a:r>
            <a:endParaRPr lang="en-US" sz="1600" b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l">
              <a:spcBef>
                <a:spcPts val="600"/>
              </a:spcBef>
            </a:pPr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Tools:</a:t>
            </a:r>
            <a:endParaRPr sz="1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l">
              <a:spcBef>
                <a:spcPts val="1400"/>
              </a:spcBef>
            </a:pPr>
            <a:r>
              <a:rPr sz="16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post_message</a:t>
            </a:r>
            <a:endParaRPr sz="1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l">
              <a:spcBef>
                <a:spcPts val="200"/>
              </a:spcBef>
            </a:pPr>
            <a:r>
              <a:rPr sz="16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Sends messages as the authenticated user</a:t>
            </a:r>
            <a:r>
              <a:rPr lang="en-US" sz="16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endParaRPr sz="1600" b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l">
              <a:spcBef>
                <a:spcPts val="1400"/>
              </a:spcBef>
            </a:pPr>
            <a:r>
              <a:rPr sz="16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get_channel_history</a:t>
            </a:r>
            <a:endParaRPr sz="1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l">
              <a:spcBef>
                <a:spcPts val="200"/>
              </a:spcBef>
            </a:pPr>
            <a:r>
              <a:rPr sz="16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Retrieves full conversation history.</a:t>
            </a:r>
          </a:p>
          <a:p>
            <a:pPr algn="l">
              <a:spcBef>
                <a:spcPts val="1400"/>
              </a:spcBef>
            </a:pPr>
            <a:r>
              <a:rPr sz="16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list_channels</a:t>
            </a:r>
            <a:endParaRPr sz="1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l">
              <a:spcBef>
                <a:spcPts val="200"/>
              </a:spcBef>
            </a:pPr>
            <a:r>
              <a:rPr sz="16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Enumerates all visible channels</a:t>
            </a:r>
            <a:r>
              <a:rPr lang="en-US" sz="16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endParaRPr sz="1600" b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5F412A6-1B33-4B94-97B7-12B29083FCFA}"/>
              </a:ext>
            </a:extLst>
          </p:cNvPr>
          <p:cNvSpPr txBox="1"/>
          <p:nvPr/>
        </p:nvSpPr>
        <p:spPr>
          <a:xfrm>
            <a:off x="457200" y="920949"/>
            <a:ext cx="9973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800" dirty="0">
                <a:latin typeface="Arial" pitchFamily="34" charset="0"/>
                <a:cs typeface="Arial" pitchFamily="34" charset="0"/>
              </a:rPr>
              <a:t>We implemented 3 MCP servers as our testbed: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dirty="0"/>
              <a:t>CBG organization simulation for Filesystem MCP	</a:t>
            </a:r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503920" cy="5806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 corp_filesystem/</a:t>
            </a:r>
            <a:endParaRPr lang="en-US" sz="13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300" dirty="0">
                <a:solidFill>
                  <a:srgbClr val="B8B8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</a:t>
            </a:r>
            <a:r>
              <a:rPr lang="en-US" sz="1300" b="1" dirty="0">
                <a:solidFill>
                  <a:srgbClr val="7A0E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 sensitive/</a:t>
            </a:r>
            <a:endParaRPr lang="en-US" sz="13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300" dirty="0">
                <a:solidFill>
                  <a:srgbClr val="B8B8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</a:t>
            </a:r>
            <a:r>
              <a:rPr lang="en-US" sz="1300" b="1" dirty="0">
                <a:solidFill>
                  <a:srgbClr val="7A0E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 contracts/</a:t>
            </a:r>
            <a:endParaRPr lang="en-US" sz="13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300" dirty="0">
                <a:solidFill>
                  <a:srgbClr val="B8B8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│   ├── </a:t>
            </a:r>
            <a:r>
              <a:rPr lang="en-US" sz="1300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📄  master_agreement.pdf</a:t>
            </a:r>
            <a:endParaRPr lang="en-US" sz="13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300" dirty="0">
                <a:solidFill>
                  <a:srgbClr val="B8B8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│   └── </a:t>
            </a:r>
            <a:r>
              <a:rPr lang="en-US" sz="1300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📝  nda_template.docx</a:t>
            </a:r>
            <a:endParaRPr lang="en-US" sz="13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300" dirty="0">
                <a:solidFill>
                  <a:srgbClr val="B8B8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</a:t>
            </a:r>
            <a:r>
              <a:rPr lang="en-US" sz="1300" b="1" dirty="0">
                <a:solidFill>
                  <a:srgbClr val="7A0E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 financials/</a:t>
            </a:r>
            <a:endParaRPr lang="en-US" sz="13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300" dirty="0">
                <a:solidFill>
                  <a:srgbClr val="B8B8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│   ├── </a:t>
            </a:r>
            <a:r>
              <a:rPr lang="en-US" sz="1300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📊  budget_2026.xlsx</a:t>
            </a:r>
            <a:endParaRPr lang="en-US" sz="13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300" dirty="0">
                <a:solidFill>
                  <a:srgbClr val="B8B8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│   └── </a:t>
            </a:r>
            <a:r>
              <a:rPr lang="en-US" sz="1300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📊  payslips_q1.csv</a:t>
            </a:r>
            <a:endParaRPr lang="en-US" sz="13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300" dirty="0">
                <a:solidFill>
                  <a:srgbClr val="B8B8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</a:t>
            </a:r>
            <a:r>
              <a:rPr lang="en-US" sz="1300" b="1" dirty="0">
                <a:solidFill>
                  <a:srgbClr val="7A0E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 security/</a:t>
            </a:r>
            <a:endParaRPr lang="en-US" sz="13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300" dirty="0">
                <a:solidFill>
                  <a:srgbClr val="B8B8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├── </a:t>
            </a:r>
            <a:r>
              <a:rPr lang="en-US" sz="1300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🔑  </a:t>
            </a:r>
            <a:r>
              <a:rPr lang="en-US" sz="1300" dirty="0" err="1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private_key.pem</a:t>
            </a:r>
            <a:endParaRPr lang="en-US" sz="13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300" dirty="0">
                <a:solidFill>
                  <a:srgbClr val="B8B8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└── </a:t>
            </a:r>
            <a:r>
              <a:rPr lang="en-US" sz="1300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📋  audit_log.txt</a:t>
            </a:r>
            <a:endParaRPr lang="en-US" sz="13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300" dirty="0">
                <a:solidFill>
                  <a:srgbClr val="B8B8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</a:t>
            </a:r>
            <a:r>
              <a:rPr lang="en-US" sz="1300" b="1" dirty="0">
                <a:solidFill>
                  <a:srgbClr val="7A0E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 </a:t>
            </a:r>
            <a:r>
              <a:rPr lang="en-US" sz="1300" b="1" dirty="0">
                <a:solidFill>
                  <a:schemeClr val="accent3">
                    <a:lumMod val="2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source_code/</a:t>
            </a:r>
            <a:endParaRPr lang="en-US" sz="1300" dirty="0">
              <a:solidFill>
                <a:schemeClr val="accent3">
                  <a:lumMod val="25000"/>
                </a:schemeClr>
              </a:solidFill>
            </a:endParaRPr>
          </a:p>
          <a:p>
            <a:pPr marL="0" indent="0" algn="l">
              <a:lnSpc>
                <a:spcPct val="110000"/>
              </a:lnSpc>
              <a:buNone/>
            </a:pPr>
            <a:r>
              <a:rPr lang="en-US" sz="1300" dirty="0">
                <a:solidFill>
                  <a:srgbClr val="B8B8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</a:t>
            </a:r>
            <a:r>
              <a:rPr lang="en-US" sz="1300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💻  core.c</a:t>
            </a:r>
            <a:endParaRPr lang="en-US" sz="13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300" dirty="0">
                <a:solidFill>
                  <a:srgbClr val="B8B8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</a:t>
            </a:r>
            <a:r>
              <a:rPr lang="en-US" sz="1300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🔧  build.exe</a:t>
            </a:r>
            <a:endParaRPr lang="en-US" sz="13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300" dirty="0">
                <a:solidFill>
                  <a:srgbClr val="B8B8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</a:t>
            </a:r>
            <a:r>
              <a:rPr lang="en-US" sz="1300" b="1" dirty="0">
                <a:solidFill>
                  <a:srgbClr val="4A1A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 projects/</a:t>
            </a:r>
            <a:endParaRPr lang="en-US" sz="13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300" dirty="0">
                <a:solidFill>
                  <a:srgbClr val="B8B8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</a:t>
            </a:r>
            <a:r>
              <a:rPr lang="en-US" sz="1300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📊  known_defects.csv</a:t>
            </a:r>
            <a:endParaRPr lang="en-US" sz="13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300" dirty="0">
                <a:solidFill>
                  <a:srgbClr val="B8B8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</a:t>
            </a:r>
            <a:r>
              <a:rPr lang="en-US" sz="1300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💾  db_schema.sql</a:t>
            </a:r>
            <a:endParaRPr lang="en-US" sz="13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300" dirty="0">
                <a:solidFill>
                  <a:srgbClr val="B8B8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</a:t>
            </a: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 onboarding/</a:t>
            </a:r>
            <a:endParaRPr lang="en-US" sz="13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300" dirty="0">
                <a:solidFill>
                  <a:srgbClr val="B8B8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</a:t>
            </a:r>
            <a:r>
              <a:rPr lang="en-US" sz="1300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📷  org_chart.png</a:t>
            </a:r>
            <a:endParaRPr lang="en-US" sz="13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300" dirty="0">
                <a:solidFill>
                  <a:srgbClr val="B8B8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</a:t>
            </a:r>
            <a:r>
              <a:rPr lang="en-US" sz="1300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📄  policies.pdf</a:t>
            </a:r>
            <a:endParaRPr lang="en-US" sz="13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300" dirty="0">
                <a:solidFill>
                  <a:srgbClr val="B8B8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</a:t>
            </a: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 public/</a:t>
            </a:r>
            <a:endParaRPr lang="en-US" sz="13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300" dirty="0">
                <a:solidFill>
                  <a:srgbClr val="B8B8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</a:t>
            </a:r>
            <a:r>
              <a:rPr lang="en-US" sz="1300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📷  logo.png</a:t>
            </a:r>
            <a:endParaRPr lang="en-US" sz="13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300" dirty="0">
                <a:solidFill>
                  <a:srgbClr val="B8B8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</a:t>
            </a:r>
            <a:r>
              <a:rPr lang="en-US" sz="1300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📄  whitepaper.pdf</a:t>
            </a:r>
            <a:endParaRPr lang="en-US" sz="13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300" dirty="0">
                <a:solidFill>
                  <a:srgbClr val="B8B8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</a:t>
            </a:r>
            <a:r>
              <a:rPr lang="en-US" sz="1300" b="1" dirty="0">
                <a:solidFill>
                  <a:srgbClr val="44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📘  README.md</a:t>
            </a:r>
            <a:endParaRPr lang="en-US" sz="1300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78512D9-7E4B-444A-8914-CAFEA2ABAE2D}"/>
              </a:ext>
            </a:extLst>
          </p:cNvPr>
          <p:cNvGrpSpPr/>
          <p:nvPr/>
        </p:nvGrpSpPr>
        <p:grpSpPr>
          <a:xfrm>
            <a:off x="4705773" y="1444752"/>
            <a:ext cx="2743200" cy="4690872"/>
            <a:chOff x="9509760" y="1828800"/>
            <a:chExt cx="2743200" cy="4690872"/>
          </a:xfrm>
        </p:grpSpPr>
        <p:sp>
          <p:nvSpPr>
            <p:cNvPr id="4" name="Text 2"/>
            <p:cNvSpPr/>
            <p:nvPr/>
          </p:nvSpPr>
          <p:spPr>
            <a:xfrm>
              <a:off x="9509760" y="1828800"/>
              <a:ext cx="22860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kern="0" spc="200" dirty="0">
                  <a:solidFill>
                    <a:srgbClr val="88888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SENSITIVITY</a:t>
              </a:r>
              <a:endParaRPr lang="en-US" sz="12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9509760" y="2176272"/>
              <a:ext cx="2011680" cy="0"/>
            </a:xfrm>
            <a:prstGeom prst="line">
              <a:avLst/>
            </a:prstGeom>
            <a:noFill/>
            <a:ln w="9525">
              <a:solidFill>
                <a:srgbClr val="DDDDDD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9509760" y="2468880"/>
              <a:ext cx="365760" cy="292608"/>
            </a:xfrm>
            <a:prstGeom prst="rect">
              <a:avLst/>
            </a:prstGeom>
            <a:solidFill>
              <a:srgbClr val="7A0E1F"/>
            </a:solidFill>
            <a:ln w="12700">
              <a:solidFill>
                <a:srgbClr val="7A0E1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10012680" y="2423160"/>
              <a:ext cx="18288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22222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High</a:t>
              </a:r>
              <a:endParaRPr lang="en-US" sz="16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10012680" y="2761488"/>
              <a:ext cx="21945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000" i="1" dirty="0">
                  <a:solidFill>
                    <a:srgbClr val="888888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sensitive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509760" y="3246120"/>
              <a:ext cx="365760" cy="292608"/>
            </a:xfrm>
            <a:prstGeom prst="rect">
              <a:avLst/>
            </a:prstGeom>
            <a:solidFill>
              <a:srgbClr val="4A1A4F"/>
            </a:solidFill>
            <a:ln w="12700">
              <a:solidFill>
                <a:srgbClr val="4A1A4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10012680" y="3200400"/>
              <a:ext cx="18288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22222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Mid</a:t>
              </a:r>
              <a:endParaRPr lang="en-US" sz="16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10012680" y="3538728"/>
              <a:ext cx="21945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000" i="1" dirty="0">
                  <a:solidFill>
                    <a:srgbClr val="888888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projects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9509760" y="4023360"/>
              <a:ext cx="365760" cy="292608"/>
            </a:xfrm>
            <a:prstGeom prst="rect">
              <a:avLst/>
            </a:prstGeom>
            <a:solidFill>
              <a:srgbClr val="1E2761"/>
            </a:solidFill>
            <a:ln w="12700">
              <a:solidFill>
                <a:srgbClr val="1E2761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10012680" y="3977640"/>
              <a:ext cx="18288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22222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Low</a:t>
              </a:r>
              <a:endParaRPr lang="en-US" sz="16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10012680" y="4315968"/>
              <a:ext cx="21945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000" i="1" dirty="0">
                  <a:solidFill>
                    <a:srgbClr val="888888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onboarding, public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10058400" y="5276088"/>
              <a:ext cx="502920" cy="146304"/>
            </a:xfrm>
            <a:prstGeom prst="rect">
              <a:avLst/>
            </a:prstGeom>
            <a:solidFill>
              <a:srgbClr val="1E2761"/>
            </a:solidFill>
            <a:ln w="12700">
              <a:solidFill>
                <a:srgbClr val="1E2761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10058400" y="5404104"/>
              <a:ext cx="1417320" cy="731520"/>
            </a:xfrm>
            <a:prstGeom prst="roundRect">
              <a:avLst>
                <a:gd name="adj" fmla="val 6250"/>
              </a:avLst>
            </a:prstGeom>
            <a:solidFill>
              <a:srgbClr val="DDE0EE"/>
            </a:solidFill>
            <a:ln w="19050">
              <a:solidFill>
                <a:srgbClr val="1E2761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10058400" y="5404104"/>
              <a:ext cx="1417320" cy="73152"/>
            </a:xfrm>
            <a:prstGeom prst="rect">
              <a:avLst/>
            </a:prstGeom>
            <a:solidFill>
              <a:srgbClr val="1E2761"/>
            </a:solidFill>
            <a:ln w="12700">
              <a:solidFill>
                <a:srgbClr val="1E2761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9921240" y="5038344"/>
              <a:ext cx="502920" cy="146304"/>
            </a:xfrm>
            <a:prstGeom prst="rect">
              <a:avLst/>
            </a:prstGeom>
            <a:solidFill>
              <a:srgbClr val="4A1A4F"/>
            </a:solidFill>
            <a:ln w="12700">
              <a:solidFill>
                <a:srgbClr val="4A1A4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9921240" y="5166360"/>
              <a:ext cx="1417320" cy="731520"/>
            </a:xfrm>
            <a:prstGeom prst="roundRect">
              <a:avLst>
                <a:gd name="adj" fmla="val 6250"/>
              </a:avLst>
            </a:prstGeom>
            <a:solidFill>
              <a:srgbClr val="E8DDEC"/>
            </a:solidFill>
            <a:ln w="19050">
              <a:solidFill>
                <a:srgbClr val="4A1A4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9921240" y="5166360"/>
              <a:ext cx="1417320" cy="73152"/>
            </a:xfrm>
            <a:prstGeom prst="rect">
              <a:avLst/>
            </a:prstGeom>
            <a:solidFill>
              <a:srgbClr val="4A1A4F"/>
            </a:solidFill>
            <a:ln w="12700">
              <a:solidFill>
                <a:srgbClr val="4A1A4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9784080" y="4800600"/>
              <a:ext cx="502920" cy="146304"/>
            </a:xfrm>
            <a:prstGeom prst="rect">
              <a:avLst/>
            </a:prstGeom>
            <a:solidFill>
              <a:srgbClr val="7A0E1F"/>
            </a:solidFill>
            <a:ln w="12700">
              <a:solidFill>
                <a:srgbClr val="7A0E1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9784080" y="4928616"/>
              <a:ext cx="1417320" cy="731520"/>
            </a:xfrm>
            <a:prstGeom prst="roundRect">
              <a:avLst>
                <a:gd name="adj" fmla="val 6250"/>
              </a:avLst>
            </a:prstGeom>
            <a:solidFill>
              <a:srgbClr val="F0DADE"/>
            </a:solidFill>
            <a:ln w="19050">
              <a:solidFill>
                <a:srgbClr val="7A0E1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9784080" y="4928616"/>
              <a:ext cx="1417320" cy="73152"/>
            </a:xfrm>
            <a:prstGeom prst="rect">
              <a:avLst/>
            </a:prstGeom>
            <a:solidFill>
              <a:srgbClr val="7A0E1F"/>
            </a:solidFill>
            <a:ln w="12700">
              <a:solidFill>
                <a:srgbClr val="7A0E1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9601200" y="6245352"/>
              <a:ext cx="2651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i="1" dirty="0">
                  <a:solidFill>
                    <a:srgbClr val="88888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Three exposure tiers in one tree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5AC95-E3AF-491A-B62A-43027819EF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Ranking Tools, Files and Asset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A91E368-348C-408A-B751-6E0B95716CA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6540344" y="1149329"/>
            <a:ext cx="5513283" cy="326312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27095B-0502-4D44-AD59-747AAC5D5C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1E6129C-27E3-45C8-802C-38B6332C1EA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5337"/>
          <a:stretch/>
        </p:blipFill>
        <p:spPr>
          <a:xfrm>
            <a:off x="630562" y="1325659"/>
            <a:ext cx="2862018" cy="245126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C2C47D-49E2-4A2F-9B80-1E21A9C87512}"/>
              </a:ext>
            </a:extLst>
          </p:cNvPr>
          <p:cNvSpPr txBox="1"/>
          <p:nvPr/>
        </p:nvSpPr>
        <p:spPr>
          <a:xfrm>
            <a:off x="508522" y="3776924"/>
            <a:ext cx="52442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Table1: File categories ranked by CIA-impact severity</a:t>
            </a:r>
            <a:endParaRPr lang="en-US" sz="16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2BC6A1-84E7-48C1-A2B2-7FDEB80D3073}"/>
              </a:ext>
            </a:extLst>
          </p:cNvPr>
          <p:cNvSpPr txBox="1"/>
          <p:nvPr/>
        </p:nvSpPr>
        <p:spPr>
          <a:xfrm>
            <a:off x="5433540" y="5984264"/>
            <a:ext cx="4470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Table 2: Filesystem MCP tools ranked by the impact of their atomic operation</a:t>
            </a:r>
            <a:endParaRPr lang="en-US" sz="16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A763AD8-15DE-4D2B-AA63-4418AEBA3251}"/>
              </a:ext>
            </a:extLst>
          </p:cNvPr>
          <p:cNvSpPr txBox="1"/>
          <p:nvPr/>
        </p:nvSpPr>
        <p:spPr>
          <a:xfrm>
            <a:off x="6433376" y="4407912"/>
            <a:ext cx="57272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rial" pitchFamily="34" charset="0"/>
                <a:cs typeface="Arial" pitchFamily="34" charset="0"/>
              </a:rPr>
              <a:t>Table 3: </a:t>
            </a:r>
            <a:r>
              <a:rPr lang="en-US" sz="1600" dirty="0"/>
              <a:t>File-type assets ranked by combined vulnerability density and potential MCP impact</a:t>
            </a:r>
            <a:endParaRPr lang="en-US" sz="16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A62CC4-42B5-4C18-95AA-39106AA6C064}"/>
              </a:ext>
            </a:extLst>
          </p:cNvPr>
          <p:cNvSpPr/>
          <p:nvPr/>
        </p:nvSpPr>
        <p:spPr>
          <a:xfrm>
            <a:off x="630562" y="908715"/>
            <a:ext cx="191116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Where (Directory)</a:t>
            </a:r>
            <a:endParaRPr lang="en-US" dirty="0"/>
          </a:p>
        </p:txBody>
      </p:sp>
      <p:sp>
        <p:nvSpPr>
          <p:cNvPr id="15" name="Text 38">
            <a:extLst>
              <a:ext uri="{FF2B5EF4-FFF2-40B4-BE49-F238E27FC236}">
                <a16:creationId xmlns:a16="http://schemas.microsoft.com/office/drawing/2014/main" id="{2AA6C475-8A42-493B-A280-4E06AF3BDD96}"/>
              </a:ext>
            </a:extLst>
          </p:cNvPr>
          <p:cNvSpPr/>
          <p:nvPr/>
        </p:nvSpPr>
        <p:spPr>
          <a:xfrm>
            <a:off x="6540344" y="773341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What (File Type)</a:t>
            </a:r>
            <a:endParaRPr lang="en-US" sz="16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D6F9516-B472-48D1-A39C-FE0B2D583BA1}"/>
              </a:ext>
            </a:extLst>
          </p:cNvPr>
          <p:cNvSpPr/>
          <p:nvPr/>
        </p:nvSpPr>
        <p:spPr>
          <a:xfrm>
            <a:off x="467248" y="4229298"/>
            <a:ext cx="22377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How (Tool Operation)</a:t>
            </a: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F253282-0599-4857-965E-CC2624234EE2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r="14385"/>
          <a:stretch/>
        </p:blipFill>
        <p:spPr>
          <a:xfrm>
            <a:off x="189258" y="4625260"/>
            <a:ext cx="5244282" cy="2162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229057"/>
      </p:ext>
    </p:extLst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6D7804-7C8F-4093-89CD-ED859BE5F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Misuse assessment with respect to tools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69D948F-1319-4C3A-83C5-CA8E4EC8696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 rotWithShape="1">
          <a:blip r:embed="rId3"/>
          <a:srcRect r="40044"/>
          <a:stretch/>
        </p:blipFill>
        <p:spPr>
          <a:xfrm>
            <a:off x="539800" y="1647646"/>
            <a:ext cx="10812562" cy="309358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21A4A9-62F0-4BF9-9C4F-73A15EF52E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9263938"/>
      </p:ext>
    </p:extLst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55356D-DDCD-45D0-A866-EB876601A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Vision: From manual matrix to automated risk classifier for any MCP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22AAD3-9F7C-4EB5-8441-C044737A075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Once a new MCP server is registered, we don't need to hand-rank its tools. Each tool can be classified automatically using its signature alone.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9AC1E0-6F2F-4CD6-A13E-D197A9851C9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11C3596E-38FF-4F95-82F1-D61A72BCAA46}"/>
              </a:ext>
            </a:extLst>
          </p:cNvPr>
          <p:cNvSpPr/>
          <p:nvPr/>
        </p:nvSpPr>
        <p:spPr>
          <a:xfrm>
            <a:off x="548640" y="2377440"/>
            <a:ext cx="266319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5">
            <a:extLst>
              <a:ext uri="{FF2B5EF4-FFF2-40B4-BE49-F238E27FC236}">
                <a16:creationId xmlns:a16="http://schemas.microsoft.com/office/drawing/2014/main" id="{B2E254C8-1EC1-453B-B436-B4C8576C70B6}"/>
              </a:ext>
            </a:extLst>
          </p:cNvPr>
          <p:cNvSpPr/>
          <p:nvPr/>
        </p:nvSpPr>
        <p:spPr>
          <a:xfrm>
            <a:off x="548640" y="2377440"/>
            <a:ext cx="2663190" cy="73152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24A796AF-DD96-4D46-B97A-B83C87700334}"/>
              </a:ext>
            </a:extLst>
          </p:cNvPr>
          <p:cNvSpPr/>
          <p:nvPr/>
        </p:nvSpPr>
        <p:spPr>
          <a:xfrm>
            <a:off x="731520" y="2606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800" dirty="0"/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E67419A3-8AD5-4A70-85DF-FF0E80FC5107}"/>
              </a:ext>
            </a:extLst>
          </p:cNvPr>
          <p:cNvSpPr/>
          <p:nvPr/>
        </p:nvSpPr>
        <p:spPr>
          <a:xfrm>
            <a:off x="731520" y="3429000"/>
            <a:ext cx="2297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Classify the tool</a:t>
            </a:r>
            <a:endParaRPr lang="en-US" sz="1500" dirty="0"/>
          </a:p>
        </p:txBody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673B2EFC-0FC9-479A-A3EA-DB6DB185553B}"/>
              </a:ext>
            </a:extLst>
          </p:cNvPr>
          <p:cNvSpPr/>
          <p:nvPr/>
        </p:nvSpPr>
        <p:spPr>
          <a:xfrm>
            <a:off x="731520" y="3886200"/>
            <a:ext cx="229743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Map tool name/schema to one of the 6 operation classes (read, write, modify, delete, execute, admin).</a:t>
            </a:r>
            <a:endParaRPr lang="en-US" sz="1200" dirty="0"/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6E52C7CA-CEB2-41D0-89F4-7EC585777DBC}"/>
              </a:ext>
            </a:extLst>
          </p:cNvPr>
          <p:cNvSpPr/>
          <p:nvPr/>
        </p:nvSpPr>
        <p:spPr>
          <a:xfrm>
            <a:off x="3211830" y="329184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2000" dirty="0"/>
          </a:p>
        </p:txBody>
      </p:sp>
      <p:sp>
        <p:nvSpPr>
          <p:cNvPr id="11" name="Shape 10">
            <a:extLst>
              <a:ext uri="{FF2B5EF4-FFF2-40B4-BE49-F238E27FC236}">
                <a16:creationId xmlns:a16="http://schemas.microsoft.com/office/drawing/2014/main" id="{F0715E94-A78B-4C14-96DC-C6EF1898BBDC}"/>
              </a:ext>
            </a:extLst>
          </p:cNvPr>
          <p:cNvSpPr/>
          <p:nvPr/>
        </p:nvSpPr>
        <p:spPr>
          <a:xfrm>
            <a:off x="3348990" y="2377440"/>
            <a:ext cx="266319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1">
            <a:extLst>
              <a:ext uri="{FF2B5EF4-FFF2-40B4-BE49-F238E27FC236}">
                <a16:creationId xmlns:a16="http://schemas.microsoft.com/office/drawing/2014/main" id="{9E05DC19-26D7-4149-A2C8-B2F38ED95704}"/>
              </a:ext>
            </a:extLst>
          </p:cNvPr>
          <p:cNvSpPr/>
          <p:nvPr/>
        </p:nvSpPr>
        <p:spPr>
          <a:xfrm>
            <a:off x="3348990" y="2377440"/>
            <a:ext cx="2663190" cy="73152"/>
          </a:xfrm>
          <a:prstGeom prst="rect">
            <a:avLst/>
          </a:prstGeom>
          <a:solidFill>
            <a:srgbClr val="00838F"/>
          </a:solidFill>
          <a:ln/>
        </p:spPr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73A222E5-F936-4FBE-8A85-9130E03C72B2}"/>
              </a:ext>
            </a:extLst>
          </p:cNvPr>
          <p:cNvSpPr/>
          <p:nvPr/>
        </p:nvSpPr>
        <p:spPr>
          <a:xfrm>
            <a:off x="3531870" y="2606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800" dirty="0"/>
          </a:p>
        </p:txBody>
      </p:sp>
      <p:sp>
        <p:nvSpPr>
          <p:cNvPr id="14" name="Text 13">
            <a:extLst>
              <a:ext uri="{FF2B5EF4-FFF2-40B4-BE49-F238E27FC236}">
                <a16:creationId xmlns:a16="http://schemas.microsoft.com/office/drawing/2014/main" id="{CCF661E4-BC05-4EF1-84FA-ACDF20E505E1}"/>
              </a:ext>
            </a:extLst>
          </p:cNvPr>
          <p:cNvSpPr/>
          <p:nvPr/>
        </p:nvSpPr>
        <p:spPr>
          <a:xfrm>
            <a:off x="3531870" y="3429000"/>
            <a:ext cx="2297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Score the target</a:t>
            </a:r>
            <a:endParaRPr lang="en-US" sz="1500" dirty="0"/>
          </a:p>
        </p:txBody>
      </p:sp>
      <p:sp>
        <p:nvSpPr>
          <p:cNvPr id="15" name="Text 14">
            <a:extLst>
              <a:ext uri="{FF2B5EF4-FFF2-40B4-BE49-F238E27FC236}">
                <a16:creationId xmlns:a16="http://schemas.microsoft.com/office/drawing/2014/main" id="{1C4806D8-5324-485D-8896-F3BD08F2195F}"/>
              </a:ext>
            </a:extLst>
          </p:cNvPr>
          <p:cNvSpPr/>
          <p:nvPr/>
        </p:nvSpPr>
        <p:spPr>
          <a:xfrm>
            <a:off x="3531870" y="3886200"/>
            <a:ext cx="229743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Inspect the tool’s arguments. Identify directory and file type. </a:t>
            </a:r>
            <a:endParaRPr lang="en-US" sz="1200" dirty="0"/>
          </a:p>
        </p:txBody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EC0174F3-0667-4DDC-9D44-6CDC0FA40387}"/>
              </a:ext>
            </a:extLst>
          </p:cNvPr>
          <p:cNvSpPr/>
          <p:nvPr/>
        </p:nvSpPr>
        <p:spPr>
          <a:xfrm>
            <a:off x="6012180" y="329184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2000" dirty="0"/>
          </a:p>
        </p:txBody>
      </p:sp>
      <p:sp>
        <p:nvSpPr>
          <p:cNvPr id="17" name="Shape 16">
            <a:extLst>
              <a:ext uri="{FF2B5EF4-FFF2-40B4-BE49-F238E27FC236}">
                <a16:creationId xmlns:a16="http://schemas.microsoft.com/office/drawing/2014/main" id="{4E35D85A-E354-4EDF-BBF8-4EDC32414AE1}"/>
              </a:ext>
            </a:extLst>
          </p:cNvPr>
          <p:cNvSpPr/>
          <p:nvPr/>
        </p:nvSpPr>
        <p:spPr>
          <a:xfrm>
            <a:off x="6149340" y="2377440"/>
            <a:ext cx="266319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7">
            <a:extLst>
              <a:ext uri="{FF2B5EF4-FFF2-40B4-BE49-F238E27FC236}">
                <a16:creationId xmlns:a16="http://schemas.microsoft.com/office/drawing/2014/main" id="{C4B1F0CF-5361-45AF-B2D9-9E8C9F4DC777}"/>
              </a:ext>
            </a:extLst>
          </p:cNvPr>
          <p:cNvSpPr/>
          <p:nvPr/>
        </p:nvSpPr>
        <p:spPr>
          <a:xfrm>
            <a:off x="6149340" y="2377440"/>
            <a:ext cx="2663190" cy="73152"/>
          </a:xfrm>
          <a:prstGeom prst="rect">
            <a:avLst/>
          </a:prstGeom>
          <a:solidFill>
            <a:srgbClr val="EF6C00"/>
          </a:solidFill>
          <a:ln/>
        </p:spPr>
      </p:sp>
      <p:sp>
        <p:nvSpPr>
          <p:cNvPr id="19" name="Text 18">
            <a:extLst>
              <a:ext uri="{FF2B5EF4-FFF2-40B4-BE49-F238E27FC236}">
                <a16:creationId xmlns:a16="http://schemas.microsoft.com/office/drawing/2014/main" id="{C91BF46C-CAE9-4D4C-A987-38D6E9D0812D}"/>
              </a:ext>
            </a:extLst>
          </p:cNvPr>
          <p:cNvSpPr/>
          <p:nvPr/>
        </p:nvSpPr>
        <p:spPr>
          <a:xfrm>
            <a:off x="6332220" y="2606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EF6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800" dirty="0"/>
          </a:p>
        </p:txBody>
      </p:sp>
      <p:sp>
        <p:nvSpPr>
          <p:cNvPr id="20" name="Text 19">
            <a:extLst>
              <a:ext uri="{FF2B5EF4-FFF2-40B4-BE49-F238E27FC236}">
                <a16:creationId xmlns:a16="http://schemas.microsoft.com/office/drawing/2014/main" id="{D7EFC716-9129-4D02-8876-7B36BECD0E10}"/>
              </a:ext>
            </a:extLst>
          </p:cNvPr>
          <p:cNvSpPr/>
          <p:nvPr/>
        </p:nvSpPr>
        <p:spPr>
          <a:xfrm>
            <a:off x="6332220" y="3429000"/>
            <a:ext cx="2297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Combine the dimensions</a:t>
            </a:r>
            <a:endParaRPr lang="en-US" sz="1500" dirty="0"/>
          </a:p>
        </p:txBody>
      </p:sp>
      <p:sp>
        <p:nvSpPr>
          <p:cNvPr id="21" name="Text 20">
            <a:extLst>
              <a:ext uri="{FF2B5EF4-FFF2-40B4-BE49-F238E27FC236}">
                <a16:creationId xmlns:a16="http://schemas.microsoft.com/office/drawing/2014/main" id="{BD9B5976-0930-4DFD-B0AE-56C033160C92}"/>
              </a:ext>
            </a:extLst>
          </p:cNvPr>
          <p:cNvSpPr/>
          <p:nvPr/>
        </p:nvSpPr>
        <p:spPr>
          <a:xfrm>
            <a:off x="6332220" y="3886200"/>
            <a:ext cx="229743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Apply the combination matrix:  max(class_risk, dir_risk, type_risk) with bumps for known dangerous pairs.</a:t>
            </a:r>
            <a:endParaRPr lang="en-US" sz="1200" dirty="0"/>
          </a:p>
        </p:txBody>
      </p:sp>
      <p:sp>
        <p:nvSpPr>
          <p:cNvPr id="22" name="Text 21">
            <a:extLst>
              <a:ext uri="{FF2B5EF4-FFF2-40B4-BE49-F238E27FC236}">
                <a16:creationId xmlns:a16="http://schemas.microsoft.com/office/drawing/2014/main" id="{BFAD7539-AFBA-4C91-82C5-1AB2CA33328E}"/>
              </a:ext>
            </a:extLst>
          </p:cNvPr>
          <p:cNvSpPr/>
          <p:nvPr/>
        </p:nvSpPr>
        <p:spPr>
          <a:xfrm>
            <a:off x="8812530" y="329184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2000" dirty="0"/>
          </a:p>
        </p:txBody>
      </p:sp>
      <p:sp>
        <p:nvSpPr>
          <p:cNvPr id="23" name="Shape 22">
            <a:extLst>
              <a:ext uri="{FF2B5EF4-FFF2-40B4-BE49-F238E27FC236}">
                <a16:creationId xmlns:a16="http://schemas.microsoft.com/office/drawing/2014/main" id="{8A5D4F7A-3326-409C-82E8-53AE70775389}"/>
              </a:ext>
            </a:extLst>
          </p:cNvPr>
          <p:cNvSpPr/>
          <p:nvPr/>
        </p:nvSpPr>
        <p:spPr>
          <a:xfrm>
            <a:off x="8949690" y="2377440"/>
            <a:ext cx="266319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3">
            <a:extLst>
              <a:ext uri="{FF2B5EF4-FFF2-40B4-BE49-F238E27FC236}">
                <a16:creationId xmlns:a16="http://schemas.microsoft.com/office/drawing/2014/main" id="{4FBF0E6F-925E-4C1C-8FCD-87547AEE5466}"/>
              </a:ext>
            </a:extLst>
          </p:cNvPr>
          <p:cNvSpPr/>
          <p:nvPr/>
        </p:nvSpPr>
        <p:spPr>
          <a:xfrm>
            <a:off x="8949690" y="2377440"/>
            <a:ext cx="2663190" cy="73152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25" name="Text 24">
            <a:extLst>
              <a:ext uri="{FF2B5EF4-FFF2-40B4-BE49-F238E27FC236}">
                <a16:creationId xmlns:a16="http://schemas.microsoft.com/office/drawing/2014/main" id="{57045709-BFE9-407F-94FC-C030362F74E7}"/>
              </a:ext>
            </a:extLst>
          </p:cNvPr>
          <p:cNvSpPr/>
          <p:nvPr/>
        </p:nvSpPr>
        <p:spPr>
          <a:xfrm>
            <a:off x="9132570" y="2606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800" dirty="0"/>
          </a:p>
        </p:txBody>
      </p:sp>
      <p:sp>
        <p:nvSpPr>
          <p:cNvPr id="26" name="Text 25">
            <a:extLst>
              <a:ext uri="{FF2B5EF4-FFF2-40B4-BE49-F238E27FC236}">
                <a16:creationId xmlns:a16="http://schemas.microsoft.com/office/drawing/2014/main" id="{3CB371A9-B6DF-43EE-8797-E56057EE2850}"/>
              </a:ext>
            </a:extLst>
          </p:cNvPr>
          <p:cNvSpPr/>
          <p:nvPr/>
        </p:nvSpPr>
        <p:spPr>
          <a:xfrm>
            <a:off x="9132570" y="3429000"/>
            <a:ext cx="2297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Decide &amp; log</a:t>
            </a:r>
            <a:endParaRPr lang="en-US" sz="1500" dirty="0"/>
          </a:p>
        </p:txBody>
      </p:sp>
      <p:sp>
        <p:nvSpPr>
          <p:cNvPr id="27" name="Text 26">
            <a:extLst>
              <a:ext uri="{FF2B5EF4-FFF2-40B4-BE49-F238E27FC236}">
                <a16:creationId xmlns:a16="http://schemas.microsoft.com/office/drawing/2014/main" id="{BCF2EBA0-0B73-431E-9DB0-2D7EABF7002E}"/>
              </a:ext>
            </a:extLst>
          </p:cNvPr>
          <p:cNvSpPr/>
          <p:nvPr/>
        </p:nvSpPr>
        <p:spPr>
          <a:xfrm>
            <a:off x="9132570" y="3886200"/>
            <a:ext cx="229743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Critical → block + require confirmation.  High → warn.  Medium → log.  Low → allow silently.</a:t>
            </a:r>
            <a:endParaRPr lang="en-US" sz="1200" dirty="0"/>
          </a:p>
        </p:txBody>
      </p:sp>
      <p:sp>
        <p:nvSpPr>
          <p:cNvPr id="28" name="Text 29">
            <a:extLst>
              <a:ext uri="{FF2B5EF4-FFF2-40B4-BE49-F238E27FC236}">
                <a16:creationId xmlns:a16="http://schemas.microsoft.com/office/drawing/2014/main" id="{A7EF726A-E416-4D87-9F2F-0BB78F87E3A7}"/>
              </a:ext>
            </a:extLst>
          </p:cNvPr>
          <p:cNvSpPr/>
          <p:nvPr/>
        </p:nvSpPr>
        <p:spPr>
          <a:xfrm>
            <a:off x="868680" y="5166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100" dirty="0"/>
          </a:p>
        </p:txBody>
      </p:sp>
      <p:sp>
        <p:nvSpPr>
          <p:cNvPr id="29" name="Text 30">
            <a:extLst>
              <a:ext uri="{FF2B5EF4-FFF2-40B4-BE49-F238E27FC236}">
                <a16:creationId xmlns:a16="http://schemas.microsoft.com/office/drawing/2014/main" id="{626E50E2-2515-412C-82B5-C5348E53014B}"/>
              </a:ext>
            </a:extLst>
          </p:cNvPr>
          <p:cNvSpPr/>
          <p:nvPr/>
        </p:nvSpPr>
        <p:spPr>
          <a:xfrm>
            <a:off x="868680" y="54406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User calls  write_file(path="/shared/proj/migrations.sql", content=…)</a:t>
            </a:r>
            <a:endParaRPr lang="en-US" sz="1400" dirty="0"/>
          </a:p>
        </p:txBody>
      </p:sp>
      <p:sp>
        <p:nvSpPr>
          <p:cNvPr id="30" name="Text 31">
            <a:extLst>
              <a:ext uri="{FF2B5EF4-FFF2-40B4-BE49-F238E27FC236}">
                <a16:creationId xmlns:a16="http://schemas.microsoft.com/office/drawing/2014/main" id="{D9B758F0-C514-486C-975B-CF42B43D0F4D}"/>
              </a:ext>
            </a:extLst>
          </p:cNvPr>
          <p:cNvSpPr/>
          <p:nvPr/>
        </p:nvSpPr>
        <p:spPr>
          <a:xfrm>
            <a:off x="868680" y="573200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Classified as </a:t>
            </a:r>
            <a:r>
              <a:rPr lang="en-US" sz="13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Write/Create </a:t>
            </a: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→  directory </a:t>
            </a:r>
            <a:r>
              <a:rPr lang="en-US" sz="13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Shared Proj (Med) </a:t>
            </a: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→  file type </a:t>
            </a:r>
            <a:r>
              <a:rPr lang="en-US" sz="13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.sql (High) </a:t>
            </a: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→  combined: </a:t>
            </a:r>
            <a:r>
              <a:rPr lang="en-US" sz="13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 ·  require explicit user confirmation.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2412717701"/>
      </p:ext>
    </p:extLst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71232987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Lenovo Master">
  <a:themeElements>
    <a:clrScheme name="Custom 2">
      <a:dk1>
        <a:srgbClr val="000000"/>
      </a:dk1>
      <a:lt1>
        <a:sysClr val="window" lastClr="FFFFFF"/>
      </a:lt1>
      <a:dk2>
        <a:srgbClr val="F26A52"/>
      </a:dk2>
      <a:lt2>
        <a:srgbClr val="4E444E"/>
      </a:lt2>
      <a:accent1>
        <a:srgbClr val="E1251B"/>
      </a:accent1>
      <a:accent2>
        <a:srgbClr val="871C23"/>
      </a:accent2>
      <a:accent3>
        <a:srgbClr val="D9C1D8"/>
      </a:accent3>
      <a:accent4>
        <a:srgbClr val="4D144A"/>
      </a:accent4>
      <a:accent5>
        <a:srgbClr val="C9D0F0"/>
      </a:accent5>
      <a:accent6>
        <a:srgbClr val="11184F"/>
      </a:accent6>
      <a:hlink>
        <a:srgbClr val="3046AD"/>
      </a:hlink>
      <a:folHlink>
        <a:srgbClr val="3046AD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B8252E"/>
        </a:solidFill>
        <a:ln>
          <a:noFill/>
        </a:ln>
      </a:spPr>
      <a:bodyPr lIns="182880" tIns="182880" rIns="182880" bIns="182880" rtlCol="0" anchor="t"/>
      <a:lstStyle>
        <a:defPPr algn="l">
          <a:defRPr sz="1600" dirty="0" err="1">
            <a:solidFill>
              <a:prstClr val="white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800" dirty="0" err="1" smtClean="0">
            <a:latin typeface="Arial" pitchFamily="34" charset="0"/>
            <a:cs typeface="Arial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Lenovo-16x9_Standard_July2022" id="{48789345-80B6-49E4-A867-3423D9B661CC}" vid="{8124AD30-13BC-4938-BB2D-67326D7239F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45926</TotalTime>
  <Words>2135</Words>
  <Application>Microsoft Office PowerPoint</Application>
  <PresentationFormat>Widescreen</PresentationFormat>
  <Paragraphs>350</Paragraphs>
  <Slides>22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1" baseType="lpstr">
      <vt:lpstr>黑体</vt:lpstr>
      <vt:lpstr>Aptos</vt:lpstr>
      <vt:lpstr>Arial</vt:lpstr>
      <vt:lpstr>Arial Black</vt:lpstr>
      <vt:lpstr>Calibri</vt:lpstr>
      <vt:lpstr>Cascadia Code</vt:lpstr>
      <vt:lpstr>Consolas</vt:lpstr>
      <vt:lpstr>Swagger</vt:lpstr>
      <vt:lpstr>Lenovo Master</vt:lpstr>
      <vt:lpstr>Weekly status meeting on  MCP Security Score project</vt:lpstr>
      <vt:lpstr>PowerPoint Presentation</vt:lpstr>
      <vt:lpstr>Project Scope</vt:lpstr>
      <vt:lpstr>How MCP changes the Threat Model</vt:lpstr>
      <vt:lpstr>Illustrative MCP Use Case: Same MCP Server, Different Intent</vt:lpstr>
      <vt:lpstr>PowerPoint Presentation</vt:lpstr>
      <vt:lpstr> MCP Risks Taxonomies –  Main highlights from Literature review report </vt:lpstr>
      <vt:lpstr>MCIP: Protecting MCP Safety via Model Contextual Integrity Protocol</vt:lpstr>
      <vt:lpstr>MCIP: Protecting MCP Safety via Model Contextual Integrity Protocol</vt:lpstr>
      <vt:lpstr>MCP-DPT: A Defense-Placement Taxonomy and Coverage Analysis for Model Context Protocol Security </vt:lpstr>
      <vt:lpstr>MCP security taxonomies – Summary </vt:lpstr>
      <vt:lpstr>PowerPoint Presentation</vt:lpstr>
      <vt:lpstr> Research scope – Progress </vt:lpstr>
      <vt:lpstr>Different MCPs, same underlying risks </vt:lpstr>
      <vt:lpstr>Research Roadmap</vt:lpstr>
      <vt:lpstr>MCP Tool Operation Classes &amp; Potential Risks </vt:lpstr>
      <vt:lpstr>PowerPoint Presentation</vt:lpstr>
      <vt:lpstr>PowerPoint Presentation</vt:lpstr>
      <vt:lpstr>Ranking Tools, Files and Asset</vt:lpstr>
      <vt:lpstr>Misuse assessment with respect to tools</vt:lpstr>
      <vt:lpstr>Vision: From manual matrix to automated risk classifier for any MCP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LCIC Awareness Meeting</dc:title>
  <dc:creator>Song Luo6</dc:creator>
  <cp:lastModifiedBy>תומר עובדיה</cp:lastModifiedBy>
  <cp:revision>286</cp:revision>
  <dcterms:created xsi:type="dcterms:W3CDTF">2025-02-14T14:31:28Z</dcterms:created>
  <dcterms:modified xsi:type="dcterms:W3CDTF">2026-05-20T12:00:49Z</dcterms:modified>
</cp:coreProperties>
</file>