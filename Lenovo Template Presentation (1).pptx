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8"/>
  </p:notesMasterIdLst>
  <p:handoutMasterIdLst>
    <p:handoutMasterId r:id="rId29"/>
  </p:handoutMasterIdLst>
  <p:sldIdLst>
    <p:sldId id="314" r:id="rId5"/>
    <p:sldId id="302" r:id="rId6"/>
    <p:sldId id="371" r:id="rId7"/>
    <p:sldId id="316" r:id="rId8"/>
    <p:sldId id="317" r:id="rId9"/>
    <p:sldId id="367" r:id="rId10"/>
    <p:sldId id="372" r:id="rId11"/>
    <p:sldId id="368" r:id="rId12"/>
    <p:sldId id="369" r:id="rId13"/>
    <p:sldId id="362" r:id="rId14"/>
    <p:sldId id="318" r:id="rId15"/>
    <p:sldId id="319" r:id="rId16"/>
    <p:sldId id="370" r:id="rId17"/>
    <p:sldId id="320" r:id="rId18"/>
    <p:sldId id="321" r:id="rId19"/>
    <p:sldId id="322" r:id="rId20"/>
    <p:sldId id="347" r:id="rId21"/>
    <p:sldId id="325" r:id="rId22"/>
    <p:sldId id="326" r:id="rId23"/>
    <p:sldId id="327" r:id="rId24"/>
    <p:sldId id="328" r:id="rId25"/>
    <p:sldId id="329" r:id="rId26"/>
    <p:sldId id="364" r:id="rId27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63">
          <p15:clr>
            <a:srgbClr val="A4A3A4"/>
          </p15:clr>
        </p15:guide>
        <p15:guide id="2" orient="horz" pos="4212">
          <p15:clr>
            <a:srgbClr val="A4A3A4"/>
          </p15:clr>
        </p15:guide>
        <p15:guide id="3" orient="horz" pos="3887">
          <p15:clr>
            <a:srgbClr val="A4A3A4"/>
          </p15:clr>
        </p15:guide>
        <p15:guide id="4" pos="3943">
          <p15:clr>
            <a:srgbClr val="A4A3A4"/>
          </p15:clr>
        </p15:guide>
        <p15:guide id="5" pos="2279">
          <p15:clr>
            <a:srgbClr val="A4A3A4"/>
          </p15:clr>
        </p15:guide>
        <p15:guide id="6" pos="545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0013"/>
    <a:srgbClr val="DDB8C6"/>
    <a:srgbClr val="E6BDC1"/>
    <a:srgbClr val="DCC5DB"/>
    <a:srgbClr val="D6B7D0"/>
    <a:srgbClr val="C8AFCE"/>
    <a:srgbClr val="AF70A5"/>
    <a:srgbClr val="CEAECB"/>
    <a:srgbClr val="CFBED9"/>
    <a:srgbClr val="8196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C2B970-1E2C-D5A3-F16E-5F0DF457B275}" v="3" dt="2022-07-25T12:54:18.147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725" autoAdjust="0"/>
    <p:restoredTop sz="95238" autoAdjust="0"/>
  </p:normalViewPr>
  <p:slideViewPr>
    <p:cSldViewPr snapToGrid="0" snapToObjects="1">
      <p:cViewPr>
        <p:scale>
          <a:sx n="75" d="100"/>
          <a:sy n="75" d="100"/>
        </p:scale>
        <p:origin x="1190" y="499"/>
      </p:cViewPr>
      <p:guideLst>
        <p:guide orient="horz" pos="463"/>
        <p:guide orient="horz" pos="4212"/>
        <p:guide orient="horz" pos="3887"/>
        <p:guide pos="3943"/>
        <p:guide pos="2279"/>
        <p:guide pos="545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2405" y="6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solidFill>
                  <a:schemeClr val="tx1"/>
                </a:solidFill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C4-4229-BC96-7CE68C4FCE4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6C4-4229-BC96-7CE68C4FCE4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6C4-4229-BC96-7CE68C4FCE4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3</c:v>
                </c:pt>
                <c:pt idx="1">
                  <c:v>2</c:v>
                </c:pt>
                <c:pt idx="2">
                  <c:v>5</c:v>
                </c:pt>
                <c:pt idx="3">
                  <c:v>4.2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6C4-4229-BC96-7CE68C4FCE4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5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1.3</c:v>
                </c:pt>
                <c:pt idx="1">
                  <c:v>2.2000000000000002</c:v>
                </c:pt>
                <c:pt idx="2">
                  <c:v>4.8</c:v>
                </c:pt>
                <c:pt idx="3">
                  <c:v>5.0999999999999996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6C4-4229-BC96-7CE68C4FCE4C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Series 6</c:v>
                </c:pt>
              </c:strCache>
            </c:strRef>
          </c:tx>
          <c:spPr>
            <a:solidFill>
              <a:schemeClr val="tx2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2.5</c:v>
                </c:pt>
                <c:pt idx="1">
                  <c:v>3</c:v>
                </c:pt>
                <c:pt idx="2">
                  <c:v>1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6C4-4229-BC96-7CE68C4FCE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67883632"/>
        <c:axId val="467884024"/>
      </c:barChart>
      <c:catAx>
        <c:axId val="4678836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7884024"/>
        <c:crosses val="autoZero"/>
        <c:auto val="1"/>
        <c:lblAlgn val="ctr"/>
        <c:lblOffset val="100"/>
        <c:noMultiLvlLbl val="0"/>
      </c:catAx>
      <c:valAx>
        <c:axId val="4678840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78836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984-45A8-AA9A-D2D5171EA184}"/>
            </c:ext>
          </c:extLst>
        </c:ser>
        <c:ser>
          <c:idx val="2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984-45A8-AA9A-D2D5171EA184}"/>
            </c:ext>
          </c:extLst>
        </c:ser>
        <c:ser>
          <c:idx val="4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1.3</c:v>
                </c:pt>
                <c:pt idx="1">
                  <c:v>2.2000000000000002</c:v>
                </c:pt>
                <c:pt idx="2">
                  <c:v>4.8</c:v>
                </c:pt>
                <c:pt idx="3">
                  <c:v>5.0999999999999996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984-45A8-AA9A-D2D5171EA184}"/>
            </c:ext>
          </c:extLst>
        </c:ser>
        <c:ser>
          <c:idx val="1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5.2</c:v>
                </c:pt>
                <c:pt idx="1">
                  <c:v>6</c:v>
                </c:pt>
                <c:pt idx="2">
                  <c:v>4</c:v>
                </c:pt>
                <c:pt idx="3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984-45A8-AA9A-D2D5171EA184}"/>
            </c:ext>
          </c:extLst>
        </c:ser>
        <c:ser>
          <c:idx val="3"/>
          <c:order val="4"/>
          <c:tx>
            <c:strRef>
              <c:f>Sheet1!$F$1</c:f>
              <c:strCache>
                <c:ptCount val="1"/>
                <c:pt idx="0">
                  <c:v>Series 5</c:v>
                </c:pt>
              </c:strCache>
            </c:strRef>
          </c:tx>
          <c:spPr>
            <a:ln>
              <a:solidFill>
                <a:schemeClr val="accent5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6.5</c:v>
                </c:pt>
                <c:pt idx="1">
                  <c:v>4</c:v>
                </c:pt>
                <c:pt idx="2">
                  <c:v>5</c:v>
                </c:pt>
                <c:pt idx="3">
                  <c:v>6.6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C984-45A8-AA9A-D2D5171EA184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Series 6</c:v>
                </c:pt>
              </c:strCache>
            </c:strRef>
          </c:tx>
          <c:spPr>
            <a:ln>
              <a:solidFill>
                <a:schemeClr val="tx2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0.5</c:v>
                </c:pt>
                <c:pt idx="1">
                  <c:v>3.5</c:v>
                </c:pt>
                <c:pt idx="2">
                  <c:v>4.5</c:v>
                </c:pt>
                <c:pt idx="3">
                  <c:v>6.8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C984-45A8-AA9A-D2D5171EA1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67884808"/>
        <c:axId val="632181256"/>
      </c:lineChart>
      <c:catAx>
        <c:axId val="467884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2181256"/>
        <c:crosses val="autoZero"/>
        <c:auto val="1"/>
        <c:lblAlgn val="ctr"/>
        <c:lblOffset val="100"/>
        <c:noMultiLvlLbl val="0"/>
      </c:catAx>
      <c:valAx>
        <c:axId val="632181256"/>
        <c:scaling>
          <c:orientation val="minMax"/>
          <c:max val="7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7884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solidFill>
                  <a:schemeClr val="tx1"/>
                </a:solidFill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32696975249777632"/>
          <c:y val="0.12641084281691267"/>
          <c:w val="0.35408912457060132"/>
          <c:h val="0.73359055298732978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3B9-4653-88B5-3B0E0921DFC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3B9-4653-88B5-3B0E0921DFC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3B9-4653-88B5-3B0E0921DFCB}"/>
              </c:ext>
            </c:extLst>
          </c:dPt>
          <c:dPt>
            <c:idx val="3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3B9-4653-88B5-3B0E0921DFCB}"/>
              </c:ext>
            </c:extLst>
          </c:dPt>
          <c:dPt>
            <c:idx val="4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C3B9-4653-88B5-3B0E0921DFCB}"/>
              </c:ext>
            </c:extLst>
          </c:dPt>
          <c:dPt>
            <c:idx val="5"/>
            <c:bubble3D val="0"/>
            <c:spPr>
              <a:solidFill>
                <a:schemeClr val="tx2"/>
              </a:solidFill>
              <a:ln w="19050"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B-C3B9-4653-88B5-3B0E0921DFCB}"/>
              </c:ext>
            </c:extLst>
          </c:dPt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Series 1</c:v>
                </c:pt>
                <c:pt idx="1">
                  <c:v>Series 2</c:v>
                </c:pt>
                <c:pt idx="2">
                  <c:v>Series 3</c:v>
                </c:pt>
                <c:pt idx="3">
                  <c:v>Series 4</c:v>
                </c:pt>
                <c:pt idx="4">
                  <c:v>Series 5</c:v>
                </c:pt>
                <c:pt idx="5">
                  <c:v>Series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6.2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  <c:pt idx="4">
                  <c:v>2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C3B9-4653-88B5-3B0E0921DFC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5976646811013251"/>
          <c:y val="0.91671726301124357"/>
          <c:w val="0.68161402376230151"/>
          <c:h val="6.645574861371100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1C0EDC-3B04-4D43-AC98-A606493C474D}" type="datetimeFigureOut">
              <a:rPr lang="en-US" sz="1000" smtClean="0">
                <a:latin typeface="Arial" pitchFamily="34" charset="0"/>
                <a:cs typeface="Arial" pitchFamily="34" charset="0"/>
              </a:rPr>
              <a:pPr/>
              <a:t>2/26/2025</a:t>
            </a:fld>
            <a:endParaRPr lang="en-US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r>
              <a:rPr lang="en-US" sz="800" cap="all" dirty="0">
                <a:solidFill>
                  <a:srgbClr val="939598"/>
                </a:solidFill>
                <a:latin typeface="Arial" pitchFamily="34" charset="0"/>
                <a:cs typeface="Arial" pitchFamily="34" charset="0"/>
              </a:rPr>
              <a:t>2011 LENOVO CONFIDENTIAL. All rights reserved.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7F3538-DD9D-4F25-8311-592750C50641}" type="slidenum">
              <a:rPr lang="en-US" sz="800" smtClean="0">
                <a:latin typeface="Arial" pitchFamily="34" charset="0"/>
                <a:cs typeface="Arial" pitchFamily="34" charset="0"/>
              </a:rPr>
              <a:pPr/>
              <a:t>‹#›</a:t>
            </a:fld>
            <a:endParaRPr lang="en-US" sz="8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1550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fld id="{F23CF275-28B3-497F-9AED-85D5F023BA5C}" type="datetimeFigureOut">
              <a:rPr lang="en-US" smtClean="0"/>
              <a:pPr/>
              <a:t>2/26/2025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z="800" cap="all" dirty="0">
                <a:solidFill>
                  <a:srgbClr val="939598"/>
                </a:solidFill>
              </a:rPr>
              <a:t>2011 LENOVO CONFIDENTIAL.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latin typeface="Arial" pitchFamily="34" charset="0"/>
                <a:cs typeface="Arial" pitchFamily="34" charset="0"/>
              </a:defRPr>
            </a:lvl1pPr>
          </a:lstStyle>
          <a:p>
            <a:fld id="{4AED87EB-65D7-4500-873C-410831173A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3136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ED87EB-65D7-4500-873C-410831173A82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1096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ED87EB-65D7-4500-873C-410831173A8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56166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ED87EB-65D7-4500-873C-410831173A8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87621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ED87EB-65D7-4500-873C-410831173A8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5102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F66F013C-4673-4598-B729-A71D9DC33D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5"/>
            <a:ext cx="12188825" cy="6857965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7659"/>
            <a:ext cx="9912096" cy="3269709"/>
          </a:xfrm>
          <a:prstGeom prst="rect">
            <a:avLst/>
          </a:prstGeom>
        </p:spPr>
        <p:txBody>
          <a:bodyPr wrap="square"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Date</a:t>
            </a:r>
          </a:p>
        </p:txBody>
      </p:sp>
      <p:sp>
        <p:nvSpPr>
          <p:cNvPr id="49" name="TextBox 48"/>
          <p:cNvSpPr txBox="1"/>
          <p:nvPr userDrawn="1"/>
        </p:nvSpPr>
        <p:spPr>
          <a:xfrm>
            <a:off x="75033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6BD304-FAC7-4023-9B54-8984F7387559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FBBDE3D-E4E2-42E5-9F26-00C1500EFD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27C222CE-31C9-4AE2-A9DE-A34ECC37F0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710DBB3B-7FB8-4ACB-8FA4-3F2A105B9B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3E443DA7-CC51-4460-98C4-193A73750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E1BCDB13-2B5A-46EC-B1D6-C526DEAA84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8EDDE8EA-BE8E-4066-AB4A-21CD274354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EF442D16-F34F-4D4E-A65A-8C3BC17F2F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Freeform 5">
            <a:extLst>
              <a:ext uri="{FF2B5EF4-FFF2-40B4-BE49-F238E27FC236}">
                <a16:creationId xmlns:a16="http://schemas.microsoft.com/office/drawing/2014/main" id="{B3FDD5DD-E6F7-480C-BC0C-F6AC555BF174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887607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Whit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0490B93F-C25A-476B-A1B0-5F566C0157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7659"/>
            <a:ext cx="9912096" cy="3269709"/>
          </a:xfrm>
          <a:prstGeom prst="rect">
            <a:avLst/>
          </a:prstGeom>
        </p:spPr>
        <p:txBody>
          <a:bodyPr wrap="square"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Date</a:t>
            </a:r>
          </a:p>
        </p:txBody>
      </p:sp>
      <p:sp>
        <p:nvSpPr>
          <p:cNvPr id="49" name="TextBox 48"/>
          <p:cNvSpPr txBox="1"/>
          <p:nvPr userDrawn="1"/>
        </p:nvSpPr>
        <p:spPr>
          <a:xfrm>
            <a:off x="75033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6BD304-FAC7-4023-9B54-8984F7387559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FBBDE3D-E4E2-42E5-9F26-00C1500EFD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27C222CE-31C9-4AE2-A9DE-A34ECC37F0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710DBB3B-7FB8-4ACB-8FA4-3F2A105B9B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3E443DA7-CC51-4460-98C4-193A73750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E1BCDB13-2B5A-46EC-B1D6-C526DEAA84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8EDDE8EA-BE8E-4066-AB4A-21CD274354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EF442D16-F34F-4D4E-A65A-8C3BC17F2F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Freeform 5">
            <a:extLst>
              <a:ext uri="{FF2B5EF4-FFF2-40B4-BE49-F238E27FC236}">
                <a16:creationId xmlns:a16="http://schemas.microsoft.com/office/drawing/2014/main" id="{B3FDD5DD-E6F7-480C-BC0C-F6AC555BF174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45767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0A3FDCC7-BA62-4365-BA68-B2059C6747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4000"/>
            <a:ext cx="9912096" cy="327336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Date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178D7C6-5801-6B30-A6A7-963788E95D85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9E9C34A-28EF-207E-149B-9EBED2862D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7">
              <a:extLst>
                <a:ext uri="{FF2B5EF4-FFF2-40B4-BE49-F238E27FC236}">
                  <a16:creationId xmlns:a16="http://schemas.microsoft.com/office/drawing/2014/main" id="{158C3A6B-F5BB-E37E-DB3D-C1ABEA07F2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8">
              <a:extLst>
                <a:ext uri="{FF2B5EF4-FFF2-40B4-BE49-F238E27FC236}">
                  <a16:creationId xmlns:a16="http://schemas.microsoft.com/office/drawing/2014/main" id="{A56AE87F-217D-4207-F227-987A2E7FEB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9">
              <a:extLst>
                <a:ext uri="{FF2B5EF4-FFF2-40B4-BE49-F238E27FC236}">
                  <a16:creationId xmlns:a16="http://schemas.microsoft.com/office/drawing/2014/main" id="{D65BCC2D-74A9-8E37-6BBC-33B74966DA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10">
              <a:extLst>
                <a:ext uri="{FF2B5EF4-FFF2-40B4-BE49-F238E27FC236}">
                  <a16:creationId xmlns:a16="http://schemas.microsoft.com/office/drawing/2014/main" id="{BA8558ED-E4BF-D888-EF3B-A311AFE8C4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10">
              <a:extLst>
                <a:ext uri="{FF2B5EF4-FFF2-40B4-BE49-F238E27FC236}">
                  <a16:creationId xmlns:a16="http://schemas.microsoft.com/office/drawing/2014/main" id="{AFF1776F-9DBA-D51E-8F71-E1FB30D767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11">
              <a:extLst>
                <a:ext uri="{FF2B5EF4-FFF2-40B4-BE49-F238E27FC236}">
                  <a16:creationId xmlns:a16="http://schemas.microsoft.com/office/drawing/2014/main" id="{820D6E3B-9704-EBDF-9D0D-A571A36CB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6" name="Freeform 5">
            <a:extLst>
              <a:ext uri="{FF2B5EF4-FFF2-40B4-BE49-F238E27FC236}">
                <a16:creationId xmlns:a16="http://schemas.microsoft.com/office/drawing/2014/main" id="{C002511A-253F-7F55-6C4F-3D51611D3CBF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0375F64-E651-1A0A-ABF1-9C38BA663F9F}"/>
              </a:ext>
            </a:extLst>
          </p:cNvPr>
          <p:cNvSpPr txBox="1"/>
          <p:nvPr userDrawn="1"/>
        </p:nvSpPr>
        <p:spPr>
          <a:xfrm>
            <a:off x="75033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786802700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Black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3A0DD018-EAF2-48F3-ABFD-828A5E37FE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4000"/>
            <a:ext cx="9912096" cy="327336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Date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178D7C6-5801-6B30-A6A7-963788E95D85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9E9C34A-28EF-207E-149B-9EBED2862D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7">
              <a:extLst>
                <a:ext uri="{FF2B5EF4-FFF2-40B4-BE49-F238E27FC236}">
                  <a16:creationId xmlns:a16="http://schemas.microsoft.com/office/drawing/2014/main" id="{158C3A6B-F5BB-E37E-DB3D-C1ABEA07F2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8">
              <a:extLst>
                <a:ext uri="{FF2B5EF4-FFF2-40B4-BE49-F238E27FC236}">
                  <a16:creationId xmlns:a16="http://schemas.microsoft.com/office/drawing/2014/main" id="{A56AE87F-217D-4207-F227-987A2E7FEB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9">
              <a:extLst>
                <a:ext uri="{FF2B5EF4-FFF2-40B4-BE49-F238E27FC236}">
                  <a16:creationId xmlns:a16="http://schemas.microsoft.com/office/drawing/2014/main" id="{D65BCC2D-74A9-8E37-6BBC-33B74966DA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10">
              <a:extLst>
                <a:ext uri="{FF2B5EF4-FFF2-40B4-BE49-F238E27FC236}">
                  <a16:creationId xmlns:a16="http://schemas.microsoft.com/office/drawing/2014/main" id="{BA8558ED-E4BF-D888-EF3B-A311AFE8C4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10">
              <a:extLst>
                <a:ext uri="{FF2B5EF4-FFF2-40B4-BE49-F238E27FC236}">
                  <a16:creationId xmlns:a16="http://schemas.microsoft.com/office/drawing/2014/main" id="{AFF1776F-9DBA-D51E-8F71-E1FB30D767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11">
              <a:extLst>
                <a:ext uri="{FF2B5EF4-FFF2-40B4-BE49-F238E27FC236}">
                  <a16:creationId xmlns:a16="http://schemas.microsoft.com/office/drawing/2014/main" id="{820D6E3B-9704-EBDF-9D0D-A571A36CB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6" name="Freeform 5">
            <a:extLst>
              <a:ext uri="{FF2B5EF4-FFF2-40B4-BE49-F238E27FC236}">
                <a16:creationId xmlns:a16="http://schemas.microsoft.com/office/drawing/2014/main" id="{C002511A-253F-7F55-6C4F-3D51611D3CBF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0375F64-E651-1A0A-ABF1-9C38BA663F9F}"/>
              </a:ext>
            </a:extLst>
          </p:cNvPr>
          <p:cNvSpPr txBox="1"/>
          <p:nvPr userDrawn="1"/>
        </p:nvSpPr>
        <p:spPr>
          <a:xfrm>
            <a:off x="75033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09380187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&#10;&#10;Description automatically generated">
            <a:extLst>
              <a:ext uri="{FF2B5EF4-FFF2-40B4-BE49-F238E27FC236}">
                <a16:creationId xmlns:a16="http://schemas.microsoft.com/office/drawing/2014/main" id="{C08B439B-E84A-4380-B725-5C2E2A357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D813522-5B75-F893-0706-7E3AB7106A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00"/>
          <a:stretch/>
        </p:blipFill>
        <p:spPr>
          <a:xfrm flipH="1">
            <a:off x="7616825" y="34"/>
            <a:ext cx="4572000" cy="685796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9C3EB64-A851-71DD-8882-1FDB7C2E99CB}"/>
              </a:ext>
            </a:extLst>
          </p:cNvPr>
          <p:cNvSpPr txBox="1"/>
          <p:nvPr userDrawn="1"/>
        </p:nvSpPr>
        <p:spPr>
          <a:xfrm>
            <a:off x="160335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6E4C2BE-620B-6B7D-1426-F9CB0B9DB68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002FA1-87AB-10E7-DF14-BCD2904245D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FC16D85-BEED-1820-DFF9-5D8B0AACAC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1F2566FE-64C0-16F6-945D-2961668799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D3B60C47-FE53-B519-B5B0-91907EAADB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51BD7309-4598-0B4D-F955-25A4778655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3AB317A1-606F-084E-CD32-A64A53D259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3ECEF077-D5E5-A906-C26A-748935BA5E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3" y="1549491"/>
            <a:ext cx="6263640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3" y="4328649"/>
            <a:ext cx="6263640" cy="32701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22F89-ADF9-0A52-8877-914CA372E2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669218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White_A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&#10;&#10;Description automatically generated">
            <a:extLst>
              <a:ext uri="{FF2B5EF4-FFF2-40B4-BE49-F238E27FC236}">
                <a16:creationId xmlns:a16="http://schemas.microsoft.com/office/drawing/2014/main" id="{D5C4C27E-C20F-40CB-85CF-27223BC9C5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pic>
        <p:nvPicPr>
          <p:cNvPr id="4" name="Picture 3" descr="A person in a white dress&#10;&#10;Description automatically generated with low confidence">
            <a:extLst>
              <a:ext uri="{FF2B5EF4-FFF2-40B4-BE49-F238E27FC236}">
                <a16:creationId xmlns:a16="http://schemas.microsoft.com/office/drawing/2014/main" id="{1852C0BD-7572-C8B3-D29B-44B7409BB26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6825" y="0"/>
            <a:ext cx="4572000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9C3EB64-A851-71DD-8882-1FDB7C2E99CB}"/>
              </a:ext>
            </a:extLst>
          </p:cNvPr>
          <p:cNvSpPr txBox="1"/>
          <p:nvPr userDrawn="1"/>
        </p:nvSpPr>
        <p:spPr>
          <a:xfrm>
            <a:off x="160335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6E4C2BE-620B-6B7D-1426-F9CB0B9DB68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002FA1-87AB-10E7-DF14-BCD2904245D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FC16D85-BEED-1820-DFF9-5D8B0AACAC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1F2566FE-64C0-16F6-945D-2961668799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D3B60C47-FE53-B519-B5B0-91907EAADB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51BD7309-4598-0B4D-F955-25A4778655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3AB317A1-606F-084E-CD32-A64A53D259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3ECEF077-D5E5-A906-C26A-748935BA5E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3" y="1549491"/>
            <a:ext cx="6263640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3" y="4328649"/>
            <a:ext cx="6263640" cy="32701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22F89-ADF9-0A52-8877-914CA372E2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327803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&#10;&#10;Description automatically generated">
            <a:extLst>
              <a:ext uri="{FF2B5EF4-FFF2-40B4-BE49-F238E27FC236}">
                <a16:creationId xmlns:a16="http://schemas.microsoft.com/office/drawing/2014/main" id="{BCB70D7F-DA6D-4CCD-81E9-90248EF641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71"/>
            <a:ext cx="12188825" cy="685792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E412EDD-C562-F92D-41A2-18849B2F30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16825" y="35"/>
            <a:ext cx="4572000" cy="685792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50D814F-EE5B-C084-7424-D39C0DE54FF7}"/>
              </a:ext>
            </a:extLst>
          </p:cNvPr>
          <p:cNvSpPr txBox="1"/>
          <p:nvPr userDrawn="1"/>
        </p:nvSpPr>
        <p:spPr>
          <a:xfrm>
            <a:off x="160335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C498D60-2F6C-6ADE-BB9A-D957660E073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8414641-DA5A-BDF2-889C-1430A63E35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6CAA72E6-FAE3-6740-34C0-7A08091254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0EE70422-5E10-8634-79CC-15428116CD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F9B9866C-878A-3BAE-D601-6317EEEB78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20DD7C9B-A88C-7ECB-27AE-CB4579CDB9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084B2859-A58F-9171-5328-94CFD162F5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DC1829C2-6CD9-FE35-3F45-EEC10E2F16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4" y="1549491"/>
            <a:ext cx="6263640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4" y="4328649"/>
            <a:ext cx="6263640" cy="327013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here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1CC465-FDF1-C0A2-5A83-FB03B2F0F4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381990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Black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&#10;&#10;Description automatically generated">
            <a:extLst>
              <a:ext uri="{FF2B5EF4-FFF2-40B4-BE49-F238E27FC236}">
                <a16:creationId xmlns:a16="http://schemas.microsoft.com/office/drawing/2014/main" id="{D2ED0643-8C31-4A20-AE73-693EFF6654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pic>
        <p:nvPicPr>
          <p:cNvPr id="28" name="Picture 27" descr="A picture containing tree, plant&#10;&#10;Description automatically generated">
            <a:extLst>
              <a:ext uri="{FF2B5EF4-FFF2-40B4-BE49-F238E27FC236}">
                <a16:creationId xmlns:a16="http://schemas.microsoft.com/office/drawing/2014/main" id="{9C99B980-13C4-5E34-911C-94CDEEA6063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6825" y="0"/>
            <a:ext cx="4572000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50D814F-EE5B-C084-7424-D39C0DE54FF7}"/>
              </a:ext>
            </a:extLst>
          </p:cNvPr>
          <p:cNvSpPr txBox="1"/>
          <p:nvPr userDrawn="1"/>
        </p:nvSpPr>
        <p:spPr>
          <a:xfrm>
            <a:off x="160335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C498D60-2F6C-6ADE-BB9A-D957660E073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8414641-DA5A-BDF2-889C-1430A63E35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6CAA72E6-FAE3-6740-34C0-7A08091254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0EE70422-5E10-8634-79CC-15428116CD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F9B9866C-878A-3BAE-D601-6317EEEB78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20DD7C9B-A88C-7ECB-27AE-CB4579CDB9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084B2859-A58F-9171-5328-94CFD162F5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DC1829C2-6CD9-FE35-3F45-EEC10E2F16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4" y="1549491"/>
            <a:ext cx="6263640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4" y="4328649"/>
            <a:ext cx="6263640" cy="327013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here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1CC465-FDF1-C0A2-5A83-FB03B2F0F4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09067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A0C0A2-1C95-CF60-15E7-57B445A899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395853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BEE098D-3AB1-76DB-7D94-47416B95B315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D3A8838-C4DB-A234-AE13-77FD359114A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7C46987-CA04-04BE-C5FA-56E293EEB90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91EA1B80-EF2A-EAE6-2B00-FF82A14056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679F583A-C57A-3239-E8A4-1C575A0EA7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36324797-C488-8192-F77E-9F600E5490D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6A067FCF-35DE-4E09-CCD5-280D653D4A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65171654-F4B2-F1B9-6AF4-18F3A499E48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7E3A5950-4507-5E83-F8E2-F78AD0930D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45D89D-54AB-A7D6-4141-95E6B3C369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322121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5B6443-4299-282C-565B-68E5F97027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633483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Sub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296FD5-38BC-1E97-5513-17F333DF59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10E5A7-B9D3-4A2B-DE64-11D11241AC78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1153D81-7548-F581-513D-B7CD48FD363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2984EA1-BF8F-D5A5-11B3-9FD6DD75D1A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303FC84A-8F52-5F1D-38A9-C64EE5C6B5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51547846-5B73-A894-F0B4-466A292FE8B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39F5F64D-B9AA-2AAA-21F6-2CAF46B091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E093FA7E-6243-55E3-A1D8-E9A2E7479C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882876AE-214A-F90F-FAE5-C3E50982F4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1">
              <a:extLst>
                <a:ext uri="{FF2B5EF4-FFF2-40B4-BE49-F238E27FC236}">
                  <a16:creationId xmlns:a16="http://schemas.microsoft.com/office/drawing/2014/main" id="{75EC1C0B-EC3B-C973-9828-360528AEB96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42260577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8880"/>
            <a:ext cx="1067104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C5559F-D4D6-DA53-A720-07C2A2D68F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1416382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8880"/>
            <a:ext cx="10667999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190EFC-69A6-D92C-008E-75B891AE7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9DA9F1-36A0-76F9-4D49-1FFB30F8CFEA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573FE22-DB46-2221-24B6-EA9CED934BF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4D8FA39-BBC5-4239-E23A-6A96E07DBCB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1E3E6E29-BEC4-288C-B32B-AF774446EFC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E12B6CAE-326B-E34A-31F1-77AFF35385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9">
              <a:extLst>
                <a:ext uri="{FF2B5EF4-FFF2-40B4-BE49-F238E27FC236}">
                  <a16:creationId xmlns:a16="http://schemas.microsoft.com/office/drawing/2014/main" id="{AF684C43-A236-A698-D9CB-1D9BB8955A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22E76D79-F84B-B7B3-36C7-DDFA1F84B46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F8B250DB-C361-A6E3-4C85-D21F8209C13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147BE96E-3F4B-84BA-6775-D41FF7C5322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70975778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749388"/>
            <a:ext cx="1067104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0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7BD319-CE6A-C56C-FAF4-F7D3C4B20C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479330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Subtitle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749389"/>
            <a:ext cx="1067104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F390D5-FAC3-3E07-D977-2FACDFA7E8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5F3551-81ED-C908-0D9D-64C876F81F0D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E1D901D-347E-CD3C-E49E-6240407331F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D379CA7-ADA1-DB35-B963-28B950F90E8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6CCA88FD-78DE-CEC8-8BFD-721D475ECD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8">
              <a:extLst>
                <a:ext uri="{FF2B5EF4-FFF2-40B4-BE49-F238E27FC236}">
                  <a16:creationId xmlns:a16="http://schemas.microsoft.com/office/drawing/2014/main" id="{FF7D2711-8021-39A5-678E-CDC6C4470D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9">
              <a:extLst>
                <a:ext uri="{FF2B5EF4-FFF2-40B4-BE49-F238E27FC236}">
                  <a16:creationId xmlns:a16="http://schemas.microsoft.com/office/drawing/2014/main" id="{C3BC8212-B451-4273-2728-F59952E7BC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FE52C8F5-D1FE-4AC8-4162-7CF0174C7F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1B573B61-8792-4F95-2044-72CB5D6018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FEFCA5AB-AA3A-875C-1ECF-F75A93964C0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65945371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307593"/>
            <a:ext cx="5069004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Content Placeholder 2"/>
          <p:cNvSpPr>
            <a:spLocks noGrp="1"/>
          </p:cNvSpPr>
          <p:nvPr>
            <p:ph sz="half" idx="14"/>
          </p:nvPr>
        </p:nvSpPr>
        <p:spPr bwMode="gray">
          <a:xfrm>
            <a:off x="6339311" y="1307593"/>
            <a:ext cx="5065776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FE5186-E704-46DB-A234-0339427F829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7351327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307593"/>
            <a:ext cx="5069004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Content Placeholder 2"/>
          <p:cNvSpPr>
            <a:spLocks noGrp="1"/>
          </p:cNvSpPr>
          <p:nvPr>
            <p:ph sz="half" idx="14"/>
          </p:nvPr>
        </p:nvSpPr>
        <p:spPr bwMode="gray">
          <a:xfrm>
            <a:off x="6339311" y="1307593"/>
            <a:ext cx="506577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156568-E050-C688-ED26-0B21D0654CAA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432C778-5728-8296-7A9A-58D2F0D4654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15A9787-DD7C-7130-A8DF-4C258B1FA48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C14D81DD-1F3B-B50D-F43D-3E209D4540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F58D34C8-C6F8-F06E-7715-9288F76C9A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6107FD63-81FF-191D-0B53-F42767D14F2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54F87762-C44E-A3F8-3E3D-46E9684774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C9782FAE-D7D9-18FB-6538-0F3C12A16C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1">
              <a:extLst>
                <a:ext uri="{FF2B5EF4-FFF2-40B4-BE49-F238E27FC236}">
                  <a16:creationId xmlns:a16="http://schemas.microsoft.com/office/drawing/2014/main" id="{0396B2B4-C495-974A-4A3B-44C71DDB91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D52F52-4191-E70A-A15D-3F4D0CF0AA2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799921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7593"/>
            <a:ext cx="3342271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half" idx="10"/>
          </p:nvPr>
        </p:nvSpPr>
        <p:spPr bwMode="gray">
          <a:xfrm>
            <a:off x="4377258" y="1307593"/>
            <a:ext cx="3343188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1"/>
          </p:nvPr>
        </p:nvSpPr>
        <p:spPr bwMode="gray">
          <a:xfrm>
            <a:off x="8015815" y="1307593"/>
            <a:ext cx="341564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61C74C-45BE-3DE8-0DFD-4B97D814F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4563597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7593"/>
            <a:ext cx="3342271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half" idx="10"/>
          </p:nvPr>
        </p:nvSpPr>
        <p:spPr bwMode="gray">
          <a:xfrm>
            <a:off x="4377258" y="1307593"/>
            <a:ext cx="3342271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1"/>
          </p:nvPr>
        </p:nvSpPr>
        <p:spPr bwMode="gray">
          <a:xfrm>
            <a:off x="8015815" y="1307593"/>
            <a:ext cx="341564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06526B-689D-F225-B2C2-E0BBC08CF3D7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B227283-6F61-7A48-A890-A6560B0C46E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5B243C2-75F5-6AC0-1833-76F42C53A2A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3D61DFCD-9B7B-9CEE-09F1-B3FFBCEC4B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2E7D430F-6BD5-C242-3242-1C4393E85F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15AA8EC8-6FD0-6F7C-5280-A51D2311775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E7CAAC3B-4107-FAE2-2BB7-B0E46A4F5E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F163CF3C-7F65-26FA-53B9-F3B8000834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FA837C5D-6026-3DC8-E17F-DE9A1A33373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92B045-EC23-B30D-E716-8FEBB279E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591086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5723515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307593"/>
            <a:ext cx="5723515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6413" y="0"/>
            <a:ext cx="533241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F3C117-A202-AC1A-30DA-A95049B2670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45591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/Imag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5723515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307592"/>
            <a:ext cx="5723515" cy="491958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6413" y="0"/>
            <a:ext cx="533241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A088EC-A7D4-9C0A-C322-1161E9EFEA5E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4EA4AC3-3E83-652D-5977-C213932004B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6C692C7-AF24-D9BB-14D5-5012A216981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5C4F613F-1DD6-3F3D-9BAE-708257885F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78F30CC7-8DA5-9459-5823-3D7027574B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9549D5A1-8221-2608-197C-70D3E119DD3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D6C29BFA-EBE0-3409-DA75-D6D86C95C50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DE56CA28-603E-6C83-560F-82347F4C929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AE3DA774-A3A9-8F32-B9A2-708F35FC0E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7E7426-E0FB-DA60-E1E0-A41FD9009F5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496215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4061791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4061791" y="0"/>
            <a:ext cx="8127034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548640" y="849535"/>
            <a:ext cx="3513151" cy="1926795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4600" b="1" strike="noStrike" spc="-150" baseline="0">
                <a:solidFill>
                  <a:schemeClr val="tx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Photo plus</a:t>
            </a:r>
            <a:br>
              <a:rPr lang="en-US" dirty="0"/>
            </a:br>
            <a:r>
              <a:rPr lang="en-US" dirty="0"/>
              <a:t>statement</a:t>
            </a:r>
            <a:br>
              <a:rPr lang="en-US" dirty="0"/>
            </a:br>
            <a:r>
              <a:rPr lang="en-US" dirty="0"/>
              <a:t>layout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548641" y="2943638"/>
            <a:ext cx="3513150" cy="16416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2400" baseline="0">
                <a:solidFill>
                  <a:schemeClr val="tx1"/>
                </a:solidFill>
              </a:defRPr>
            </a:lvl1pPr>
            <a:lvl2pPr marL="609494" indent="0">
              <a:buNone/>
              <a:defRPr/>
            </a:lvl2pPr>
            <a:lvl3pPr marL="1218986" indent="0">
              <a:buNone/>
              <a:defRPr/>
            </a:lvl3pPr>
            <a:lvl4pPr marL="1828480" indent="0">
              <a:buNone/>
              <a:defRPr/>
            </a:lvl4pPr>
            <a:lvl5pPr marL="2437973" indent="0">
              <a:buNone/>
              <a:defRPr/>
            </a:lvl5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C9E4313D-4BB5-4FBE-BED7-2E337B7C6B9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669529" y="6400800"/>
            <a:ext cx="438912" cy="155448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501264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hoto + Statem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E0CCBF-ECBB-8D0A-7760-9C09A8DCA070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469496-8712-48FF-8E79-3F94F23B18A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AD4F68-2171-D53B-BE99-0870458AEC6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B934C45C-E7A5-5950-4EC8-A0C9DD2B48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584A4C2F-986E-EA32-C193-4B16258053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2F89DA65-DEB8-60CE-3119-C54CD2F81D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10A3EE42-0227-D024-FDFC-83E58AB899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B71D7F0F-66ED-5122-7E93-2CCDC18FB8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827DA00-4AC6-AE82-9263-31F727C178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FF9FB968-F2A9-4C72-AC3C-DC44BBB699A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061791" y="0"/>
            <a:ext cx="8127034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BB9C095A-1012-467F-9C44-B19F964C00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8640" y="849535"/>
            <a:ext cx="3513151" cy="1926795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4600" b="1" strike="noStrike" spc="-150" baseline="0">
                <a:solidFill>
                  <a:schemeClr val="bg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Photo plus</a:t>
            </a:r>
            <a:br>
              <a:rPr lang="en-US" dirty="0"/>
            </a:br>
            <a:r>
              <a:rPr lang="en-US" dirty="0"/>
              <a:t>statement</a:t>
            </a:r>
            <a:br>
              <a:rPr lang="en-US" dirty="0"/>
            </a:br>
            <a:r>
              <a:rPr lang="en-US" dirty="0"/>
              <a:t>layout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20B0D42B-CBC4-443F-B475-39C1A11F88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8641" y="2943638"/>
            <a:ext cx="3513150" cy="16416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2400" baseline="0">
                <a:solidFill>
                  <a:schemeClr val="bg1"/>
                </a:solidFill>
              </a:defRPr>
            </a:lvl1pPr>
            <a:lvl2pPr marL="609494" indent="0">
              <a:buNone/>
              <a:defRPr/>
            </a:lvl2pPr>
            <a:lvl3pPr marL="1218986" indent="0">
              <a:buNone/>
              <a:defRPr/>
            </a:lvl3pPr>
            <a:lvl4pPr marL="1828480" indent="0">
              <a:buNone/>
              <a:defRPr/>
            </a:lvl4pPr>
            <a:lvl5pPr marL="2437973" indent="0">
              <a:buNone/>
              <a:defRPr/>
            </a:lvl5pPr>
          </a:lstStyle>
          <a:p>
            <a:pPr lvl="0"/>
            <a:r>
              <a:rPr lang="en-US" dirty="0"/>
              <a:t>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2827794520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Idea"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EF7F64-EAB6-F941-857A-EB6862B073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0413" y="1757774"/>
            <a:ext cx="10668000" cy="3342453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8800" b="1">
                <a:solidFill>
                  <a:schemeClr val="bg1"/>
                </a:solidFill>
              </a:defRPr>
            </a:lvl1pPr>
            <a:lvl2pPr marL="609494" indent="0">
              <a:buNone/>
              <a:defRPr/>
            </a:lvl2pPr>
          </a:lstStyle>
          <a:p>
            <a:pPr lvl="0"/>
            <a:r>
              <a:rPr lang="en-US" dirty="0"/>
              <a:t>Click to edit big idea, statement or subject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E0CCBF-ECBB-8D0A-7760-9C09A8DCA070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469496-8712-48FF-8E79-3F94F23B18A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AD4F68-2171-D53B-BE99-0870458AEC6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B934C45C-E7A5-5950-4EC8-A0C9DD2B48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584A4C2F-986E-EA32-C193-4B16258053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2F89DA65-DEB8-60CE-3119-C54CD2F81D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10A3EE42-0227-D024-FDFC-83E58AB899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B71D7F0F-66ED-5122-7E93-2CCDC18FB8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827DA00-4AC6-AE82-9263-31F727C178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67820295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07"/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758827" y="1812555"/>
            <a:ext cx="9907588" cy="2759445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4400" b="1" spc="-150">
                <a:solidFill>
                  <a:schemeClr val="tx1"/>
                </a:solidFill>
              </a:defRPr>
            </a:lvl1pPr>
            <a:lvl2pPr marL="341313" indent="0" algn="ctr">
              <a:buNone/>
              <a:defRPr>
                <a:solidFill>
                  <a:schemeClr val="bg1"/>
                </a:solidFill>
              </a:defRPr>
            </a:lvl2pPr>
            <a:lvl3pPr marL="679450" indent="0" algn="ctr">
              <a:buNone/>
              <a:defRPr>
                <a:solidFill>
                  <a:schemeClr val="bg1"/>
                </a:solidFill>
              </a:defRPr>
            </a:lvl3pPr>
            <a:lvl4pPr marL="966787" indent="0" algn="ctr">
              <a:buNone/>
              <a:defRPr>
                <a:solidFill>
                  <a:schemeClr val="bg1"/>
                </a:solidFill>
              </a:defRPr>
            </a:lvl4pPr>
            <a:lvl5pPr marL="1146175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7" name="Text Placeholder 110"/>
          <p:cNvSpPr>
            <a:spLocks noGrp="1"/>
          </p:cNvSpPr>
          <p:nvPr>
            <p:ph type="body" sz="quarter" idx="19" hasCustomPrompt="1"/>
          </p:nvPr>
        </p:nvSpPr>
        <p:spPr>
          <a:xfrm>
            <a:off x="758826" y="5045445"/>
            <a:ext cx="9907588" cy="406265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2400" b="1" spc="-150" baseline="0">
                <a:solidFill>
                  <a:schemeClr val="tx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Click to edit quote source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815315-0D5A-DC09-BF8B-37391016484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037CD95-D004-2B21-4A36-C02C76A5C015}"/>
              </a:ext>
            </a:extLst>
          </p:cNvPr>
          <p:cNvGrpSpPr/>
          <p:nvPr userDrawn="1"/>
        </p:nvGrpSpPr>
        <p:grpSpPr>
          <a:xfrm>
            <a:off x="758826" y="788987"/>
            <a:ext cx="990600" cy="735013"/>
            <a:chOff x="657226" y="398463"/>
            <a:chExt cx="990600" cy="735013"/>
          </a:xfrm>
          <a:gradFill>
            <a:gsLst>
              <a:gs pos="100000">
                <a:srgbClr val="F5A598"/>
              </a:gs>
              <a:gs pos="47000">
                <a:srgbClr val="D2ADC9"/>
              </a:gs>
              <a:gs pos="77000">
                <a:srgbClr val="E6BDC1"/>
              </a:gs>
              <a:gs pos="9000">
                <a:srgbClr val="A7B6D3"/>
              </a:gs>
            </a:gsLst>
            <a:lin ang="13500000" scaled="1"/>
          </a:gradFill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7478010D-01FF-497C-41EB-76A4E063D3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7226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C7C4737E-BF88-7B2F-7399-008A3E052A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95388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38601657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Layout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07"/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758827" y="1812555"/>
            <a:ext cx="9912096" cy="2763845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4400" b="1" spc="-150">
                <a:solidFill>
                  <a:schemeClr val="bg1"/>
                </a:solidFill>
              </a:defRPr>
            </a:lvl1pPr>
            <a:lvl2pPr marL="341313" indent="0" algn="ctr">
              <a:buNone/>
              <a:defRPr>
                <a:solidFill>
                  <a:schemeClr val="bg1"/>
                </a:solidFill>
              </a:defRPr>
            </a:lvl2pPr>
            <a:lvl3pPr marL="679450" indent="0" algn="ctr">
              <a:buNone/>
              <a:defRPr>
                <a:solidFill>
                  <a:schemeClr val="bg1"/>
                </a:solidFill>
              </a:defRPr>
            </a:lvl3pPr>
            <a:lvl4pPr marL="966787" indent="0" algn="ctr">
              <a:buNone/>
              <a:defRPr>
                <a:solidFill>
                  <a:schemeClr val="bg1"/>
                </a:solidFill>
              </a:defRPr>
            </a:lvl4pPr>
            <a:lvl5pPr marL="1146175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7" name="Text Placeholder 110"/>
          <p:cNvSpPr>
            <a:spLocks noGrp="1"/>
          </p:cNvSpPr>
          <p:nvPr>
            <p:ph type="body" sz="quarter" idx="19" hasCustomPrompt="1"/>
          </p:nvPr>
        </p:nvSpPr>
        <p:spPr>
          <a:xfrm>
            <a:off x="758826" y="5045445"/>
            <a:ext cx="9912097" cy="406265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2400" b="1" spc="-150" baseline="0">
                <a:solidFill>
                  <a:schemeClr val="bg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Click to edit quote source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9005ED3-DC5A-16D6-BC0D-2BC8DBC127C3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CB189A2-A5C7-0BFE-DC45-2B6C62F67C0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584051D-228D-60EF-D68E-4B4E925E178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425E7774-98DD-0FEF-9145-91D6B46D26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7F3BA1AE-9A9D-B9A4-5403-6AA4C35F1E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437AAFBE-8A17-35F2-274B-EB0FA065C2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A3380145-9EE8-3EC6-9B1C-FB9540A9C7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0BF31EAF-B3E0-97CF-2E5E-B91BC8A708C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0F3C66CC-04BD-A3C8-72CC-31B30C4C59F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5C380F-7235-3AB0-03FD-9418F9E88CA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302BD98-6DAE-1743-EC0B-3BD86F2E6E9E}"/>
              </a:ext>
            </a:extLst>
          </p:cNvPr>
          <p:cNvGrpSpPr/>
          <p:nvPr userDrawn="1"/>
        </p:nvGrpSpPr>
        <p:grpSpPr>
          <a:xfrm>
            <a:off x="758826" y="788987"/>
            <a:ext cx="990600" cy="735013"/>
            <a:chOff x="657226" y="398463"/>
            <a:chExt cx="990600" cy="735013"/>
          </a:xfrm>
          <a:gradFill>
            <a:gsLst>
              <a:gs pos="100000">
                <a:srgbClr val="391262"/>
              </a:gs>
              <a:gs pos="26000">
                <a:srgbClr val="64131E"/>
              </a:gs>
              <a:gs pos="0">
                <a:srgbClr val="831B22"/>
              </a:gs>
              <a:gs pos="66000">
                <a:srgbClr val="4D144A"/>
              </a:gs>
            </a:gsLst>
            <a:lin ang="13500000" scaled="1"/>
          </a:gradFill>
        </p:grpSpPr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7427A43A-50DD-D6E1-5FBF-AC4CB78705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7226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10BB8F0C-C9B6-64D7-DD2C-3BDDA0FDE7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95388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00654041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Layout_Color">
    <p:bg>
      <p:bgPr>
        <a:gradFill>
          <a:gsLst>
            <a:gs pos="100000">
              <a:srgbClr val="391262"/>
            </a:gs>
            <a:gs pos="38000">
              <a:srgbClr val="64131E"/>
            </a:gs>
            <a:gs pos="0">
              <a:srgbClr val="831B22"/>
            </a:gs>
            <a:gs pos="71000">
              <a:srgbClr val="4D144A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07"/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758827" y="1812555"/>
            <a:ext cx="9907586" cy="2759445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4400" b="1" spc="-150">
                <a:solidFill>
                  <a:schemeClr val="bg1"/>
                </a:solidFill>
              </a:defRPr>
            </a:lvl1pPr>
            <a:lvl2pPr marL="341313" indent="0" algn="ctr">
              <a:buNone/>
              <a:defRPr>
                <a:solidFill>
                  <a:schemeClr val="bg1"/>
                </a:solidFill>
              </a:defRPr>
            </a:lvl2pPr>
            <a:lvl3pPr marL="679450" indent="0" algn="ctr">
              <a:buNone/>
              <a:defRPr>
                <a:solidFill>
                  <a:schemeClr val="bg1"/>
                </a:solidFill>
              </a:defRPr>
            </a:lvl3pPr>
            <a:lvl4pPr marL="966787" indent="0" algn="ctr">
              <a:buNone/>
              <a:defRPr>
                <a:solidFill>
                  <a:schemeClr val="bg1"/>
                </a:solidFill>
              </a:defRPr>
            </a:lvl4pPr>
            <a:lvl5pPr marL="1146175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7" name="Text Placeholder 110"/>
          <p:cNvSpPr>
            <a:spLocks noGrp="1"/>
          </p:cNvSpPr>
          <p:nvPr>
            <p:ph type="body" sz="quarter" idx="19" hasCustomPrompt="1"/>
          </p:nvPr>
        </p:nvSpPr>
        <p:spPr>
          <a:xfrm>
            <a:off x="758826" y="5045445"/>
            <a:ext cx="9907587" cy="406265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2400" b="1" spc="-150" baseline="0">
                <a:solidFill>
                  <a:schemeClr val="bg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Click to edit quote source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1A4D94C-10A5-93DD-7545-E8A78E3E76DF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18A1024-2417-9AB8-1B11-FFC8E666406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EF2F641-C50E-7EF9-174F-C814CE79B1D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EB7F9CF2-27FB-5CFF-3AF9-F3D782AF8F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A4FE0BE7-E21B-0A34-6A99-A25D9D183E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D9344221-152E-2762-91B6-95EFB33B4E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2B8FF3A7-A802-4EFD-1B3E-BE4FD55930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8E61D3F6-A1B4-B1CF-57E5-6C0A92BC8A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CECCA6D3-F3B6-26C6-0F5D-83832B6120E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A179E8-3325-1689-7216-8DD26DF9516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897E0CA-E9A9-E0E3-3CBF-4638AF7AEA37}"/>
              </a:ext>
            </a:extLst>
          </p:cNvPr>
          <p:cNvGrpSpPr/>
          <p:nvPr userDrawn="1"/>
        </p:nvGrpSpPr>
        <p:grpSpPr>
          <a:xfrm>
            <a:off x="758826" y="788987"/>
            <a:ext cx="990600" cy="735013"/>
            <a:chOff x="657226" y="398463"/>
            <a:chExt cx="990600" cy="735013"/>
          </a:xfrm>
          <a:solidFill>
            <a:schemeClr val="bg1"/>
          </a:solidFill>
        </p:grpSpPr>
        <p:sp>
          <p:nvSpPr>
            <p:cNvPr id="35" name="Freeform 5">
              <a:extLst>
                <a:ext uri="{FF2B5EF4-FFF2-40B4-BE49-F238E27FC236}">
                  <a16:creationId xmlns:a16="http://schemas.microsoft.com/office/drawing/2014/main" id="{7EEF4626-4306-CF44-30F2-238CF5A9D2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7226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6">
              <a:extLst>
                <a:ext uri="{FF2B5EF4-FFF2-40B4-BE49-F238E27FC236}">
                  <a16:creationId xmlns:a16="http://schemas.microsoft.com/office/drawing/2014/main" id="{6E76F828-F318-AE96-8117-C054CA893D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95388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31717141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4412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/>
          </p:nvPr>
        </p:nvSpPr>
        <p:spPr bwMode="gray">
          <a:xfrm>
            <a:off x="6856412" y="1307593"/>
            <a:ext cx="4572001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6412" y="442528"/>
            <a:ext cx="4572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FBC96C-E04F-90E6-1BBE-C65ECD6E5C1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055685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/ Produc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4412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/>
          </p:nvPr>
        </p:nvSpPr>
        <p:spPr bwMode="gray">
          <a:xfrm>
            <a:off x="6856414" y="1307592"/>
            <a:ext cx="4572000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6413" y="442528"/>
            <a:ext cx="4572001" cy="4185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7B1794D-FA0C-402F-EB44-A50D8C3D4FE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37DE7D4-E216-9606-EAAF-1A8B5AF40F9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6A780702-9C9B-96F4-8B07-21C9D8C8A0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37E1B9D4-3009-CCED-240A-6514B89A344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F8592D55-D1DD-021F-F58A-C23393CDA10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46ECC017-F717-4757-9B44-6475FFD17C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278498B7-D9E9-F174-4F80-972AA25563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1">
              <a:extLst>
                <a:ext uri="{FF2B5EF4-FFF2-40B4-BE49-F238E27FC236}">
                  <a16:creationId xmlns:a16="http://schemas.microsoft.com/office/drawing/2014/main" id="{B8B70A7C-1FE3-4C27-A360-FF4D04AB325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440BBE49-3380-52D0-1396-73ED8BD97A88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A84DA8-2577-7EF4-6122-06E4DEEB80A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297037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414" y="1524000"/>
            <a:ext cx="10668000" cy="4572000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400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icon to create chart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E9C038-E754-006F-B382-D714EB9495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76614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rt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414" y="1523999"/>
            <a:ext cx="10668000" cy="4572001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create chart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034602-4EFB-8E5B-8FAA-B579A05D71D3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630DE35-2B9A-CC16-D878-AF4BA659CB0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298FF46-F393-7505-AC93-A34D0D7FD13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B10DDEA8-C62F-FFEF-8E88-937A40610A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A5215B45-7283-2B79-53B8-8EC24F78CF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9">
              <a:extLst>
                <a:ext uri="{FF2B5EF4-FFF2-40B4-BE49-F238E27FC236}">
                  <a16:creationId xmlns:a16="http://schemas.microsoft.com/office/drawing/2014/main" id="{9C313BF5-1342-2D50-4CD8-F0843C8D59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499A91AC-5617-3A97-3CA7-56FF0F2C26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C7400D53-2A85-B307-D1F5-7E6EB77D05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8CB004BB-6761-8374-A9BD-CD2644D6614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222CEF-FCD3-E840-7AE1-E900A5D59C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333210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2E9409-35B8-57EB-2941-154C5CA02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83593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2847966-6DB9-1FB6-9676-273C285CBBB9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2DC449E-FDC8-E32E-E4B6-BCA292AA370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B6D2A24-CAB4-F08D-2B8E-FD0BBEA396C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B5AB7E31-14A7-9501-5A1B-CA9C8DF7F97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8">
              <a:extLst>
                <a:ext uri="{FF2B5EF4-FFF2-40B4-BE49-F238E27FC236}">
                  <a16:creationId xmlns:a16="http://schemas.microsoft.com/office/drawing/2014/main" id="{62254130-3E7F-93A9-7119-F750B966F2A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9">
              <a:extLst>
                <a:ext uri="{FF2B5EF4-FFF2-40B4-BE49-F238E27FC236}">
                  <a16:creationId xmlns:a16="http://schemas.microsoft.com/office/drawing/2014/main" id="{F09E9735-A341-685A-2E0E-8E623D18233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7576E6CE-DA5C-AF50-7933-59F501DBD1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69BCEF5B-3A08-5E7B-9ED1-3F71D12FBA9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B6FEDC4B-7FBE-AE64-86BE-07088AD5B6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94B782-D6B1-E164-080E-40821B7DAF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7376891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37F1298-487A-B4E6-4008-0A5D51F1C143}"/>
              </a:ext>
            </a:extLst>
          </p:cNvPr>
          <p:cNvGrpSpPr/>
          <p:nvPr userDrawn="1"/>
        </p:nvGrpSpPr>
        <p:grpSpPr>
          <a:xfrm>
            <a:off x="9390324" y="767096"/>
            <a:ext cx="2800087" cy="1898696"/>
            <a:chOff x="9390324" y="767096"/>
            <a:chExt cx="2800087" cy="1898696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DBC4C027-8FC0-71EF-963F-3B8A0447C1E8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accent1"/>
            </a:solidFill>
          </p:grpSpPr>
          <p:sp>
            <p:nvSpPr>
              <p:cNvPr id="72" name="Freeform 5">
                <a:extLst>
                  <a:ext uri="{FF2B5EF4-FFF2-40B4-BE49-F238E27FC236}">
                    <a16:creationId xmlns:a16="http://schemas.microsoft.com/office/drawing/2014/main" id="{AC114BA7-B808-0C61-F4C4-498846EB2C1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" name="Freeform 6">
                <a:extLst>
                  <a:ext uri="{FF2B5EF4-FFF2-40B4-BE49-F238E27FC236}">
                    <a16:creationId xmlns:a16="http://schemas.microsoft.com/office/drawing/2014/main" id="{03055FF5-EB33-F09D-784D-C7AD0188032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4" name="Freeform 7">
                <a:extLst>
                  <a:ext uri="{FF2B5EF4-FFF2-40B4-BE49-F238E27FC236}">
                    <a16:creationId xmlns:a16="http://schemas.microsoft.com/office/drawing/2014/main" id="{EF0C28DE-3EA0-613C-F6F5-A668E5A933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5" name="Freeform 8">
                <a:extLst>
                  <a:ext uri="{FF2B5EF4-FFF2-40B4-BE49-F238E27FC236}">
                    <a16:creationId xmlns:a16="http://schemas.microsoft.com/office/drawing/2014/main" id="{AA3A9144-5E21-1340-D82E-781E8E03088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6" name="Freeform 9">
                <a:extLst>
                  <a:ext uri="{FF2B5EF4-FFF2-40B4-BE49-F238E27FC236}">
                    <a16:creationId xmlns:a16="http://schemas.microsoft.com/office/drawing/2014/main" id="{16E502AF-0487-43AF-00DB-14F962B92CF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" name="Freeform 10">
                <a:extLst>
                  <a:ext uri="{FF2B5EF4-FFF2-40B4-BE49-F238E27FC236}">
                    <a16:creationId xmlns:a16="http://schemas.microsoft.com/office/drawing/2014/main" id="{0DE8FD0D-C28A-B61F-DFEE-6F90FAD7BFA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" name="Freeform 11">
                <a:extLst>
                  <a:ext uri="{FF2B5EF4-FFF2-40B4-BE49-F238E27FC236}">
                    <a16:creationId xmlns:a16="http://schemas.microsoft.com/office/drawing/2014/main" id="{F351CFF9-9DD1-E9B5-EE76-334AE5F0349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" name="Freeform 12">
                <a:extLst>
                  <a:ext uri="{FF2B5EF4-FFF2-40B4-BE49-F238E27FC236}">
                    <a16:creationId xmlns:a16="http://schemas.microsoft.com/office/drawing/2014/main" id="{5CBDFCA1-F27C-774F-EB38-070587A34AB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Freeform 13">
                <a:extLst>
                  <a:ext uri="{FF2B5EF4-FFF2-40B4-BE49-F238E27FC236}">
                    <a16:creationId xmlns:a16="http://schemas.microsoft.com/office/drawing/2014/main" id="{32C7C41D-9C2F-F9CB-F801-1289ECF5E58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Freeform 14">
                <a:extLst>
                  <a:ext uri="{FF2B5EF4-FFF2-40B4-BE49-F238E27FC236}">
                    <a16:creationId xmlns:a16="http://schemas.microsoft.com/office/drawing/2014/main" id="{D3D8F53A-7C54-73FF-7202-68AF9530CEF8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Freeform 15">
                <a:extLst>
                  <a:ext uri="{FF2B5EF4-FFF2-40B4-BE49-F238E27FC236}">
                    <a16:creationId xmlns:a16="http://schemas.microsoft.com/office/drawing/2014/main" id="{BD2B90D5-630B-CFC6-CE5B-4A3E778474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16">
                <a:extLst>
                  <a:ext uri="{FF2B5EF4-FFF2-40B4-BE49-F238E27FC236}">
                    <a16:creationId xmlns:a16="http://schemas.microsoft.com/office/drawing/2014/main" id="{44BDC175-2104-E7E3-2519-DA2F92A4A93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Freeform 17">
                <a:extLst>
                  <a:ext uri="{FF2B5EF4-FFF2-40B4-BE49-F238E27FC236}">
                    <a16:creationId xmlns:a16="http://schemas.microsoft.com/office/drawing/2014/main" id="{E76CB955-2FC2-83C2-AC09-AD01BCCF1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" name="Rectangle 18">
                <a:extLst>
                  <a:ext uri="{FF2B5EF4-FFF2-40B4-BE49-F238E27FC236}">
                    <a16:creationId xmlns:a16="http://schemas.microsoft.com/office/drawing/2014/main" id="{BB15E459-A560-CBA7-38D2-49EC0DF1798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19">
                <a:extLst>
                  <a:ext uri="{FF2B5EF4-FFF2-40B4-BE49-F238E27FC236}">
                    <a16:creationId xmlns:a16="http://schemas.microsoft.com/office/drawing/2014/main" id="{A894E637-6612-023A-5D26-292EB224BB2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20">
                <a:extLst>
                  <a:ext uri="{FF2B5EF4-FFF2-40B4-BE49-F238E27FC236}">
                    <a16:creationId xmlns:a16="http://schemas.microsoft.com/office/drawing/2014/main" id="{C612BEEF-FFCF-00C7-83E8-3D6CD89DD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Freeform 21">
                <a:extLst>
                  <a:ext uri="{FF2B5EF4-FFF2-40B4-BE49-F238E27FC236}">
                    <a16:creationId xmlns:a16="http://schemas.microsoft.com/office/drawing/2014/main" id="{535443A8-F420-58B0-6940-C7217CB7D3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" name="Freeform 22">
                <a:extLst>
                  <a:ext uri="{FF2B5EF4-FFF2-40B4-BE49-F238E27FC236}">
                    <a16:creationId xmlns:a16="http://schemas.microsoft.com/office/drawing/2014/main" id="{D577C4C5-162A-509E-0F90-2D9CF5560B4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" name="Freeform 23">
                <a:extLst>
                  <a:ext uri="{FF2B5EF4-FFF2-40B4-BE49-F238E27FC236}">
                    <a16:creationId xmlns:a16="http://schemas.microsoft.com/office/drawing/2014/main" id="{9CB671CE-477D-F1B3-6894-F85448189A9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" name="Freeform 24">
                <a:extLst>
                  <a:ext uri="{FF2B5EF4-FFF2-40B4-BE49-F238E27FC236}">
                    <a16:creationId xmlns:a16="http://schemas.microsoft.com/office/drawing/2014/main" id="{2D545142-881D-002A-830D-2B1960B7F79A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" name="Freeform 25">
                <a:extLst>
                  <a:ext uri="{FF2B5EF4-FFF2-40B4-BE49-F238E27FC236}">
                    <a16:creationId xmlns:a16="http://schemas.microsoft.com/office/drawing/2014/main" id="{5C959273-267C-8CBA-996C-EC8514CCD7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Rectangle 26">
                <a:extLst>
                  <a:ext uri="{FF2B5EF4-FFF2-40B4-BE49-F238E27FC236}">
                    <a16:creationId xmlns:a16="http://schemas.microsoft.com/office/drawing/2014/main" id="{2F1B0169-414B-8F53-D204-E4FC9132C39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" name="Rectangle 27">
                <a:extLst>
                  <a:ext uri="{FF2B5EF4-FFF2-40B4-BE49-F238E27FC236}">
                    <a16:creationId xmlns:a16="http://schemas.microsoft.com/office/drawing/2014/main" id="{FD3CEF0B-9316-CAAF-B811-7977EA0FDC7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64" name="Rectangle 28">
              <a:extLst>
                <a:ext uri="{FF2B5EF4-FFF2-40B4-BE49-F238E27FC236}">
                  <a16:creationId xmlns:a16="http://schemas.microsoft.com/office/drawing/2014/main" id="{C44969F7-1BF0-A4FA-F4EB-8003272D98C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5AB97A83-AA92-5D2A-D89F-2B85130F597F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66" name="Freeform 29">
                <a:extLst>
                  <a:ext uri="{FF2B5EF4-FFF2-40B4-BE49-F238E27FC236}">
                    <a16:creationId xmlns:a16="http://schemas.microsoft.com/office/drawing/2014/main" id="{93913DCE-D7C5-993F-1CBD-D671F4E01A3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" name="Freeform 30">
                <a:extLst>
                  <a:ext uri="{FF2B5EF4-FFF2-40B4-BE49-F238E27FC236}">
                    <a16:creationId xmlns:a16="http://schemas.microsoft.com/office/drawing/2014/main" id="{6D0A5711-84F8-6852-FC23-C9222B8AB05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" name="Freeform 31">
                <a:extLst>
                  <a:ext uri="{FF2B5EF4-FFF2-40B4-BE49-F238E27FC236}">
                    <a16:creationId xmlns:a16="http://schemas.microsoft.com/office/drawing/2014/main" id="{185085EF-D1B3-20ED-1267-AC7FAB1644F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" name="Freeform 32">
                <a:extLst>
                  <a:ext uri="{FF2B5EF4-FFF2-40B4-BE49-F238E27FC236}">
                    <a16:creationId xmlns:a16="http://schemas.microsoft.com/office/drawing/2014/main" id="{8434C32D-C325-1F32-5E19-6C9FC933AC3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" name="Freeform 33">
                <a:extLst>
                  <a:ext uri="{FF2B5EF4-FFF2-40B4-BE49-F238E27FC236}">
                    <a16:creationId xmlns:a16="http://schemas.microsoft.com/office/drawing/2014/main" id="{A281B950-B57F-4814-65C4-87F843CA0E1C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" name="Freeform 34">
                <a:extLst>
                  <a:ext uri="{FF2B5EF4-FFF2-40B4-BE49-F238E27FC236}">
                    <a16:creationId xmlns:a16="http://schemas.microsoft.com/office/drawing/2014/main" id="{EE465ED6-53DE-A385-42CB-0B5A7547734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20E6808-E70B-FA4B-99F6-1C02BBC16598}"/>
              </a:ext>
            </a:extLst>
          </p:cNvPr>
          <p:cNvGrpSpPr/>
          <p:nvPr userDrawn="1"/>
        </p:nvGrpSpPr>
        <p:grpSpPr>
          <a:xfrm>
            <a:off x="1538947" y="3561907"/>
            <a:ext cx="7851377" cy="1769127"/>
            <a:chOff x="541049" y="2649538"/>
            <a:chExt cx="9285724" cy="2092325"/>
          </a:xfrm>
          <a:gradFill>
            <a:gsLst>
              <a:gs pos="0">
                <a:schemeClr val="accent1"/>
              </a:gs>
              <a:gs pos="100000">
                <a:srgbClr val="391262"/>
              </a:gs>
              <a:gs pos="64000">
                <a:srgbClr val="64131E"/>
              </a:gs>
              <a:gs pos="29000">
                <a:srgbClr val="831B22"/>
              </a:gs>
            </a:gsLst>
            <a:path path="circle">
              <a:fillToRect l="100000" t="100000"/>
            </a:path>
          </a:gradFill>
        </p:grpSpPr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4C297CEF-136F-B1B7-09B1-55E4D7563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6">
              <a:extLst>
                <a:ext uri="{FF2B5EF4-FFF2-40B4-BE49-F238E27FC236}">
                  <a16:creationId xmlns:a16="http://schemas.microsoft.com/office/drawing/2014/main" id="{622BAF6B-1742-15FD-B0EB-40B8C3DC11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7">
              <a:extLst>
                <a:ext uri="{FF2B5EF4-FFF2-40B4-BE49-F238E27FC236}">
                  <a16:creationId xmlns:a16="http://schemas.microsoft.com/office/drawing/2014/main" id="{788B3367-A4C9-CCD9-A688-1D2826A4B0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8">
              <a:extLst>
                <a:ext uri="{FF2B5EF4-FFF2-40B4-BE49-F238E27FC236}">
                  <a16:creationId xmlns:a16="http://schemas.microsoft.com/office/drawing/2014/main" id="{E75C15B3-8177-7E6B-C4A7-1B9D3FB9D0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9">
              <a:extLst>
                <a:ext uri="{FF2B5EF4-FFF2-40B4-BE49-F238E27FC236}">
                  <a16:creationId xmlns:a16="http://schemas.microsoft.com/office/drawing/2014/main" id="{AA27F0F6-EBAD-77B3-0964-617F5FC5A0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10">
              <a:extLst>
                <a:ext uri="{FF2B5EF4-FFF2-40B4-BE49-F238E27FC236}">
                  <a16:creationId xmlns:a16="http://schemas.microsoft.com/office/drawing/2014/main" id="{0D449E32-BCCB-5FA7-37E4-30FF7569B6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Oval 11">
              <a:extLst>
                <a:ext uri="{FF2B5EF4-FFF2-40B4-BE49-F238E27FC236}">
                  <a16:creationId xmlns:a16="http://schemas.microsoft.com/office/drawing/2014/main" id="{DF4FD3AA-2A1C-04CA-7759-A7926327B4A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81821413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Black">
    <p:bg>
      <p:bgPr>
        <a:gradFill>
          <a:gsLst>
            <a:gs pos="100000">
              <a:srgbClr val="391262"/>
            </a:gs>
            <a:gs pos="38000">
              <a:srgbClr val="64131E"/>
            </a:gs>
            <a:gs pos="0">
              <a:srgbClr val="831B22"/>
            </a:gs>
            <a:gs pos="71000">
              <a:srgbClr val="4D144A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roup 165">
            <a:extLst>
              <a:ext uri="{FF2B5EF4-FFF2-40B4-BE49-F238E27FC236}">
                <a16:creationId xmlns:a16="http://schemas.microsoft.com/office/drawing/2014/main" id="{45DF6D6F-9C39-7C31-64D4-4BCE9C9CA5D6}"/>
              </a:ext>
            </a:extLst>
          </p:cNvPr>
          <p:cNvGrpSpPr/>
          <p:nvPr userDrawn="1"/>
        </p:nvGrpSpPr>
        <p:grpSpPr>
          <a:xfrm>
            <a:off x="1538947" y="3561907"/>
            <a:ext cx="7851377" cy="1769127"/>
            <a:chOff x="541049" y="2649538"/>
            <a:chExt cx="9285724" cy="2092325"/>
          </a:xfrm>
          <a:solidFill>
            <a:schemeClr val="bg1"/>
          </a:solidFill>
        </p:grpSpPr>
        <p:sp>
          <p:nvSpPr>
            <p:cNvPr id="167" name="Freeform 5">
              <a:extLst>
                <a:ext uri="{FF2B5EF4-FFF2-40B4-BE49-F238E27FC236}">
                  <a16:creationId xmlns:a16="http://schemas.microsoft.com/office/drawing/2014/main" id="{E109AFA1-C190-E6CF-D819-5DDBF44B5E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" name="Freeform 6">
              <a:extLst>
                <a:ext uri="{FF2B5EF4-FFF2-40B4-BE49-F238E27FC236}">
                  <a16:creationId xmlns:a16="http://schemas.microsoft.com/office/drawing/2014/main" id="{1969BD4D-0C40-739F-FF6B-4214C2BEBC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" name="Freeform 7">
              <a:extLst>
                <a:ext uri="{FF2B5EF4-FFF2-40B4-BE49-F238E27FC236}">
                  <a16:creationId xmlns:a16="http://schemas.microsoft.com/office/drawing/2014/main" id="{6DB7C37A-1FE6-9BFA-5E83-3EC0F79497F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0" name="Freeform 8">
              <a:extLst>
                <a:ext uri="{FF2B5EF4-FFF2-40B4-BE49-F238E27FC236}">
                  <a16:creationId xmlns:a16="http://schemas.microsoft.com/office/drawing/2014/main" id="{3AEA624F-19C6-31CA-5CD9-7E42ED68DA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1" name="Freeform 9">
              <a:extLst>
                <a:ext uri="{FF2B5EF4-FFF2-40B4-BE49-F238E27FC236}">
                  <a16:creationId xmlns:a16="http://schemas.microsoft.com/office/drawing/2014/main" id="{ED142D15-3F97-1719-8D74-37D26D1CAA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2" name="Freeform 10">
              <a:extLst>
                <a:ext uri="{FF2B5EF4-FFF2-40B4-BE49-F238E27FC236}">
                  <a16:creationId xmlns:a16="http://schemas.microsoft.com/office/drawing/2014/main" id="{6FEBB0B2-4586-05AB-B4FE-055E54F117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3" name="Oval 11">
              <a:extLst>
                <a:ext uri="{FF2B5EF4-FFF2-40B4-BE49-F238E27FC236}">
                  <a16:creationId xmlns:a16="http://schemas.microsoft.com/office/drawing/2014/main" id="{70877F96-1F23-E1FC-71E9-01EE358F60F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9C8C1D9-B375-1D63-409C-0E8AA8DEE2D1}"/>
              </a:ext>
            </a:extLst>
          </p:cNvPr>
          <p:cNvGrpSpPr/>
          <p:nvPr userDrawn="1"/>
        </p:nvGrpSpPr>
        <p:grpSpPr>
          <a:xfrm>
            <a:off x="9390324" y="767096"/>
            <a:ext cx="2800087" cy="1898696"/>
            <a:chOff x="9390324" y="767096"/>
            <a:chExt cx="2800087" cy="1898696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04DB0252-2F51-9D54-5F87-47E8112037C5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bg1"/>
            </a:solidFill>
          </p:grpSpPr>
          <p:sp>
            <p:nvSpPr>
              <p:cNvPr id="85" name="Freeform 5">
                <a:extLst>
                  <a:ext uri="{FF2B5EF4-FFF2-40B4-BE49-F238E27FC236}">
                    <a16:creationId xmlns:a16="http://schemas.microsoft.com/office/drawing/2014/main" id="{433FD598-576F-FFF0-672B-6A9B1AF5124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6">
                <a:extLst>
                  <a:ext uri="{FF2B5EF4-FFF2-40B4-BE49-F238E27FC236}">
                    <a16:creationId xmlns:a16="http://schemas.microsoft.com/office/drawing/2014/main" id="{824AAD10-C96C-2D4A-15C2-1D354C7C691E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7">
                <a:extLst>
                  <a:ext uri="{FF2B5EF4-FFF2-40B4-BE49-F238E27FC236}">
                    <a16:creationId xmlns:a16="http://schemas.microsoft.com/office/drawing/2014/main" id="{8776387C-7DBE-0FBD-3AED-689433E76864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Freeform 8">
                <a:extLst>
                  <a:ext uri="{FF2B5EF4-FFF2-40B4-BE49-F238E27FC236}">
                    <a16:creationId xmlns:a16="http://schemas.microsoft.com/office/drawing/2014/main" id="{262E0FEC-2981-11B0-3D88-8A94D08178C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" name="Freeform 9">
                <a:extLst>
                  <a:ext uri="{FF2B5EF4-FFF2-40B4-BE49-F238E27FC236}">
                    <a16:creationId xmlns:a16="http://schemas.microsoft.com/office/drawing/2014/main" id="{FECC1288-545E-BDB4-6462-3EE5544D7025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" name="Freeform 10">
                <a:extLst>
                  <a:ext uri="{FF2B5EF4-FFF2-40B4-BE49-F238E27FC236}">
                    <a16:creationId xmlns:a16="http://schemas.microsoft.com/office/drawing/2014/main" id="{9DB49BE1-F1C8-5A4F-1BE7-B9C5B671A4B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" name="Freeform 11">
                <a:extLst>
                  <a:ext uri="{FF2B5EF4-FFF2-40B4-BE49-F238E27FC236}">
                    <a16:creationId xmlns:a16="http://schemas.microsoft.com/office/drawing/2014/main" id="{5700CEE7-82FA-F314-D150-00348A9C1993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" name="Freeform 12">
                <a:extLst>
                  <a:ext uri="{FF2B5EF4-FFF2-40B4-BE49-F238E27FC236}">
                    <a16:creationId xmlns:a16="http://schemas.microsoft.com/office/drawing/2014/main" id="{FC0AB9F7-3D02-4537-31F6-D98B2250C9F3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Freeform 13">
                <a:extLst>
                  <a:ext uri="{FF2B5EF4-FFF2-40B4-BE49-F238E27FC236}">
                    <a16:creationId xmlns:a16="http://schemas.microsoft.com/office/drawing/2014/main" id="{12D11DBC-90A7-4337-F6CB-C20DBD872CB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" name="Freeform 14">
                <a:extLst>
                  <a:ext uri="{FF2B5EF4-FFF2-40B4-BE49-F238E27FC236}">
                    <a16:creationId xmlns:a16="http://schemas.microsoft.com/office/drawing/2014/main" id="{F524D8E9-37C3-A27E-30E8-DF8ACF25D41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" name="Freeform 15">
                <a:extLst>
                  <a:ext uri="{FF2B5EF4-FFF2-40B4-BE49-F238E27FC236}">
                    <a16:creationId xmlns:a16="http://schemas.microsoft.com/office/drawing/2014/main" id="{083673F6-E265-4005-D62C-293234A8CE09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" name="Freeform 16">
                <a:extLst>
                  <a:ext uri="{FF2B5EF4-FFF2-40B4-BE49-F238E27FC236}">
                    <a16:creationId xmlns:a16="http://schemas.microsoft.com/office/drawing/2014/main" id="{4F04928C-BA06-2085-F636-A4F44FC6E98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7" name="Freeform 17">
                <a:extLst>
                  <a:ext uri="{FF2B5EF4-FFF2-40B4-BE49-F238E27FC236}">
                    <a16:creationId xmlns:a16="http://schemas.microsoft.com/office/drawing/2014/main" id="{0B7609F1-6889-0F3F-1078-1078D3AEDAE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8" name="Rectangle 18">
                <a:extLst>
                  <a:ext uri="{FF2B5EF4-FFF2-40B4-BE49-F238E27FC236}">
                    <a16:creationId xmlns:a16="http://schemas.microsoft.com/office/drawing/2014/main" id="{14DEDB85-DF79-F93C-595F-4B0E6B36F33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9" name="Freeform 19">
                <a:extLst>
                  <a:ext uri="{FF2B5EF4-FFF2-40B4-BE49-F238E27FC236}">
                    <a16:creationId xmlns:a16="http://schemas.microsoft.com/office/drawing/2014/main" id="{481DD98C-1DDB-14FF-BA62-46FAD00BAA8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0" name="Freeform 20">
                <a:extLst>
                  <a:ext uri="{FF2B5EF4-FFF2-40B4-BE49-F238E27FC236}">
                    <a16:creationId xmlns:a16="http://schemas.microsoft.com/office/drawing/2014/main" id="{BDC10D2B-8240-1306-CC54-B3F0CF2378C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" name="Freeform 21">
                <a:extLst>
                  <a:ext uri="{FF2B5EF4-FFF2-40B4-BE49-F238E27FC236}">
                    <a16:creationId xmlns:a16="http://schemas.microsoft.com/office/drawing/2014/main" id="{A2A74FC7-B210-AC23-8BAD-A8CEF20144F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2" name="Freeform 22">
                <a:extLst>
                  <a:ext uri="{FF2B5EF4-FFF2-40B4-BE49-F238E27FC236}">
                    <a16:creationId xmlns:a16="http://schemas.microsoft.com/office/drawing/2014/main" id="{ACC82ECF-72D6-6ED9-EF73-7495DE192F95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3" name="Freeform 23">
                <a:extLst>
                  <a:ext uri="{FF2B5EF4-FFF2-40B4-BE49-F238E27FC236}">
                    <a16:creationId xmlns:a16="http://schemas.microsoft.com/office/drawing/2014/main" id="{22DAB937-2E79-C195-4D0E-AD10E570DD1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" name="Freeform 24">
                <a:extLst>
                  <a:ext uri="{FF2B5EF4-FFF2-40B4-BE49-F238E27FC236}">
                    <a16:creationId xmlns:a16="http://schemas.microsoft.com/office/drawing/2014/main" id="{10B466F6-F9DE-C9E9-D98F-5CB17B8BE4D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" name="Freeform 25">
                <a:extLst>
                  <a:ext uri="{FF2B5EF4-FFF2-40B4-BE49-F238E27FC236}">
                    <a16:creationId xmlns:a16="http://schemas.microsoft.com/office/drawing/2014/main" id="{AD3E18E3-90EA-4D54-E039-6221DAC55953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" name="Rectangle 26">
                <a:extLst>
                  <a:ext uri="{FF2B5EF4-FFF2-40B4-BE49-F238E27FC236}">
                    <a16:creationId xmlns:a16="http://schemas.microsoft.com/office/drawing/2014/main" id="{144E16EA-4F3F-420C-5D8D-753A1E9F0B1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7" name="Rectangle 27">
                <a:extLst>
                  <a:ext uri="{FF2B5EF4-FFF2-40B4-BE49-F238E27FC236}">
                    <a16:creationId xmlns:a16="http://schemas.microsoft.com/office/drawing/2014/main" id="{E009FD22-AB72-D26D-205F-29DF66B5BFF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77" name="Rectangle 28">
              <a:extLst>
                <a:ext uri="{FF2B5EF4-FFF2-40B4-BE49-F238E27FC236}">
                  <a16:creationId xmlns:a16="http://schemas.microsoft.com/office/drawing/2014/main" id="{FB305569-AB33-7799-ED76-68F103CE5B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DC4D5431-76CB-4561-B2E0-664C3E75E88C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79" name="Freeform 29">
                <a:extLst>
                  <a:ext uri="{FF2B5EF4-FFF2-40B4-BE49-F238E27FC236}">
                    <a16:creationId xmlns:a16="http://schemas.microsoft.com/office/drawing/2014/main" id="{9EB7EA56-59D4-7E58-E9A3-5C4585DF00FE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Freeform 30">
                <a:extLst>
                  <a:ext uri="{FF2B5EF4-FFF2-40B4-BE49-F238E27FC236}">
                    <a16:creationId xmlns:a16="http://schemas.microsoft.com/office/drawing/2014/main" id="{93B05BBE-DBEC-684B-B012-F63384131C1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Freeform 31">
                <a:extLst>
                  <a:ext uri="{FF2B5EF4-FFF2-40B4-BE49-F238E27FC236}">
                    <a16:creationId xmlns:a16="http://schemas.microsoft.com/office/drawing/2014/main" id="{972F0292-22E7-DDB2-79F6-6703AF74768F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Freeform 32">
                <a:extLst>
                  <a:ext uri="{FF2B5EF4-FFF2-40B4-BE49-F238E27FC236}">
                    <a16:creationId xmlns:a16="http://schemas.microsoft.com/office/drawing/2014/main" id="{8FB3E4DF-D685-E83E-C831-3D30D648641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33">
                <a:extLst>
                  <a:ext uri="{FF2B5EF4-FFF2-40B4-BE49-F238E27FC236}">
                    <a16:creationId xmlns:a16="http://schemas.microsoft.com/office/drawing/2014/main" id="{7E51460F-8A6D-E455-ADF5-BF3600A7DAC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Freeform 34">
                <a:extLst>
                  <a:ext uri="{FF2B5EF4-FFF2-40B4-BE49-F238E27FC236}">
                    <a16:creationId xmlns:a16="http://schemas.microsoft.com/office/drawing/2014/main" id="{9296505E-2DA9-07F7-31C5-6D802244B0F4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0384158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E8E58A1D-41DA-DC58-93FB-1ED0F2D56A4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3BC243CA-E9F6-42B7-4EBD-174C6A6167E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7">
              <a:extLst>
                <a:ext uri="{FF2B5EF4-FFF2-40B4-BE49-F238E27FC236}">
                  <a16:creationId xmlns:a16="http://schemas.microsoft.com/office/drawing/2014/main" id="{AF0893DC-4B4F-34BC-2BE3-54AE043B95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8">
              <a:extLst>
                <a:ext uri="{FF2B5EF4-FFF2-40B4-BE49-F238E27FC236}">
                  <a16:creationId xmlns:a16="http://schemas.microsoft.com/office/drawing/2014/main" id="{2E9ED647-0AE4-33D4-5156-46F4EDDDEC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9">
              <a:extLst>
                <a:ext uri="{FF2B5EF4-FFF2-40B4-BE49-F238E27FC236}">
                  <a16:creationId xmlns:a16="http://schemas.microsoft.com/office/drawing/2014/main" id="{05BD8F00-F164-080D-BE9D-F8D1C4DFAE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Freeform 10">
              <a:extLst>
                <a:ext uri="{FF2B5EF4-FFF2-40B4-BE49-F238E27FC236}">
                  <a16:creationId xmlns:a16="http://schemas.microsoft.com/office/drawing/2014/main" id="{5270BA00-DD8B-D870-AA01-525F7B13253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10">
              <a:extLst>
                <a:ext uri="{FF2B5EF4-FFF2-40B4-BE49-F238E27FC236}">
                  <a16:creationId xmlns:a16="http://schemas.microsoft.com/office/drawing/2014/main" id="{8214A0A3-3CC6-58A0-8F76-87CEE5EF1B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Freeform 11">
              <a:extLst>
                <a:ext uri="{FF2B5EF4-FFF2-40B4-BE49-F238E27FC236}">
                  <a16:creationId xmlns:a16="http://schemas.microsoft.com/office/drawing/2014/main" id="{D4ACFFF1-B65B-C5F8-C71D-FED0359A30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33027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750" r:id="rId2"/>
    <p:sldLayoutId id="2147483723" r:id="rId3"/>
    <p:sldLayoutId id="2147483751" r:id="rId4"/>
    <p:sldLayoutId id="2147483670" r:id="rId5"/>
    <p:sldLayoutId id="2147483752" r:id="rId6"/>
    <p:sldLayoutId id="2147483740" r:id="rId7"/>
    <p:sldLayoutId id="2147483753" r:id="rId8"/>
    <p:sldLayoutId id="2147483654" r:id="rId9"/>
    <p:sldLayoutId id="2147483725" r:id="rId10"/>
    <p:sldLayoutId id="2147483738" r:id="rId11"/>
    <p:sldLayoutId id="2147483739" r:id="rId12"/>
    <p:sldLayoutId id="2147483661" r:id="rId13"/>
    <p:sldLayoutId id="2147483726" r:id="rId14"/>
    <p:sldLayoutId id="2147483673" r:id="rId15"/>
    <p:sldLayoutId id="2147483727" r:id="rId16"/>
    <p:sldLayoutId id="2147483662" r:id="rId17"/>
    <p:sldLayoutId id="2147483728" r:id="rId18"/>
    <p:sldLayoutId id="2147483736" r:id="rId19"/>
    <p:sldLayoutId id="2147483737" r:id="rId20"/>
    <p:sldLayoutId id="2147483691" r:id="rId21"/>
    <p:sldLayoutId id="2147483729" r:id="rId22"/>
    <p:sldLayoutId id="2147483755" r:id="rId23"/>
    <p:sldLayoutId id="2147483749" r:id="rId24"/>
    <p:sldLayoutId id="2147483756" r:id="rId25"/>
    <p:sldLayoutId id="2147483711" r:id="rId26"/>
    <p:sldLayoutId id="2147483731" r:id="rId27"/>
    <p:sldLayoutId id="2147483746" r:id="rId28"/>
    <p:sldLayoutId id="2147483722" r:id="rId29"/>
    <p:sldLayoutId id="2147483732" r:id="rId30"/>
    <p:sldLayoutId id="2147483657" r:id="rId31"/>
    <p:sldLayoutId id="2147483733" r:id="rId32"/>
    <p:sldLayoutId id="2147483659" r:id="rId33"/>
    <p:sldLayoutId id="2147483734" r:id="rId34"/>
    <p:sldLayoutId id="2147483748" r:id="rId35"/>
    <p:sldLayoutId id="2147483747" r:id="rId36"/>
  </p:sldLayoutIdLst>
  <p:transition spd="med"/>
  <p:hf hdr="0" ftr="0" dt="0"/>
  <p:txStyles>
    <p:titleStyle>
      <a:lvl1pPr algn="ctr" defTabSz="1218987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990427" indent="-380933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523733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2133227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742720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0" userDrawn="1">
          <p15:clr>
            <a:srgbClr val="F26B43"/>
          </p15:clr>
        </p15:guide>
        <p15:guide id="2" pos="6719" userDrawn="1">
          <p15:clr>
            <a:srgbClr val="F26B43"/>
          </p15:clr>
        </p15:guide>
        <p15:guide id="3" orient="horz" pos="2880" userDrawn="1">
          <p15:clr>
            <a:srgbClr val="F26B43"/>
          </p15:clr>
        </p15:guide>
        <p15:guide id="4" pos="3839" userDrawn="1">
          <p15:clr>
            <a:srgbClr val="F26B43"/>
          </p15:clr>
        </p15:guide>
        <p15:guide id="5" pos="5279" userDrawn="1">
          <p15:clr>
            <a:srgbClr val="F26B43"/>
          </p15:clr>
        </p15:guide>
        <p15:guide id="6" pos="2399" userDrawn="1">
          <p15:clr>
            <a:srgbClr val="F26B43"/>
          </p15:clr>
        </p15:guide>
        <p15:guide id="7" pos="959" userDrawn="1">
          <p15:clr>
            <a:srgbClr val="F26B43"/>
          </p15:clr>
        </p15:guide>
        <p15:guide id="8" pos="7199" userDrawn="1">
          <p15:clr>
            <a:srgbClr val="FDE53C"/>
          </p15:clr>
        </p15:guide>
        <p15:guide id="9" pos="6239" userDrawn="1">
          <p15:clr>
            <a:srgbClr val="FDE53C"/>
          </p15:clr>
        </p15:guide>
        <p15:guide id="10" pos="5759" userDrawn="1">
          <p15:clr>
            <a:srgbClr val="FDE53C"/>
          </p15:clr>
        </p15:guide>
        <p15:guide id="11" pos="4319" userDrawn="1">
          <p15:clr>
            <a:srgbClr val="FDE53C"/>
          </p15:clr>
        </p15:guide>
        <p15:guide id="12" pos="4799" userDrawn="1">
          <p15:clr>
            <a:srgbClr val="FDE53C"/>
          </p15:clr>
        </p15:guide>
        <p15:guide id="13" pos="3335" userDrawn="1">
          <p15:clr>
            <a:srgbClr val="FDE53C"/>
          </p15:clr>
        </p15:guide>
        <p15:guide id="14" pos="2879" userDrawn="1">
          <p15:clr>
            <a:srgbClr val="FDE53C"/>
          </p15:clr>
        </p15:guide>
        <p15:guide id="15" pos="1919" userDrawn="1">
          <p15:clr>
            <a:srgbClr val="FDE53C"/>
          </p15:clr>
        </p15:guide>
        <p15:guide id="16" pos="1439" userDrawn="1">
          <p15:clr>
            <a:srgbClr val="FDE53C"/>
          </p15:clr>
        </p15:guide>
        <p15:guide id="17" pos="479" userDrawn="1">
          <p15:clr>
            <a:srgbClr val="FDE53C"/>
          </p15:clr>
        </p15:guide>
        <p15:guide id="18" orient="horz" pos="960" userDrawn="1">
          <p15:clr>
            <a:srgbClr val="FDE53C"/>
          </p15:clr>
        </p15:guide>
        <p15:guide id="19" orient="horz" pos="480" userDrawn="1">
          <p15:clr>
            <a:srgbClr val="FDE53C"/>
          </p15:clr>
        </p15:guide>
        <p15:guide id="20" orient="horz" pos="1920" userDrawn="1">
          <p15:clr>
            <a:srgbClr val="FDE53C"/>
          </p15:clr>
        </p15:guide>
        <p15:guide id="21" orient="horz" pos="2400" userDrawn="1">
          <p15:clr>
            <a:srgbClr val="FDE53C"/>
          </p15:clr>
        </p15:guide>
        <p15:guide id="22" orient="horz" pos="3360" userDrawn="1">
          <p15:clr>
            <a:srgbClr val="FDE53C"/>
          </p15:clr>
        </p15:guide>
        <p15:guide id="23" orient="horz" pos="3840" userDrawn="1">
          <p15:clr>
            <a:srgbClr val="FDE53C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uthor.lenovo.com/mnt/overlay/dam/gui/content/collections/collectiondetails.html/content/dam/collections/public/lenovo/adfs/nF6v48NKKfacu_f0EdUS/brand_world_-_presentationtemplate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3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3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50334" y="1524000"/>
            <a:ext cx="9912096" cy="3273368"/>
          </a:xfrm>
        </p:spPr>
        <p:txBody>
          <a:bodyPr/>
          <a:lstStyle/>
          <a:p>
            <a:r>
              <a:rPr lang="en-US" dirty="0"/>
              <a:t>Presentation </a:t>
            </a:r>
            <a:br>
              <a:rPr lang="en-US" dirty="0"/>
            </a:br>
            <a:r>
              <a:rPr lang="en-US" dirty="0"/>
              <a:t>title here 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760414" y="5046115"/>
            <a:ext cx="9912096" cy="356616"/>
          </a:xfrm>
        </p:spPr>
        <p:txBody>
          <a:bodyPr/>
          <a:lstStyle/>
          <a:p>
            <a:r>
              <a:rPr lang="en-US" dirty="0"/>
              <a:t>Speaker Name | Date</a:t>
            </a:r>
          </a:p>
        </p:txBody>
      </p:sp>
    </p:spTree>
    <p:extLst>
      <p:ext uri="{BB962C8B-B14F-4D97-AF65-F5344CB8AC3E}">
        <p14:creationId xmlns:p14="http://schemas.microsoft.com/office/powerpoint/2010/main" val="2516393441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 layouts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760413" y="1308880"/>
            <a:ext cx="4973076" cy="4787120"/>
          </a:xfrm>
        </p:spPr>
        <p:txBody>
          <a:bodyPr lIns="0" tIns="0" rIns="0" bIns="0" anchor="t"/>
          <a:lstStyle/>
          <a:p>
            <a:r>
              <a:rPr lang="en-US" dirty="0">
                <a:latin typeface="Arial"/>
                <a:cs typeface="Arial"/>
              </a:rPr>
              <a:t>Discover all available slide layouts by following these instructions:</a:t>
            </a:r>
          </a:p>
          <a:p>
            <a:pPr marL="608965" lvl="1" indent="-227965"/>
            <a:r>
              <a:rPr lang="en-US" dirty="0"/>
              <a:t>Right click on a thumbnail in slide panel on left and select “Layout” to choose an option based on your content needs OR</a:t>
            </a:r>
          </a:p>
          <a:p>
            <a:pPr marL="608965" lvl="1" indent="-227965"/>
            <a:r>
              <a:rPr lang="en-US" dirty="0"/>
              <a:t>From the Home tab, choose the “Layout” dropdown</a:t>
            </a:r>
          </a:p>
          <a:p>
            <a:r>
              <a:rPr lang="en-US" dirty="0"/>
              <a:t>Layout options between “Title </a:t>
            </a:r>
            <a:r>
              <a:rPr lang="en-US" dirty="0" err="1"/>
              <a:t>Slide_White</a:t>
            </a:r>
            <a:r>
              <a:rPr lang="en-US" dirty="0"/>
              <a:t>” and “Closing </a:t>
            </a:r>
            <a:r>
              <a:rPr lang="en-US" dirty="0" err="1"/>
              <a:t>Slide_Black</a:t>
            </a:r>
            <a:r>
              <a:rPr lang="en-US" dirty="0"/>
              <a:t>” are considered part of the current template</a:t>
            </a:r>
          </a:p>
          <a:p>
            <a:r>
              <a:rPr lang="en-US" dirty="0"/>
              <a:t>Any Layout options appearing after “Closing </a:t>
            </a:r>
            <a:r>
              <a:rPr lang="en-US" dirty="0" err="1"/>
              <a:t>Slide_Black</a:t>
            </a:r>
            <a:r>
              <a:rPr lang="en-US" dirty="0"/>
              <a:t>” are legacy artifacts from older templates and should not be used and can be deleted </a:t>
            </a:r>
            <a:r>
              <a:rPr lang="en-US" sz="1800" i="1" dirty="0"/>
              <a:t>(typically show up when copying old slides into the new template)</a:t>
            </a:r>
            <a:endParaRPr lang="en-US" i="1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8185DAF-49BD-1826-613A-560FE30D0A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4FDEE3-6A0A-89DD-CFD0-B96187A46AE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90499" y="1152280"/>
            <a:ext cx="5140961" cy="5100320"/>
          </a:xfrm>
          <a:prstGeom prst="rect">
            <a:avLst/>
          </a:prstGeom>
          <a:ln>
            <a:solidFill>
              <a:schemeClr val="bg2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75088967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 101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For every slide layout option, there is an </a:t>
            </a:r>
            <a:r>
              <a:rPr lang="en-US" b="1" dirty="0"/>
              <a:t>alternative dark option</a:t>
            </a:r>
          </a:p>
          <a:p>
            <a:pPr lvl="1"/>
            <a:r>
              <a:rPr lang="en-US" dirty="0"/>
              <a:t>For slides that will be printed, use white slide layouts to conserve toner  </a:t>
            </a:r>
          </a:p>
          <a:p>
            <a:pPr lvl="1"/>
            <a:r>
              <a:rPr lang="en-US" dirty="0"/>
              <a:t>Dark slides are a dramatic alternative for formal presentations that will be projected on screen</a:t>
            </a:r>
          </a:p>
          <a:p>
            <a:r>
              <a:rPr lang="en-US" dirty="0"/>
              <a:t>Bold color is your highlight</a:t>
            </a:r>
            <a:r>
              <a:rPr lang="en-US" b="1" dirty="0"/>
              <a:t> </a:t>
            </a:r>
            <a:r>
              <a:rPr lang="en-US" b="1" dirty="0">
                <a:solidFill>
                  <a:schemeClr val="accent1"/>
                </a:solidFill>
              </a:rPr>
              <a:t>text, </a:t>
            </a:r>
            <a:r>
              <a:rPr lang="en-US" b="1" dirty="0">
                <a:solidFill>
                  <a:schemeClr val="accent2"/>
                </a:solidFill>
              </a:rPr>
              <a:t>text, </a:t>
            </a:r>
            <a:r>
              <a:rPr lang="en-US" b="1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text,</a:t>
            </a:r>
            <a:r>
              <a:rPr lang="en-US" b="1" dirty="0">
                <a:solidFill>
                  <a:schemeClr val="accent3"/>
                </a:solidFill>
              </a:rPr>
              <a:t> </a:t>
            </a:r>
            <a:r>
              <a:rPr lang="en-US" b="1" dirty="0">
                <a:solidFill>
                  <a:schemeClr val="accent4"/>
                </a:solidFill>
              </a:rPr>
              <a:t>text, </a:t>
            </a:r>
            <a:r>
              <a:rPr lang="en-US" b="1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text,</a:t>
            </a:r>
            <a:r>
              <a:rPr lang="en-US" b="1" dirty="0">
                <a:solidFill>
                  <a:schemeClr val="accent5"/>
                </a:solidFill>
              </a:rPr>
              <a:t> </a:t>
            </a:r>
            <a:r>
              <a:rPr lang="en-US" b="1" dirty="0">
                <a:solidFill>
                  <a:schemeClr val="accent6"/>
                </a:solidFill>
              </a:rPr>
              <a:t>text, </a:t>
            </a:r>
            <a:r>
              <a:rPr lang="en-US" b="1" dirty="0">
                <a:solidFill>
                  <a:schemeClr val="tx2"/>
                </a:solidFill>
              </a:rPr>
              <a:t>text</a:t>
            </a:r>
          </a:p>
          <a:p>
            <a:r>
              <a:rPr lang="en-US" dirty="0"/>
              <a:t>Try not to exceed six bullet points per slide</a:t>
            </a:r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8979AEB-82A0-5884-2B25-B9D8A6B24187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r>
              <a:rPr lang="en-US" dirty="0"/>
              <a:t>Tips for transferring content from other templates:</a:t>
            </a:r>
          </a:p>
          <a:p>
            <a:pPr lvl="1"/>
            <a:r>
              <a:rPr lang="en-US" dirty="0"/>
              <a:t>After pasting, choose “Use Destination Theme” from the fly out menu</a:t>
            </a:r>
          </a:p>
          <a:p>
            <a:pPr lvl="1"/>
            <a:r>
              <a:rPr lang="en-US" dirty="0"/>
              <a:t>You may still have to copy/paste or cut/paste content into the correct content placeholder depending on how the source file was created</a:t>
            </a:r>
          </a:p>
          <a:p>
            <a:pPr lvl="1"/>
            <a:r>
              <a:rPr lang="en-US" dirty="0"/>
              <a:t>Do not copy and paste entire slides from the slide pane. Instead, copy and paste </a:t>
            </a:r>
            <a:br>
              <a:rPr lang="en-US" dirty="0"/>
            </a:br>
            <a:r>
              <a:rPr lang="en-US" dirty="0"/>
              <a:t>the content within the slide</a:t>
            </a:r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C1257C-70C5-DA47-8735-0174EC896A0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893768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make this your default template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Choose the Office Button and click Save As</a:t>
            </a:r>
          </a:p>
          <a:p>
            <a:r>
              <a:rPr lang="en-US" dirty="0"/>
              <a:t>Select PowerPoint Template (*.</a:t>
            </a:r>
            <a:r>
              <a:rPr lang="en-US" dirty="0" err="1"/>
              <a:t>potx</a:t>
            </a:r>
            <a:r>
              <a:rPr lang="en-US" dirty="0"/>
              <a:t>) from the Save As menu</a:t>
            </a:r>
          </a:p>
          <a:p>
            <a:pPr lvl="1"/>
            <a:r>
              <a:rPr lang="en-US" dirty="0"/>
              <a:t>PowerPoint automatically chooses the correct folder for you</a:t>
            </a:r>
          </a:p>
          <a:p>
            <a:r>
              <a:rPr lang="en-US" dirty="0"/>
              <a:t>Name the template Blank.POTX</a:t>
            </a:r>
          </a:p>
          <a:p>
            <a:r>
              <a:rPr lang="en-US" dirty="0"/>
              <a:t>Click Save</a:t>
            </a:r>
          </a:p>
          <a:p>
            <a:r>
              <a:rPr lang="en-US" dirty="0"/>
              <a:t>Now PowerPoint will base new presentations on your blank.potx template file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6B0C3D-D9F5-021A-4015-B50765881D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054472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theme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If using Windows 10: Open File Explorer from the taskbar. Select </a:t>
            </a:r>
            <a:r>
              <a:rPr lang="en-US" b="1" dirty="0"/>
              <a:t>View</a:t>
            </a:r>
            <a:r>
              <a:rPr lang="en-US" dirty="0"/>
              <a:t> &gt; Options &gt; Change folder and search options. Select </a:t>
            </a:r>
            <a:r>
              <a:rPr lang="en-US" b="1" dirty="0"/>
              <a:t>View</a:t>
            </a:r>
            <a:r>
              <a:rPr lang="en-US" dirty="0"/>
              <a:t>. Select </a:t>
            </a:r>
            <a:r>
              <a:rPr lang="en-US" b="1" dirty="0"/>
              <a:t>Show hidden files, folders, and drives</a:t>
            </a:r>
            <a:r>
              <a:rPr lang="en-US" dirty="0"/>
              <a:t>. Select Apply.</a:t>
            </a:r>
          </a:p>
          <a:p>
            <a:r>
              <a:rPr lang="en-US" dirty="0"/>
              <a:t>Navigate to: C:\Users\Your User Name\</a:t>
            </a:r>
            <a:r>
              <a:rPr lang="en-US" dirty="0" err="1"/>
              <a:t>AppData</a:t>
            </a:r>
            <a:r>
              <a:rPr lang="en-US" dirty="0"/>
              <a:t>\Roaming\Microsoft\Templates</a:t>
            </a:r>
          </a:p>
          <a:p>
            <a:r>
              <a:rPr lang="en-US" dirty="0"/>
              <a:t>Copy the template file (.</a:t>
            </a:r>
            <a:r>
              <a:rPr lang="en-US" dirty="0" err="1"/>
              <a:t>potx</a:t>
            </a:r>
            <a:r>
              <a:rPr lang="en-US" dirty="0"/>
              <a:t>) to the “Templates” folder</a:t>
            </a:r>
          </a:p>
          <a:p>
            <a:r>
              <a:rPr lang="en-US" dirty="0"/>
              <a:t>Open “Document Themes” folder, copy the theme file (.</a:t>
            </a:r>
            <a:r>
              <a:rPr lang="en-US" dirty="0" err="1"/>
              <a:t>thmx</a:t>
            </a:r>
            <a:r>
              <a:rPr lang="en-US" dirty="0"/>
              <a:t>) to this folder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21A948-5A5B-074C-A6BE-D838660237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2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footer with correct information classification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Select “Home” tab, then “Replace” button. Put current footer text in “Find” field, then type the appropriate footer content from options below. Click “Replace All” to update all slides.</a:t>
            </a:r>
            <a:endParaRPr lang="en-US" sz="2000" dirty="0"/>
          </a:p>
          <a:p>
            <a:pPr marL="895243" lvl="1" indent="-457200">
              <a:spcBef>
                <a:spcPts val="1200"/>
              </a:spcBef>
              <a:buFont typeface="+mj-lt"/>
              <a:buAutoNum type="alphaLcPeriod"/>
            </a:pPr>
            <a:r>
              <a:rPr lang="en-US" sz="1800" b="1" dirty="0"/>
              <a:t>Lenovo Internal: </a:t>
            </a:r>
            <a:r>
              <a:rPr lang="en-US" sz="1800" dirty="0"/>
              <a:t>Information generally intended for use within Lenovo without restrictions. </a:t>
            </a:r>
            <a:br>
              <a:rPr lang="en-US" sz="1800" dirty="0"/>
            </a:br>
            <a:r>
              <a:rPr lang="en-US" sz="1800" dirty="0"/>
              <a:t>Much of Lenovo's internal information can use this template.</a:t>
            </a:r>
            <a:br>
              <a:rPr lang="en-US" sz="1800" dirty="0"/>
            </a:br>
            <a:endParaRPr lang="en-US" sz="1800" dirty="0"/>
          </a:p>
          <a:p>
            <a:pPr marL="895243" lvl="1" indent="-457200">
              <a:spcBef>
                <a:spcPts val="1200"/>
              </a:spcBef>
              <a:buFont typeface="+mj-lt"/>
              <a:buAutoNum type="alphaLcPeriod"/>
            </a:pPr>
            <a:r>
              <a:rPr lang="en-US" sz="1800" b="1" dirty="0"/>
              <a:t>Lenovo Confidential (additional protection required): </a:t>
            </a:r>
            <a:r>
              <a:rPr lang="en-US" sz="1800" dirty="0"/>
              <a:t>Confidential within Lenovo, </a:t>
            </a:r>
            <a:br>
              <a:rPr lang="en-US" sz="1800" dirty="0"/>
            </a:br>
            <a:r>
              <a:rPr lang="en-US" sz="1800" dirty="0"/>
              <a:t>with distribution limited to individuals only with a specific business need to know.</a:t>
            </a:r>
            <a:br>
              <a:rPr lang="en-US" sz="1800" dirty="0"/>
            </a:br>
            <a:endParaRPr lang="en-US" sz="1800" dirty="0"/>
          </a:p>
          <a:p>
            <a:pPr marL="895243" lvl="1" indent="-457200">
              <a:spcBef>
                <a:spcPts val="1200"/>
              </a:spcBef>
              <a:buFont typeface="+mj-lt"/>
              <a:buAutoNum type="alphaLcPeriod"/>
            </a:pPr>
            <a:r>
              <a:rPr lang="en-US" sz="1800" b="1" dirty="0">
                <a:solidFill>
                  <a:schemeClr val="accent5">
                    <a:lumMod val="25000"/>
                  </a:schemeClr>
                </a:solidFill>
              </a:rPr>
              <a:t>Lenovo Unclassified (no protection required): </a:t>
            </a:r>
            <a:r>
              <a:rPr lang="en-US" sz="1800" dirty="0"/>
              <a:t>does not include any Lenovo Internal, Lenovo Confidential or Lenovo Restricted content. Information is in the public domain or is approved for disclosure outside of Lenovo.</a:t>
            </a:r>
            <a:br>
              <a:rPr lang="en-US" sz="1800" dirty="0"/>
            </a:br>
            <a:endParaRPr lang="en-US" sz="1800" dirty="0">
              <a:solidFill>
                <a:schemeClr val="accent2"/>
              </a:solidFill>
            </a:endParaRPr>
          </a:p>
          <a:p>
            <a:pPr marL="895243" lvl="1" indent="-457200">
              <a:spcBef>
                <a:spcPts val="1200"/>
              </a:spcBef>
              <a:buFont typeface="+mj-lt"/>
              <a:buAutoNum type="alphaLcPeriod"/>
            </a:pPr>
            <a:r>
              <a:rPr lang="en-US" sz="1800" b="1" dirty="0">
                <a:solidFill>
                  <a:schemeClr val="accent5">
                    <a:lumMod val="25000"/>
                  </a:schemeClr>
                </a:solidFill>
              </a:rPr>
              <a:t>Lenovo Restricted (maximum protection required): </a:t>
            </a:r>
            <a:r>
              <a:rPr lang="en-US" sz="1800" dirty="0"/>
              <a:t>Confidential within Lenovo, </a:t>
            </a:r>
            <a:br>
              <a:rPr lang="en-US" sz="1800" dirty="0"/>
            </a:br>
            <a:r>
              <a:rPr lang="en-US" sz="1800" dirty="0"/>
              <a:t>with distribution limited to only designated individuals or positions.</a:t>
            </a:r>
            <a:br>
              <a:rPr lang="en-US" dirty="0"/>
            </a:b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  <p:sp>
        <p:nvSpPr>
          <p:cNvPr id="10" name="TextBox 9"/>
          <p:cNvSpPr txBox="1"/>
          <p:nvPr/>
        </p:nvSpPr>
        <p:spPr bwMode="black">
          <a:xfrm>
            <a:off x="1420004" y="3397302"/>
            <a:ext cx="2823717" cy="276977"/>
          </a:xfrm>
          <a:prstGeom prst="rect">
            <a:avLst/>
          </a:prstGeom>
          <a:noFill/>
        </p:spPr>
        <p:txBody>
          <a:bodyPr wrap="square" lIns="121899" tIns="60949" rIns="121899" bIns="60949" rtlCol="0">
            <a:spAutoFit/>
          </a:bodyPr>
          <a:lstStyle/>
          <a:p>
            <a:r>
              <a:rPr lang="en-US" sz="1000" dirty="0">
                <a:latin typeface="Arial" pitchFamily="34" charset="0"/>
                <a:cs typeface="Arial" pitchFamily="34" charset="0"/>
              </a:rPr>
              <a:t>2022 Lenovo Confidential. All rights reserved.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330" y="2534155"/>
            <a:ext cx="2790320" cy="2356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 bwMode="black">
          <a:xfrm>
            <a:off x="1420004" y="2506635"/>
            <a:ext cx="2562519" cy="276977"/>
          </a:xfrm>
          <a:prstGeom prst="rect">
            <a:avLst/>
          </a:prstGeom>
          <a:noFill/>
        </p:spPr>
        <p:txBody>
          <a:bodyPr wrap="none" lIns="121899" tIns="60949" rIns="121899" bIns="60949" rtlCol="0">
            <a:spAutoFit/>
          </a:bodyPr>
          <a:lstStyle/>
          <a:p>
            <a:r>
              <a:rPr lang="en-US" sz="1000" dirty="0"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63330" y="3424822"/>
            <a:ext cx="2790320" cy="235670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463330" y="4563453"/>
            <a:ext cx="2790320" cy="23567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 bwMode="black">
          <a:xfrm>
            <a:off x="1420004" y="4535933"/>
            <a:ext cx="1170796" cy="276977"/>
          </a:xfrm>
          <a:prstGeom prst="rect">
            <a:avLst/>
          </a:prstGeom>
          <a:noFill/>
        </p:spPr>
        <p:txBody>
          <a:bodyPr wrap="square" lIns="121899" tIns="60949" rIns="121899" bIns="60949" rtlCol="0">
            <a:spAutoFit/>
          </a:bodyPr>
          <a:lstStyle/>
          <a:p>
            <a:r>
              <a:rPr lang="en-US" sz="1000" dirty="0">
                <a:latin typeface="Arial" pitchFamily="34" charset="0"/>
                <a:cs typeface="Arial" pitchFamily="34" charset="0"/>
              </a:rPr>
              <a:t>2022 Lenovo</a:t>
            </a:r>
          </a:p>
        </p:txBody>
      </p:sp>
      <p:sp>
        <p:nvSpPr>
          <p:cNvPr id="17" name="Pentagon 16">
            <a:hlinkClick r:id="rId3"/>
          </p:cNvPr>
          <p:cNvSpPr/>
          <p:nvPr/>
        </p:nvSpPr>
        <p:spPr>
          <a:xfrm>
            <a:off x="1463330" y="5498709"/>
            <a:ext cx="2790320" cy="261034"/>
          </a:xfrm>
          <a:prstGeom prst="homePlat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bg1"/>
                </a:solidFill>
              </a:rPr>
              <a:t>Download Restricted Template Here</a:t>
            </a:r>
          </a:p>
        </p:txBody>
      </p:sp>
      <p:cxnSp>
        <p:nvCxnSpPr>
          <p:cNvPr id="18" name="Elbow Connector 17"/>
          <p:cNvCxnSpPr>
            <a:stCxn id="13" idx="1"/>
          </p:cNvCxnSpPr>
          <p:nvPr/>
        </p:nvCxnSpPr>
        <p:spPr>
          <a:xfrm rot="10800000" flipH="1" flipV="1">
            <a:off x="1420004" y="2645123"/>
            <a:ext cx="282124" cy="3662147"/>
          </a:xfrm>
          <a:prstGeom prst="bentConnector4">
            <a:avLst>
              <a:gd name="adj1" fmla="val -347703"/>
              <a:gd name="adj2" fmla="val 93611"/>
            </a:avLst>
          </a:prstGeom>
          <a:ln w="28575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hape 29"/>
          <p:cNvCxnSpPr>
            <a:stCxn id="10" idx="1"/>
          </p:cNvCxnSpPr>
          <p:nvPr/>
        </p:nvCxnSpPr>
        <p:spPr>
          <a:xfrm rot="10800000" flipH="1" flipV="1">
            <a:off x="1420004" y="3535790"/>
            <a:ext cx="282124" cy="2773215"/>
          </a:xfrm>
          <a:prstGeom prst="bentConnector4">
            <a:avLst>
              <a:gd name="adj1" fmla="val -323087"/>
              <a:gd name="adj2" fmla="val 89226"/>
            </a:avLst>
          </a:prstGeom>
          <a:ln w="28575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hape 34"/>
          <p:cNvCxnSpPr>
            <a:stCxn id="16" idx="1"/>
          </p:cNvCxnSpPr>
          <p:nvPr/>
        </p:nvCxnSpPr>
        <p:spPr>
          <a:xfrm rot="10800000" flipH="1" flipV="1">
            <a:off x="1420004" y="4674421"/>
            <a:ext cx="282124" cy="1651717"/>
          </a:xfrm>
          <a:prstGeom prst="bentConnector4">
            <a:avLst>
              <a:gd name="adj1" fmla="val -302573"/>
              <a:gd name="adj2" fmla="val 75215"/>
            </a:avLst>
          </a:prstGeom>
          <a:ln w="28575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1564019" y="6368324"/>
            <a:ext cx="2520294" cy="228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A468859-2240-23C1-0549-D9C71CECCA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069372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6B4775E-A166-5CC2-4B42-976349F9A456}"/>
              </a:ext>
            </a:extLst>
          </p:cNvPr>
          <p:cNvSpPr/>
          <p:nvPr/>
        </p:nvSpPr>
        <p:spPr>
          <a:xfrm>
            <a:off x="0" y="4783455"/>
            <a:ext cx="12188825" cy="1306445"/>
          </a:xfrm>
          <a:prstGeom prst="rect">
            <a:avLst/>
          </a:prstGeom>
          <a:solidFill>
            <a:srgbClr val="E6E2E4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/>
          <a:lstStyle/>
          <a:p>
            <a:pPr algn="l"/>
            <a:endParaRPr lang="en-US" sz="1600" dirty="0" err="1">
              <a:solidFill>
                <a:prstClr val="white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A885398-6D34-9F93-A132-DB8B8D711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 scheme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C16E37-05C4-6CFD-C487-E3CC3ACD4D47}"/>
              </a:ext>
            </a:extLst>
          </p:cNvPr>
          <p:cNvSpPr txBox="1"/>
          <p:nvPr/>
        </p:nvSpPr>
        <p:spPr>
          <a:xfrm>
            <a:off x="5185845" y="3060581"/>
            <a:ext cx="42255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latin typeface="Arial" pitchFamily="34" charset="0"/>
                <a:cs typeface="Arial" pitchFamily="34" charset="0"/>
              </a:rPr>
              <a:t>Colors built into the template (theme colors)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1F86C8A-0E7D-44BE-B7C0-2544B5C12F24}"/>
              </a:ext>
            </a:extLst>
          </p:cNvPr>
          <p:cNvSpPr/>
          <p:nvPr/>
        </p:nvSpPr>
        <p:spPr>
          <a:xfrm>
            <a:off x="3175300" y="5078354"/>
            <a:ext cx="2010545" cy="737200"/>
          </a:xfrm>
          <a:prstGeom prst="rect">
            <a:avLst/>
          </a:prstGeom>
          <a:gradFill>
            <a:gsLst>
              <a:gs pos="100000">
                <a:srgbClr val="391262"/>
              </a:gs>
              <a:gs pos="26000">
                <a:srgbClr val="64131E"/>
              </a:gs>
              <a:gs pos="0">
                <a:srgbClr val="831B22"/>
              </a:gs>
              <a:gs pos="66000">
                <a:srgbClr val="4D144A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r>
              <a:rPr lang="en-US" sz="1200" b="1" dirty="0">
                <a:solidFill>
                  <a:prstClr val="white"/>
                </a:solidFill>
              </a:rPr>
              <a:t>Passion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B470309-6D44-48C4-AF69-A5B22879C865}"/>
              </a:ext>
            </a:extLst>
          </p:cNvPr>
          <p:cNvSpPr/>
          <p:nvPr/>
        </p:nvSpPr>
        <p:spPr>
          <a:xfrm>
            <a:off x="5253998" y="5078354"/>
            <a:ext cx="2010545" cy="737200"/>
          </a:xfrm>
          <a:prstGeom prst="rect">
            <a:avLst/>
          </a:prstGeom>
          <a:gradFill flip="none" rotWithShape="1">
            <a:gsLst>
              <a:gs pos="59000">
                <a:srgbClr val="48164C"/>
              </a:gs>
              <a:gs pos="38000">
                <a:srgbClr val="321549"/>
              </a:gs>
              <a:gs pos="93000">
                <a:srgbClr val="6B111C"/>
              </a:gs>
              <a:gs pos="0">
                <a:srgbClr val="0D174D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r>
              <a:rPr lang="en-US" sz="1200" b="1" dirty="0">
                <a:solidFill>
                  <a:prstClr val="white"/>
                </a:solidFill>
              </a:rPr>
              <a:t>Ambition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4B8D682-E77E-44EB-95AE-49578097D381}"/>
              </a:ext>
            </a:extLst>
          </p:cNvPr>
          <p:cNvSpPr/>
          <p:nvPr/>
        </p:nvSpPr>
        <p:spPr>
          <a:xfrm>
            <a:off x="7332696" y="5078354"/>
            <a:ext cx="2010545" cy="737200"/>
          </a:xfrm>
          <a:prstGeom prst="rect">
            <a:avLst/>
          </a:prstGeom>
          <a:gradFill flip="none" rotWithShape="1">
            <a:gsLst>
              <a:gs pos="96000">
                <a:srgbClr val="E5B2B6"/>
              </a:gs>
              <a:gs pos="4000">
                <a:srgbClr val="6583B5"/>
              </a:gs>
              <a:gs pos="52000">
                <a:srgbClr val="C69BC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r>
              <a:rPr lang="en-US" sz="1200" b="1" dirty="0">
                <a:solidFill>
                  <a:prstClr val="white"/>
                </a:solidFill>
              </a:rPr>
              <a:t>Curious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99FEC79-5CFA-46CA-AFF8-3FECF5FBB6BE}"/>
              </a:ext>
            </a:extLst>
          </p:cNvPr>
          <p:cNvSpPr/>
          <p:nvPr/>
        </p:nvSpPr>
        <p:spPr>
          <a:xfrm>
            <a:off x="9411394" y="5078354"/>
            <a:ext cx="2010545" cy="737200"/>
          </a:xfrm>
          <a:prstGeom prst="rect">
            <a:avLst/>
          </a:prstGeom>
          <a:gradFill>
            <a:gsLst>
              <a:gs pos="100000">
                <a:srgbClr val="F5A598"/>
              </a:gs>
              <a:gs pos="47000">
                <a:srgbClr val="D2ADC9"/>
              </a:gs>
              <a:gs pos="77000">
                <a:srgbClr val="E6BDC1"/>
              </a:gs>
              <a:gs pos="9000">
                <a:srgbClr val="A7B6D3"/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r>
              <a:rPr lang="en-US" sz="1200" b="1" dirty="0">
                <a:solidFill>
                  <a:prstClr val="white"/>
                </a:solidFill>
              </a:rPr>
              <a:t>Wonder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77CA125-BE91-4B9A-AC14-2D614A358304}"/>
              </a:ext>
            </a:extLst>
          </p:cNvPr>
          <p:cNvSpPr txBox="1"/>
          <p:nvPr/>
        </p:nvSpPr>
        <p:spPr>
          <a:xfrm>
            <a:off x="766884" y="5305871"/>
            <a:ext cx="2408415" cy="24622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sz="1000" spc="300" dirty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SMARTER GRADIENTS: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3294EB-8F5E-BCBD-3B6F-157712A20D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</a:t>
            </a:fld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DA0BBCD-8082-4D78-A766-F54ACD5E516F}"/>
              </a:ext>
            </a:extLst>
          </p:cNvPr>
          <p:cNvGrpSpPr/>
          <p:nvPr/>
        </p:nvGrpSpPr>
        <p:grpSpPr>
          <a:xfrm>
            <a:off x="766885" y="1255175"/>
            <a:ext cx="10655054" cy="3105553"/>
            <a:chOff x="602026" y="1549815"/>
            <a:chExt cx="10655054" cy="3105553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6C14D9C-B8D2-4BF2-BFFC-495F946B3833}"/>
                </a:ext>
              </a:extLst>
            </p:cNvPr>
            <p:cNvSpPr/>
            <p:nvPr/>
          </p:nvSpPr>
          <p:spPr>
            <a:xfrm>
              <a:off x="602026" y="1556751"/>
              <a:ext cx="2010545" cy="737200"/>
            </a:xfrm>
            <a:prstGeom prst="rect">
              <a:avLst/>
            </a:prstGeom>
            <a:solidFill>
              <a:srgbClr val="E1251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ctr"/>
            <a:lstStyle/>
            <a:p>
              <a:pPr algn="ctr"/>
              <a:r>
                <a:rPr lang="en-US" sz="1200" b="1" dirty="0">
                  <a:solidFill>
                    <a:prstClr val="white"/>
                  </a:solidFill>
                </a:rPr>
                <a:t>Red</a:t>
              </a:r>
            </a:p>
            <a:p>
              <a:pPr algn="ctr"/>
              <a:r>
                <a:rPr lang="en-US" sz="1100" dirty="0">
                  <a:solidFill>
                    <a:prstClr val="white"/>
                  </a:solidFill>
                </a:rPr>
                <a:t>225.37.27</a:t>
              </a:r>
            </a:p>
            <a:p>
              <a:pPr algn="ctr"/>
              <a:r>
                <a:rPr lang="en-US" sz="1100" dirty="0">
                  <a:solidFill>
                    <a:prstClr val="white"/>
                  </a:solidFill>
                </a:rPr>
                <a:t>#E1251B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CB6759A-DE55-4044-A74F-23468075BC3B}"/>
                </a:ext>
              </a:extLst>
            </p:cNvPr>
            <p:cNvSpPr/>
            <p:nvPr/>
          </p:nvSpPr>
          <p:spPr>
            <a:xfrm>
              <a:off x="3010441" y="1549815"/>
              <a:ext cx="2010545" cy="737200"/>
            </a:xfrm>
            <a:prstGeom prst="rect">
              <a:avLst/>
            </a:prstGeom>
            <a:solidFill>
              <a:srgbClr val="64131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ctr"/>
            <a:lstStyle/>
            <a:p>
              <a:pPr algn="ctr"/>
              <a:r>
                <a:rPr lang="en-US" sz="1200" b="1" dirty="0">
                  <a:solidFill>
                    <a:prstClr val="white"/>
                  </a:solidFill>
                </a:rPr>
                <a:t>Deep Red 1</a:t>
              </a:r>
            </a:p>
            <a:p>
              <a:pPr algn="ctr"/>
              <a:r>
                <a:rPr lang="en-US" sz="1100" dirty="0">
                  <a:solidFill>
                    <a:prstClr val="white"/>
                  </a:solidFill>
                </a:rPr>
                <a:t>100.19.30</a:t>
              </a:r>
            </a:p>
            <a:p>
              <a:pPr algn="ctr"/>
              <a:r>
                <a:rPr lang="en-US" sz="1100" dirty="0">
                  <a:solidFill>
                    <a:prstClr val="white"/>
                  </a:solidFill>
                </a:rPr>
                <a:t>#64131E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6B5D1F4-3C4C-4520-8C56-CEE0ED101707}"/>
                </a:ext>
              </a:extLst>
            </p:cNvPr>
            <p:cNvSpPr/>
            <p:nvPr/>
          </p:nvSpPr>
          <p:spPr>
            <a:xfrm>
              <a:off x="3010441" y="2339266"/>
              <a:ext cx="2010545" cy="737200"/>
            </a:xfrm>
            <a:prstGeom prst="rect">
              <a:avLst/>
            </a:prstGeom>
            <a:solidFill>
              <a:srgbClr val="B825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ctr"/>
            <a:lstStyle/>
            <a:p>
              <a:pPr algn="ctr"/>
              <a:r>
                <a:rPr lang="en-US" sz="1200" b="1" dirty="0">
                  <a:solidFill>
                    <a:prstClr val="white"/>
                  </a:solidFill>
                </a:rPr>
                <a:t>Mid Red 1</a:t>
              </a:r>
            </a:p>
            <a:p>
              <a:pPr algn="ctr"/>
              <a:r>
                <a:rPr lang="en-US" sz="1100" dirty="0">
                  <a:solidFill>
                    <a:prstClr val="white"/>
                  </a:solidFill>
                </a:rPr>
                <a:t>184.37.46</a:t>
              </a:r>
            </a:p>
            <a:p>
              <a:pPr algn="ctr"/>
              <a:r>
                <a:rPr lang="en-US" sz="1100" dirty="0">
                  <a:solidFill>
                    <a:prstClr val="white"/>
                  </a:solidFill>
                </a:rPr>
                <a:t>#B8252E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B9E9AC8-71F0-4A41-A047-4960FF9A4761}"/>
                </a:ext>
              </a:extLst>
            </p:cNvPr>
            <p:cNvSpPr/>
            <p:nvPr/>
          </p:nvSpPr>
          <p:spPr>
            <a:xfrm>
              <a:off x="3010441" y="3128717"/>
              <a:ext cx="2010545" cy="737200"/>
            </a:xfrm>
            <a:prstGeom prst="rect">
              <a:avLst/>
            </a:prstGeom>
            <a:solidFill>
              <a:srgbClr val="F26A5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ctr"/>
            <a:lstStyle/>
            <a:p>
              <a:pPr algn="ctr"/>
              <a:r>
                <a:rPr lang="en-US" sz="1200" b="1" dirty="0">
                  <a:solidFill>
                    <a:prstClr val="white"/>
                  </a:solidFill>
                </a:rPr>
                <a:t>Mid Red 2</a:t>
              </a:r>
            </a:p>
            <a:p>
              <a:pPr algn="ctr"/>
              <a:r>
                <a:rPr lang="en-US" sz="1100" dirty="0">
                  <a:solidFill>
                    <a:prstClr val="white"/>
                  </a:solidFill>
                </a:rPr>
                <a:t>242.106.82</a:t>
              </a:r>
            </a:p>
            <a:p>
              <a:pPr algn="ctr"/>
              <a:r>
                <a:rPr lang="en-US" sz="1100" dirty="0">
                  <a:solidFill>
                    <a:prstClr val="white"/>
                  </a:solidFill>
                </a:rPr>
                <a:t>#F26A52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600FA34-1B4E-4FAB-ADE4-FDB47EB05F98}"/>
                </a:ext>
              </a:extLst>
            </p:cNvPr>
            <p:cNvSpPr/>
            <p:nvPr/>
          </p:nvSpPr>
          <p:spPr>
            <a:xfrm>
              <a:off x="3010441" y="3918168"/>
              <a:ext cx="2010545" cy="737200"/>
            </a:xfrm>
            <a:prstGeom prst="rect">
              <a:avLst/>
            </a:prstGeom>
            <a:solidFill>
              <a:srgbClr val="F0C7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Pale Red 1</a:t>
              </a:r>
            </a:p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240.199.191</a:t>
              </a:r>
            </a:p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#F0C7BF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0FE20A9-8C22-476F-A421-67EC3E78C356}"/>
                </a:ext>
              </a:extLst>
            </p:cNvPr>
            <p:cNvSpPr/>
            <p:nvPr/>
          </p:nvSpPr>
          <p:spPr>
            <a:xfrm>
              <a:off x="5089139" y="1549815"/>
              <a:ext cx="2010545" cy="737200"/>
            </a:xfrm>
            <a:prstGeom prst="rect">
              <a:avLst/>
            </a:prstGeom>
            <a:solidFill>
              <a:srgbClr val="4D144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ctr"/>
            <a:lstStyle/>
            <a:p>
              <a:pPr algn="ctr"/>
              <a:r>
                <a:rPr lang="en-US" sz="1200" b="1" dirty="0">
                  <a:solidFill>
                    <a:prstClr val="white"/>
                  </a:solidFill>
                </a:rPr>
                <a:t>Deep Purple 1</a:t>
              </a:r>
            </a:p>
            <a:p>
              <a:pPr algn="ctr"/>
              <a:r>
                <a:rPr lang="en-US" sz="1100" dirty="0">
                  <a:solidFill>
                    <a:prstClr val="white"/>
                  </a:solidFill>
                </a:rPr>
                <a:t>77.20.74</a:t>
              </a:r>
            </a:p>
            <a:p>
              <a:pPr algn="ctr"/>
              <a:r>
                <a:rPr lang="en-US" sz="1100" dirty="0">
                  <a:solidFill>
                    <a:prstClr val="white"/>
                  </a:solidFill>
                </a:rPr>
                <a:t>#4D144A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26C3174-AE57-42E0-B87E-24E2CE2752B9}"/>
                </a:ext>
              </a:extLst>
            </p:cNvPr>
            <p:cNvSpPr/>
            <p:nvPr/>
          </p:nvSpPr>
          <p:spPr>
            <a:xfrm>
              <a:off x="5089139" y="2339266"/>
              <a:ext cx="2010545" cy="737200"/>
            </a:xfrm>
            <a:prstGeom prst="rect">
              <a:avLst/>
            </a:prstGeom>
            <a:solidFill>
              <a:srgbClr val="7A12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ctr"/>
            <a:lstStyle/>
            <a:p>
              <a:pPr algn="ctr"/>
              <a:r>
                <a:rPr lang="en-US" sz="1200" b="1" dirty="0">
                  <a:solidFill>
                    <a:prstClr val="white"/>
                  </a:solidFill>
                </a:rPr>
                <a:t>Deep Purple 2</a:t>
              </a:r>
            </a:p>
            <a:p>
              <a:pPr algn="ctr"/>
              <a:r>
                <a:rPr lang="en-US" sz="1100" dirty="0">
                  <a:solidFill>
                    <a:prstClr val="white"/>
                  </a:solidFill>
                </a:rPr>
                <a:t>122.18.107</a:t>
              </a:r>
            </a:p>
            <a:p>
              <a:pPr algn="ctr"/>
              <a:r>
                <a:rPr lang="en-US" sz="1100" dirty="0">
                  <a:solidFill>
                    <a:prstClr val="white"/>
                  </a:solidFill>
                </a:rPr>
                <a:t>#7A126B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50DBE868-A0B7-461B-93DB-3534AABEB9DC}"/>
                </a:ext>
              </a:extLst>
            </p:cNvPr>
            <p:cNvSpPr/>
            <p:nvPr/>
          </p:nvSpPr>
          <p:spPr>
            <a:xfrm>
              <a:off x="5089139" y="3918168"/>
              <a:ext cx="2010545" cy="737200"/>
            </a:xfrm>
            <a:prstGeom prst="rect">
              <a:avLst/>
            </a:prstGeom>
            <a:solidFill>
              <a:srgbClr val="D9C1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Pale Purple 1</a:t>
              </a:r>
            </a:p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217.193. 216</a:t>
              </a:r>
            </a:p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#D9C1D8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1384576B-1D6A-4BBA-9B6B-488DCCA37DF5}"/>
                </a:ext>
              </a:extLst>
            </p:cNvPr>
            <p:cNvSpPr/>
            <p:nvPr/>
          </p:nvSpPr>
          <p:spPr>
            <a:xfrm>
              <a:off x="7167837" y="1549815"/>
              <a:ext cx="2010545" cy="737200"/>
            </a:xfrm>
            <a:prstGeom prst="rect">
              <a:avLst/>
            </a:prstGeom>
            <a:solidFill>
              <a:srgbClr val="1118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ctr"/>
            <a:lstStyle/>
            <a:p>
              <a:pPr algn="ctr"/>
              <a:r>
                <a:rPr lang="en-US" sz="1200" b="1" dirty="0">
                  <a:solidFill>
                    <a:prstClr val="white"/>
                  </a:solidFill>
                </a:rPr>
                <a:t>Deep Blue 1</a:t>
              </a:r>
            </a:p>
            <a:p>
              <a:pPr algn="ctr"/>
              <a:r>
                <a:rPr lang="en-US" sz="1100" dirty="0">
                  <a:solidFill>
                    <a:prstClr val="white"/>
                  </a:solidFill>
                </a:rPr>
                <a:t>17.24.79</a:t>
              </a:r>
            </a:p>
            <a:p>
              <a:pPr algn="ctr"/>
              <a:r>
                <a:rPr lang="en-US" sz="1100" dirty="0">
                  <a:solidFill>
                    <a:prstClr val="white"/>
                  </a:solidFill>
                </a:rPr>
                <a:t>#11184F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C57BD7E3-38B1-4796-BF73-671A632258E9}"/>
                </a:ext>
              </a:extLst>
            </p:cNvPr>
            <p:cNvSpPr/>
            <p:nvPr/>
          </p:nvSpPr>
          <p:spPr>
            <a:xfrm>
              <a:off x="7167837" y="2339266"/>
              <a:ext cx="2010545" cy="737200"/>
            </a:xfrm>
            <a:prstGeom prst="rect">
              <a:avLst/>
            </a:prstGeom>
            <a:solidFill>
              <a:srgbClr val="294E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ctr"/>
            <a:lstStyle/>
            <a:p>
              <a:pPr algn="ctr"/>
              <a:r>
                <a:rPr lang="en-US" sz="1200" b="1" dirty="0">
                  <a:solidFill>
                    <a:prstClr val="white"/>
                  </a:solidFill>
                </a:rPr>
                <a:t>Deep Blue 2</a:t>
              </a:r>
            </a:p>
            <a:p>
              <a:pPr algn="ctr"/>
              <a:r>
                <a:rPr lang="en-US" sz="1100" dirty="0">
                  <a:solidFill>
                    <a:prstClr val="white"/>
                  </a:solidFill>
                </a:rPr>
                <a:t>41.78.149</a:t>
              </a:r>
            </a:p>
            <a:p>
              <a:pPr algn="ctr"/>
              <a:r>
                <a:rPr lang="en-US" sz="1100" dirty="0">
                  <a:solidFill>
                    <a:prstClr val="white"/>
                  </a:solidFill>
                </a:rPr>
                <a:t>#294E95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3B92339F-0CE7-4C40-A8C0-51FEEA6FE686}"/>
                </a:ext>
              </a:extLst>
            </p:cNvPr>
            <p:cNvSpPr/>
            <p:nvPr/>
          </p:nvSpPr>
          <p:spPr>
            <a:xfrm>
              <a:off x="7167837" y="3918168"/>
              <a:ext cx="2010545" cy="737200"/>
            </a:xfrm>
            <a:prstGeom prst="rect">
              <a:avLst/>
            </a:prstGeom>
            <a:solidFill>
              <a:srgbClr val="C9D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Pale Blue 1</a:t>
              </a:r>
            </a:p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201.208.240</a:t>
              </a:r>
            </a:p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#C9D0F0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82D9F106-FAE2-4505-B0C0-04282ACD6672}"/>
                </a:ext>
              </a:extLst>
            </p:cNvPr>
            <p:cNvSpPr/>
            <p:nvPr/>
          </p:nvSpPr>
          <p:spPr>
            <a:xfrm>
              <a:off x="9246535" y="1549815"/>
              <a:ext cx="2010545" cy="737200"/>
            </a:xfrm>
            <a:prstGeom prst="rect">
              <a:avLst/>
            </a:prstGeom>
            <a:solidFill>
              <a:srgbClr val="1E01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ctr"/>
            <a:lstStyle/>
            <a:p>
              <a:pPr algn="ctr"/>
              <a:r>
                <a:rPr lang="en-US" sz="1200" b="1" dirty="0">
                  <a:solidFill>
                    <a:prstClr val="white"/>
                  </a:solidFill>
                </a:rPr>
                <a:t>Black</a:t>
              </a:r>
            </a:p>
            <a:p>
              <a:pPr algn="ctr"/>
              <a:r>
                <a:rPr lang="en-US" sz="1100" dirty="0">
                  <a:solidFill>
                    <a:prstClr val="white"/>
                  </a:solidFill>
                </a:rPr>
                <a:t>30.01.19</a:t>
              </a:r>
            </a:p>
            <a:p>
              <a:pPr algn="ctr"/>
              <a:r>
                <a:rPr lang="en-US" sz="1100" dirty="0">
                  <a:solidFill>
                    <a:prstClr val="white"/>
                  </a:solidFill>
                </a:rPr>
                <a:t>#1E0013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83F31D2-48D1-44CE-B540-123CF18A9ADF}"/>
                </a:ext>
              </a:extLst>
            </p:cNvPr>
            <p:cNvSpPr/>
            <p:nvPr/>
          </p:nvSpPr>
          <p:spPr>
            <a:xfrm>
              <a:off x="9246535" y="2339266"/>
              <a:ext cx="2010545" cy="737200"/>
            </a:xfrm>
            <a:prstGeom prst="rect">
              <a:avLst/>
            </a:prstGeom>
            <a:solidFill>
              <a:srgbClr val="4E44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ctr"/>
            <a:lstStyle/>
            <a:p>
              <a:pPr algn="ctr"/>
              <a:r>
                <a:rPr lang="en-US" sz="1200" b="1" dirty="0">
                  <a:solidFill>
                    <a:prstClr val="white"/>
                  </a:solidFill>
                </a:rPr>
                <a:t>Deep Gray</a:t>
              </a:r>
            </a:p>
            <a:p>
              <a:pPr algn="ctr"/>
              <a:r>
                <a:rPr lang="en-US" sz="1100" dirty="0">
                  <a:solidFill>
                    <a:prstClr val="white"/>
                  </a:solidFill>
                </a:rPr>
                <a:t>78.68.78</a:t>
              </a:r>
            </a:p>
            <a:p>
              <a:pPr algn="ctr"/>
              <a:r>
                <a:rPr lang="en-US" sz="1100" dirty="0">
                  <a:solidFill>
                    <a:prstClr val="white"/>
                  </a:solidFill>
                </a:rPr>
                <a:t>#4E444E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56098D28-5C87-43C1-98EA-26151A3DC081}"/>
                </a:ext>
              </a:extLst>
            </p:cNvPr>
            <p:cNvSpPr/>
            <p:nvPr/>
          </p:nvSpPr>
          <p:spPr>
            <a:xfrm>
              <a:off x="9246535" y="3128717"/>
              <a:ext cx="2010545" cy="737200"/>
            </a:xfrm>
            <a:prstGeom prst="rect">
              <a:avLst/>
            </a:prstGeom>
            <a:solidFill>
              <a:srgbClr val="ABA8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ctr"/>
            <a:lstStyle/>
            <a:p>
              <a:pPr algn="ctr"/>
              <a:r>
                <a:rPr lang="en-US" sz="1200" b="1" dirty="0">
                  <a:solidFill>
                    <a:prstClr val="white"/>
                  </a:solidFill>
                </a:rPr>
                <a:t>Mid Gray</a:t>
              </a:r>
            </a:p>
            <a:p>
              <a:pPr algn="ctr"/>
              <a:r>
                <a:rPr lang="en-US" sz="1100" dirty="0">
                  <a:solidFill>
                    <a:prstClr val="white"/>
                  </a:solidFill>
                </a:rPr>
                <a:t>171.168.177</a:t>
              </a:r>
            </a:p>
            <a:p>
              <a:pPr algn="ctr"/>
              <a:r>
                <a:rPr lang="en-US" sz="1100" dirty="0">
                  <a:solidFill>
                    <a:prstClr val="white"/>
                  </a:solidFill>
                </a:rPr>
                <a:t>#ABA8B1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50FF6D01-F971-497D-BAD4-7CE1DA3020DB}"/>
                </a:ext>
              </a:extLst>
            </p:cNvPr>
            <p:cNvSpPr/>
            <p:nvPr/>
          </p:nvSpPr>
          <p:spPr>
            <a:xfrm>
              <a:off x="9246535" y="3918168"/>
              <a:ext cx="2010545" cy="737200"/>
            </a:xfrm>
            <a:prstGeom prst="rect">
              <a:avLst/>
            </a:prstGeom>
            <a:solidFill>
              <a:srgbClr val="E6E2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Pale Gray</a:t>
              </a:r>
            </a:p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230.226.228</a:t>
              </a:r>
            </a:p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#E6E2E4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0060BA42-164D-4274-B389-8C045EA48485}"/>
                </a:ext>
              </a:extLst>
            </p:cNvPr>
            <p:cNvSpPr/>
            <p:nvPr/>
          </p:nvSpPr>
          <p:spPr>
            <a:xfrm>
              <a:off x="602026" y="2521526"/>
              <a:ext cx="2010545" cy="213384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Lenovo signature red </a:t>
              </a:r>
              <a:r>
                <a:rPr lang="en-US" sz="1200" dirty="0">
                  <a:solidFill>
                    <a:schemeClr val="tx1"/>
                  </a:solidFill>
                </a:rPr>
                <a:t> should be used to elevate the brand, not overused. Always use the signature red for the Lenovo logo.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0069361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8BB58-F12F-4CA2-83E1-74E85AE73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Colors for light slides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829435B-1564-42B5-BB71-E2A6EA183641}"/>
              </a:ext>
            </a:extLst>
          </p:cNvPr>
          <p:cNvSpPr/>
          <p:nvPr/>
        </p:nvSpPr>
        <p:spPr>
          <a:xfrm>
            <a:off x="760412" y="2216558"/>
            <a:ext cx="5214599" cy="1385202"/>
          </a:xfrm>
          <a:prstGeom prst="rect">
            <a:avLst/>
          </a:prstGeom>
          <a:solidFill>
            <a:schemeClr val="accent4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r>
              <a:rPr lang="en-US" sz="2000" dirty="0"/>
              <a:t>Use deep and bold colors that contrast with the white background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D9BEA2B-AD06-481A-BFF8-E84A052EABE6}"/>
              </a:ext>
            </a:extLst>
          </p:cNvPr>
          <p:cNvGrpSpPr/>
          <p:nvPr/>
        </p:nvGrpSpPr>
        <p:grpSpPr>
          <a:xfrm>
            <a:off x="6734185" y="2216557"/>
            <a:ext cx="4252578" cy="2970986"/>
            <a:chOff x="6734185" y="2216557"/>
            <a:chExt cx="4252578" cy="2970986"/>
          </a:xfrm>
        </p:grpSpPr>
        <p:pic>
          <p:nvPicPr>
            <p:cNvPr id="29" name="Content Placeholder 9">
              <a:extLst>
                <a:ext uri="{FF2B5EF4-FFF2-40B4-BE49-F238E27FC236}">
                  <a16:creationId xmlns:a16="http://schemas.microsoft.com/office/drawing/2014/main" id="{7A1D14FD-0E67-4E9B-B815-AA6EA494E3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 bwMode="gray">
            <a:xfrm>
              <a:off x="6847469" y="2216557"/>
              <a:ext cx="4048550" cy="2970986"/>
            </a:xfrm>
            <a:prstGeom prst="rect">
              <a:avLst/>
            </a:prstGeom>
            <a:ln>
              <a:solidFill>
                <a:schemeClr val="bg2">
                  <a:lumMod val="20000"/>
                  <a:lumOff val="80000"/>
                </a:schemeClr>
              </a:solidFill>
            </a:ln>
          </p:spPr>
        </p:pic>
        <p:sp>
          <p:nvSpPr>
            <p:cNvPr id="13" name="Multiplication Sign 12">
              <a:extLst>
                <a:ext uri="{FF2B5EF4-FFF2-40B4-BE49-F238E27FC236}">
                  <a16:creationId xmlns:a16="http://schemas.microsoft.com/office/drawing/2014/main" id="{21DFF27B-027B-45A7-8A49-EC684428EAF3}"/>
                </a:ext>
              </a:extLst>
            </p:cNvPr>
            <p:cNvSpPr/>
            <p:nvPr/>
          </p:nvSpPr>
          <p:spPr>
            <a:xfrm>
              <a:off x="9137020" y="2807766"/>
              <a:ext cx="649154" cy="649154"/>
            </a:xfrm>
            <a:prstGeom prst="mathMultiply">
              <a:avLst>
                <a:gd name="adj1" fmla="val 3648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sz="1600" dirty="0" err="1">
                <a:solidFill>
                  <a:prstClr val="white"/>
                </a:solidFill>
              </a:endParaRPr>
            </a:p>
          </p:txBody>
        </p:sp>
        <p:sp>
          <p:nvSpPr>
            <p:cNvPr id="14" name="Multiplication Sign 13">
              <a:extLst>
                <a:ext uri="{FF2B5EF4-FFF2-40B4-BE49-F238E27FC236}">
                  <a16:creationId xmlns:a16="http://schemas.microsoft.com/office/drawing/2014/main" id="{FA3BCDC3-F3A1-4F8C-948B-72452FA45E42}"/>
                </a:ext>
              </a:extLst>
            </p:cNvPr>
            <p:cNvSpPr/>
            <p:nvPr/>
          </p:nvSpPr>
          <p:spPr>
            <a:xfrm>
              <a:off x="9953698" y="2807766"/>
              <a:ext cx="649154" cy="649154"/>
            </a:xfrm>
            <a:prstGeom prst="mathMultiply">
              <a:avLst>
                <a:gd name="adj1" fmla="val 3648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sz="1600" dirty="0" err="1">
                <a:solidFill>
                  <a:prstClr val="white"/>
                </a:solidFill>
              </a:endParaRPr>
            </a:p>
          </p:txBody>
        </p:sp>
        <p:sp>
          <p:nvSpPr>
            <p:cNvPr id="15" name="Multiplication Sign 14">
              <a:extLst>
                <a:ext uri="{FF2B5EF4-FFF2-40B4-BE49-F238E27FC236}">
                  <a16:creationId xmlns:a16="http://schemas.microsoft.com/office/drawing/2014/main" id="{344CF6C0-5A79-46E7-9EEB-0590597C0ECF}"/>
                </a:ext>
              </a:extLst>
            </p:cNvPr>
            <p:cNvSpPr/>
            <p:nvPr/>
          </p:nvSpPr>
          <p:spPr>
            <a:xfrm>
              <a:off x="10337609" y="3405140"/>
              <a:ext cx="649154" cy="649154"/>
            </a:xfrm>
            <a:prstGeom prst="mathMultiply">
              <a:avLst>
                <a:gd name="adj1" fmla="val 3648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sz="1600" dirty="0" err="1">
                <a:solidFill>
                  <a:prstClr val="white"/>
                </a:solidFill>
              </a:endParaRPr>
            </a:p>
          </p:txBody>
        </p:sp>
        <p:sp>
          <p:nvSpPr>
            <p:cNvPr id="16" name="Multiplication Sign 15">
              <a:extLst>
                <a:ext uri="{FF2B5EF4-FFF2-40B4-BE49-F238E27FC236}">
                  <a16:creationId xmlns:a16="http://schemas.microsoft.com/office/drawing/2014/main" id="{F01398B9-29CD-44FE-837B-9BFB67151CE8}"/>
                </a:ext>
              </a:extLst>
            </p:cNvPr>
            <p:cNvSpPr/>
            <p:nvPr/>
          </p:nvSpPr>
          <p:spPr>
            <a:xfrm>
              <a:off x="9538377" y="3405140"/>
              <a:ext cx="649154" cy="649154"/>
            </a:xfrm>
            <a:prstGeom prst="mathMultiply">
              <a:avLst>
                <a:gd name="adj1" fmla="val 3648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sz="1600" dirty="0" err="1">
                <a:solidFill>
                  <a:prstClr val="white"/>
                </a:solidFill>
              </a:endParaRPr>
            </a:p>
          </p:txBody>
        </p:sp>
        <p:sp>
          <p:nvSpPr>
            <p:cNvPr id="17" name="Multiplication Sign 16">
              <a:extLst>
                <a:ext uri="{FF2B5EF4-FFF2-40B4-BE49-F238E27FC236}">
                  <a16:creationId xmlns:a16="http://schemas.microsoft.com/office/drawing/2014/main" id="{29C1A630-B85F-45C6-99EB-44F7822385CD}"/>
                </a:ext>
              </a:extLst>
            </p:cNvPr>
            <p:cNvSpPr/>
            <p:nvPr/>
          </p:nvSpPr>
          <p:spPr>
            <a:xfrm>
              <a:off x="8737404" y="3405140"/>
              <a:ext cx="649154" cy="649154"/>
            </a:xfrm>
            <a:prstGeom prst="mathMultiply">
              <a:avLst>
                <a:gd name="adj1" fmla="val 3648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sz="1600" dirty="0" err="1">
                <a:solidFill>
                  <a:prstClr val="white"/>
                </a:solidFill>
              </a:endParaRPr>
            </a:p>
          </p:txBody>
        </p:sp>
        <p:sp>
          <p:nvSpPr>
            <p:cNvPr id="18" name="Multiplication Sign 17">
              <a:extLst>
                <a:ext uri="{FF2B5EF4-FFF2-40B4-BE49-F238E27FC236}">
                  <a16:creationId xmlns:a16="http://schemas.microsoft.com/office/drawing/2014/main" id="{F479A556-A796-4626-BB72-5BABCC97E191}"/>
                </a:ext>
              </a:extLst>
            </p:cNvPr>
            <p:cNvSpPr/>
            <p:nvPr/>
          </p:nvSpPr>
          <p:spPr>
            <a:xfrm>
              <a:off x="8350878" y="3405140"/>
              <a:ext cx="649154" cy="649154"/>
            </a:xfrm>
            <a:prstGeom prst="mathMultiply">
              <a:avLst>
                <a:gd name="adj1" fmla="val 3648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sz="1600" dirty="0" err="1">
                <a:solidFill>
                  <a:prstClr val="white"/>
                </a:solidFill>
              </a:endParaRPr>
            </a:p>
          </p:txBody>
        </p:sp>
        <p:sp>
          <p:nvSpPr>
            <p:cNvPr id="21" name="Multiplication Sign 20">
              <a:extLst>
                <a:ext uri="{FF2B5EF4-FFF2-40B4-BE49-F238E27FC236}">
                  <a16:creationId xmlns:a16="http://schemas.microsoft.com/office/drawing/2014/main" id="{5D32709C-3E2B-46B8-9BF9-F4A2937FD86B}"/>
                </a:ext>
              </a:extLst>
            </p:cNvPr>
            <p:cNvSpPr/>
            <p:nvPr/>
          </p:nvSpPr>
          <p:spPr>
            <a:xfrm>
              <a:off x="7951262" y="3405140"/>
              <a:ext cx="649154" cy="649154"/>
            </a:xfrm>
            <a:prstGeom prst="mathMultiply">
              <a:avLst>
                <a:gd name="adj1" fmla="val 3648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sz="1600" dirty="0" err="1">
                <a:solidFill>
                  <a:prstClr val="white"/>
                </a:solidFill>
              </a:endParaRPr>
            </a:p>
          </p:txBody>
        </p:sp>
        <p:sp>
          <p:nvSpPr>
            <p:cNvPr id="23" name="Multiplication Sign 22">
              <a:extLst>
                <a:ext uri="{FF2B5EF4-FFF2-40B4-BE49-F238E27FC236}">
                  <a16:creationId xmlns:a16="http://schemas.microsoft.com/office/drawing/2014/main" id="{ABA5518D-1404-4AB8-9B23-020259C934E8}"/>
                </a:ext>
              </a:extLst>
            </p:cNvPr>
            <p:cNvSpPr/>
            <p:nvPr/>
          </p:nvSpPr>
          <p:spPr>
            <a:xfrm>
              <a:off x="6734185" y="3405140"/>
              <a:ext cx="649154" cy="649154"/>
            </a:xfrm>
            <a:prstGeom prst="mathMultiply">
              <a:avLst>
                <a:gd name="adj1" fmla="val 3648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sz="1600" dirty="0" err="1">
                <a:solidFill>
                  <a:prstClr val="white"/>
                </a:solidFill>
              </a:endParaRPr>
            </a:p>
          </p:txBody>
        </p:sp>
        <p:sp>
          <p:nvSpPr>
            <p:cNvPr id="24" name="Multiplication Sign 23">
              <a:extLst>
                <a:ext uri="{FF2B5EF4-FFF2-40B4-BE49-F238E27FC236}">
                  <a16:creationId xmlns:a16="http://schemas.microsoft.com/office/drawing/2014/main" id="{8FF7E54D-862A-4491-A3FA-385C1E768399}"/>
                </a:ext>
              </a:extLst>
            </p:cNvPr>
            <p:cNvSpPr/>
            <p:nvPr/>
          </p:nvSpPr>
          <p:spPr>
            <a:xfrm>
              <a:off x="7542923" y="3405140"/>
              <a:ext cx="649154" cy="649154"/>
            </a:xfrm>
            <a:prstGeom prst="mathMultiply">
              <a:avLst>
                <a:gd name="adj1" fmla="val 3648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sz="1600" dirty="0" err="1">
                <a:solidFill>
                  <a:prstClr val="white"/>
                </a:solidFill>
              </a:endParaRPr>
            </a:p>
          </p:txBody>
        </p:sp>
        <p:sp>
          <p:nvSpPr>
            <p:cNvPr id="36" name="Multiplication Sign 35">
              <a:extLst>
                <a:ext uri="{FF2B5EF4-FFF2-40B4-BE49-F238E27FC236}">
                  <a16:creationId xmlns:a16="http://schemas.microsoft.com/office/drawing/2014/main" id="{6F359019-4CB2-41CB-82F9-94F37B4584D0}"/>
                </a:ext>
              </a:extLst>
            </p:cNvPr>
            <p:cNvSpPr/>
            <p:nvPr/>
          </p:nvSpPr>
          <p:spPr>
            <a:xfrm>
              <a:off x="6741950" y="3715207"/>
              <a:ext cx="649154" cy="649154"/>
            </a:xfrm>
            <a:prstGeom prst="mathMultiply">
              <a:avLst>
                <a:gd name="adj1" fmla="val 3648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sz="1600" dirty="0" err="1">
                <a:solidFill>
                  <a:prstClr val="white"/>
                </a:solidFill>
              </a:endParaRPr>
            </a:p>
          </p:txBody>
        </p:sp>
        <p:sp>
          <p:nvSpPr>
            <p:cNvPr id="37" name="Multiplication Sign 36">
              <a:extLst>
                <a:ext uri="{FF2B5EF4-FFF2-40B4-BE49-F238E27FC236}">
                  <a16:creationId xmlns:a16="http://schemas.microsoft.com/office/drawing/2014/main" id="{B5BF09C2-3121-4F3A-945B-744EC38D2714}"/>
                </a:ext>
              </a:extLst>
            </p:cNvPr>
            <p:cNvSpPr/>
            <p:nvPr/>
          </p:nvSpPr>
          <p:spPr>
            <a:xfrm>
              <a:off x="7951262" y="3729717"/>
              <a:ext cx="649154" cy="649154"/>
            </a:xfrm>
            <a:prstGeom prst="mathMultiply">
              <a:avLst>
                <a:gd name="adj1" fmla="val 3648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sz="1600" dirty="0" err="1">
                <a:solidFill>
                  <a:prstClr val="white"/>
                </a:solidFill>
              </a:endParaRPr>
            </a:p>
          </p:txBody>
        </p:sp>
        <p:sp>
          <p:nvSpPr>
            <p:cNvPr id="38" name="Multiplication Sign 37">
              <a:extLst>
                <a:ext uri="{FF2B5EF4-FFF2-40B4-BE49-F238E27FC236}">
                  <a16:creationId xmlns:a16="http://schemas.microsoft.com/office/drawing/2014/main" id="{DB86255B-A2C3-4A0E-A9E2-92D18358406E}"/>
                </a:ext>
              </a:extLst>
            </p:cNvPr>
            <p:cNvSpPr/>
            <p:nvPr/>
          </p:nvSpPr>
          <p:spPr>
            <a:xfrm>
              <a:off x="7542923" y="3729717"/>
              <a:ext cx="649154" cy="649154"/>
            </a:xfrm>
            <a:prstGeom prst="mathMultiply">
              <a:avLst>
                <a:gd name="adj1" fmla="val 3648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sz="1600" dirty="0" err="1">
                <a:solidFill>
                  <a:prstClr val="white"/>
                </a:solidFill>
              </a:endParaRPr>
            </a:p>
          </p:txBody>
        </p:sp>
        <p:sp>
          <p:nvSpPr>
            <p:cNvPr id="39" name="Multiplication Sign 38">
              <a:extLst>
                <a:ext uri="{FF2B5EF4-FFF2-40B4-BE49-F238E27FC236}">
                  <a16:creationId xmlns:a16="http://schemas.microsoft.com/office/drawing/2014/main" id="{4862394B-D28F-462F-8109-941A52579933}"/>
                </a:ext>
              </a:extLst>
            </p:cNvPr>
            <p:cNvSpPr/>
            <p:nvPr/>
          </p:nvSpPr>
          <p:spPr>
            <a:xfrm>
              <a:off x="8737404" y="3723552"/>
              <a:ext cx="649154" cy="649154"/>
            </a:xfrm>
            <a:prstGeom prst="mathMultiply">
              <a:avLst>
                <a:gd name="adj1" fmla="val 3648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sz="1600" dirty="0" err="1">
                <a:solidFill>
                  <a:prstClr val="white"/>
                </a:solidFill>
              </a:endParaRPr>
            </a:p>
          </p:txBody>
        </p:sp>
        <p:sp>
          <p:nvSpPr>
            <p:cNvPr id="40" name="Multiplication Sign 39">
              <a:extLst>
                <a:ext uri="{FF2B5EF4-FFF2-40B4-BE49-F238E27FC236}">
                  <a16:creationId xmlns:a16="http://schemas.microsoft.com/office/drawing/2014/main" id="{FCBB63C3-CEB4-488E-884B-7454420CAB6E}"/>
                </a:ext>
              </a:extLst>
            </p:cNvPr>
            <p:cNvSpPr/>
            <p:nvPr/>
          </p:nvSpPr>
          <p:spPr>
            <a:xfrm>
              <a:off x="8350878" y="3723552"/>
              <a:ext cx="649154" cy="649154"/>
            </a:xfrm>
            <a:prstGeom prst="mathMultiply">
              <a:avLst>
                <a:gd name="adj1" fmla="val 3648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sz="1600" dirty="0" err="1">
                <a:solidFill>
                  <a:prstClr val="white"/>
                </a:solidFill>
              </a:endParaRPr>
            </a:p>
          </p:txBody>
        </p:sp>
        <p:sp>
          <p:nvSpPr>
            <p:cNvPr id="41" name="Multiplication Sign 40">
              <a:extLst>
                <a:ext uri="{FF2B5EF4-FFF2-40B4-BE49-F238E27FC236}">
                  <a16:creationId xmlns:a16="http://schemas.microsoft.com/office/drawing/2014/main" id="{A4DBF676-A646-459C-B5A0-F24287877291}"/>
                </a:ext>
              </a:extLst>
            </p:cNvPr>
            <p:cNvSpPr/>
            <p:nvPr/>
          </p:nvSpPr>
          <p:spPr>
            <a:xfrm>
              <a:off x="10337609" y="3715207"/>
              <a:ext cx="649154" cy="649154"/>
            </a:xfrm>
            <a:prstGeom prst="mathMultiply">
              <a:avLst>
                <a:gd name="adj1" fmla="val 3648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sz="1600" dirty="0" err="1">
                <a:solidFill>
                  <a:prstClr val="white"/>
                </a:solidFill>
              </a:endParaRPr>
            </a:p>
          </p:txBody>
        </p:sp>
        <p:sp>
          <p:nvSpPr>
            <p:cNvPr id="42" name="Multiplication Sign 41">
              <a:extLst>
                <a:ext uri="{FF2B5EF4-FFF2-40B4-BE49-F238E27FC236}">
                  <a16:creationId xmlns:a16="http://schemas.microsoft.com/office/drawing/2014/main" id="{47C09C1A-A324-411F-817B-0805E1340AD9}"/>
                </a:ext>
              </a:extLst>
            </p:cNvPr>
            <p:cNvSpPr/>
            <p:nvPr/>
          </p:nvSpPr>
          <p:spPr>
            <a:xfrm>
              <a:off x="9538377" y="3715207"/>
              <a:ext cx="649154" cy="649154"/>
            </a:xfrm>
            <a:prstGeom prst="mathMultiply">
              <a:avLst>
                <a:gd name="adj1" fmla="val 3648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sz="1600" dirty="0" err="1">
                <a:solidFill>
                  <a:prstClr val="white"/>
                </a:solidFill>
              </a:endParaRPr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F83651B2-F4E3-4616-A0CF-99D4988E0D49}"/>
              </a:ext>
            </a:extLst>
          </p:cNvPr>
          <p:cNvSpPr/>
          <p:nvPr/>
        </p:nvSpPr>
        <p:spPr>
          <a:xfrm>
            <a:off x="760412" y="3771047"/>
            <a:ext cx="5214599" cy="138520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r>
              <a:rPr lang="en-US" sz="2000" dirty="0"/>
              <a:t>Avoid the paler tones that do not allow enough contrast with the white background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F345A3-4B3A-2CF7-3222-70F73964F6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187345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8BB58-F12F-4CA2-83E1-74E85AE73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Colors for dark slides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829435B-1564-42B5-BB71-E2A6EA183641}"/>
              </a:ext>
            </a:extLst>
          </p:cNvPr>
          <p:cNvSpPr/>
          <p:nvPr/>
        </p:nvSpPr>
        <p:spPr>
          <a:xfrm>
            <a:off x="760412" y="2216558"/>
            <a:ext cx="5214599" cy="1385202"/>
          </a:xfrm>
          <a:prstGeom prst="rect">
            <a:avLst/>
          </a:prstGeom>
          <a:solidFill>
            <a:schemeClr val="accent4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Use light and bold colors that contrast 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with the background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D9BEA2B-AD06-481A-BFF8-E84A052EABE6}"/>
              </a:ext>
            </a:extLst>
          </p:cNvPr>
          <p:cNvGrpSpPr/>
          <p:nvPr/>
        </p:nvGrpSpPr>
        <p:grpSpPr>
          <a:xfrm>
            <a:off x="6847469" y="2216557"/>
            <a:ext cx="4154069" cy="3070546"/>
            <a:chOff x="6847469" y="2216557"/>
            <a:chExt cx="4154069" cy="3070546"/>
          </a:xfrm>
        </p:grpSpPr>
        <p:pic>
          <p:nvPicPr>
            <p:cNvPr id="29" name="Content Placeholder 9">
              <a:extLst>
                <a:ext uri="{FF2B5EF4-FFF2-40B4-BE49-F238E27FC236}">
                  <a16:creationId xmlns:a16="http://schemas.microsoft.com/office/drawing/2014/main" id="{7A1D14FD-0E67-4E9B-B815-AA6EA494E3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 bwMode="gray">
            <a:xfrm>
              <a:off x="6847469" y="2216557"/>
              <a:ext cx="4048550" cy="2970986"/>
            </a:xfrm>
            <a:prstGeom prst="rect">
              <a:avLst/>
            </a:prstGeom>
            <a:ln>
              <a:solidFill>
                <a:schemeClr val="bg2">
                  <a:lumMod val="20000"/>
                  <a:lumOff val="80000"/>
                </a:schemeClr>
              </a:solidFill>
            </a:ln>
          </p:spPr>
        </p:pic>
        <p:sp>
          <p:nvSpPr>
            <p:cNvPr id="13" name="Multiplication Sign 12">
              <a:extLst>
                <a:ext uri="{FF2B5EF4-FFF2-40B4-BE49-F238E27FC236}">
                  <a16:creationId xmlns:a16="http://schemas.microsoft.com/office/drawing/2014/main" id="{21DFF27B-027B-45A7-8A49-EC684428EAF3}"/>
                </a:ext>
              </a:extLst>
            </p:cNvPr>
            <p:cNvSpPr/>
            <p:nvPr/>
          </p:nvSpPr>
          <p:spPr>
            <a:xfrm>
              <a:off x="8737404" y="2807766"/>
              <a:ext cx="649154" cy="649154"/>
            </a:xfrm>
            <a:prstGeom prst="mathMultiply">
              <a:avLst>
                <a:gd name="adj1" fmla="val 3648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sz="1600" dirty="0" err="1">
                <a:solidFill>
                  <a:prstClr val="white"/>
                </a:solidFill>
              </a:endParaRPr>
            </a:p>
          </p:txBody>
        </p:sp>
        <p:sp>
          <p:nvSpPr>
            <p:cNvPr id="14" name="Multiplication Sign 13">
              <a:extLst>
                <a:ext uri="{FF2B5EF4-FFF2-40B4-BE49-F238E27FC236}">
                  <a16:creationId xmlns:a16="http://schemas.microsoft.com/office/drawing/2014/main" id="{FA3BCDC3-F3A1-4F8C-948B-72452FA45E42}"/>
                </a:ext>
              </a:extLst>
            </p:cNvPr>
            <p:cNvSpPr/>
            <p:nvPr/>
          </p:nvSpPr>
          <p:spPr>
            <a:xfrm>
              <a:off x="9536570" y="2807766"/>
              <a:ext cx="649154" cy="649154"/>
            </a:xfrm>
            <a:prstGeom prst="mathMultiply">
              <a:avLst>
                <a:gd name="adj1" fmla="val 3648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sz="1600" dirty="0" err="1">
                <a:solidFill>
                  <a:prstClr val="white"/>
                </a:solidFill>
              </a:endParaRPr>
            </a:p>
          </p:txBody>
        </p:sp>
        <p:sp>
          <p:nvSpPr>
            <p:cNvPr id="15" name="Multiplication Sign 14">
              <a:extLst>
                <a:ext uri="{FF2B5EF4-FFF2-40B4-BE49-F238E27FC236}">
                  <a16:creationId xmlns:a16="http://schemas.microsoft.com/office/drawing/2014/main" id="{344CF6C0-5A79-46E7-9EEB-0590597C0ECF}"/>
                </a:ext>
              </a:extLst>
            </p:cNvPr>
            <p:cNvSpPr/>
            <p:nvPr/>
          </p:nvSpPr>
          <p:spPr>
            <a:xfrm>
              <a:off x="9940131" y="4298594"/>
              <a:ext cx="649154" cy="649154"/>
            </a:xfrm>
            <a:prstGeom prst="mathMultiply">
              <a:avLst>
                <a:gd name="adj1" fmla="val 3648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sz="1600" dirty="0" err="1">
                <a:solidFill>
                  <a:prstClr val="white"/>
                </a:solidFill>
              </a:endParaRPr>
            </a:p>
          </p:txBody>
        </p:sp>
        <p:sp>
          <p:nvSpPr>
            <p:cNvPr id="16" name="Multiplication Sign 15">
              <a:extLst>
                <a:ext uri="{FF2B5EF4-FFF2-40B4-BE49-F238E27FC236}">
                  <a16:creationId xmlns:a16="http://schemas.microsoft.com/office/drawing/2014/main" id="{F01398B9-29CD-44FE-837B-9BFB67151CE8}"/>
                </a:ext>
              </a:extLst>
            </p:cNvPr>
            <p:cNvSpPr/>
            <p:nvPr/>
          </p:nvSpPr>
          <p:spPr>
            <a:xfrm>
              <a:off x="9148297" y="4313370"/>
              <a:ext cx="649154" cy="649154"/>
            </a:xfrm>
            <a:prstGeom prst="mathMultiply">
              <a:avLst>
                <a:gd name="adj1" fmla="val 3648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sz="1600" dirty="0" err="1">
                <a:solidFill>
                  <a:prstClr val="white"/>
                </a:solidFill>
              </a:endParaRPr>
            </a:p>
          </p:txBody>
        </p:sp>
        <p:sp>
          <p:nvSpPr>
            <p:cNvPr id="17" name="Multiplication Sign 16">
              <a:extLst>
                <a:ext uri="{FF2B5EF4-FFF2-40B4-BE49-F238E27FC236}">
                  <a16:creationId xmlns:a16="http://schemas.microsoft.com/office/drawing/2014/main" id="{29C1A630-B85F-45C6-99EB-44F7822385CD}"/>
                </a:ext>
              </a:extLst>
            </p:cNvPr>
            <p:cNvSpPr/>
            <p:nvPr/>
          </p:nvSpPr>
          <p:spPr>
            <a:xfrm>
              <a:off x="8737404" y="4319537"/>
              <a:ext cx="649154" cy="649154"/>
            </a:xfrm>
            <a:prstGeom prst="mathMultiply">
              <a:avLst>
                <a:gd name="adj1" fmla="val 3648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sz="1600" dirty="0" err="1">
                <a:solidFill>
                  <a:prstClr val="white"/>
                </a:solidFill>
              </a:endParaRPr>
            </a:p>
          </p:txBody>
        </p:sp>
        <p:sp>
          <p:nvSpPr>
            <p:cNvPr id="18" name="Multiplication Sign 17">
              <a:extLst>
                <a:ext uri="{FF2B5EF4-FFF2-40B4-BE49-F238E27FC236}">
                  <a16:creationId xmlns:a16="http://schemas.microsoft.com/office/drawing/2014/main" id="{F479A556-A796-4626-BB72-5BABCC97E191}"/>
                </a:ext>
              </a:extLst>
            </p:cNvPr>
            <p:cNvSpPr/>
            <p:nvPr/>
          </p:nvSpPr>
          <p:spPr>
            <a:xfrm>
              <a:off x="8343898" y="4319535"/>
              <a:ext cx="649154" cy="649154"/>
            </a:xfrm>
            <a:prstGeom prst="mathMultiply">
              <a:avLst>
                <a:gd name="adj1" fmla="val 3648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sz="1600" dirty="0" err="1">
                <a:solidFill>
                  <a:prstClr val="white"/>
                </a:solidFill>
              </a:endParaRPr>
            </a:p>
          </p:txBody>
        </p:sp>
        <p:sp>
          <p:nvSpPr>
            <p:cNvPr id="23" name="Multiplication Sign 22">
              <a:extLst>
                <a:ext uri="{FF2B5EF4-FFF2-40B4-BE49-F238E27FC236}">
                  <a16:creationId xmlns:a16="http://schemas.microsoft.com/office/drawing/2014/main" id="{ABA5518D-1404-4AB8-9B23-020259C934E8}"/>
                </a:ext>
              </a:extLst>
            </p:cNvPr>
            <p:cNvSpPr/>
            <p:nvPr/>
          </p:nvSpPr>
          <p:spPr>
            <a:xfrm>
              <a:off x="7138205" y="4303597"/>
              <a:ext cx="649154" cy="649154"/>
            </a:xfrm>
            <a:prstGeom prst="mathMultiply">
              <a:avLst>
                <a:gd name="adj1" fmla="val 3648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sz="1600" dirty="0" err="1">
                <a:solidFill>
                  <a:prstClr val="white"/>
                </a:solidFill>
              </a:endParaRPr>
            </a:p>
          </p:txBody>
        </p:sp>
        <p:sp>
          <p:nvSpPr>
            <p:cNvPr id="24" name="Multiplication Sign 23">
              <a:extLst>
                <a:ext uri="{FF2B5EF4-FFF2-40B4-BE49-F238E27FC236}">
                  <a16:creationId xmlns:a16="http://schemas.microsoft.com/office/drawing/2014/main" id="{8FF7E54D-862A-4491-A3FA-385C1E768399}"/>
                </a:ext>
              </a:extLst>
            </p:cNvPr>
            <p:cNvSpPr/>
            <p:nvPr/>
          </p:nvSpPr>
          <p:spPr>
            <a:xfrm>
              <a:off x="7542923" y="4298594"/>
              <a:ext cx="649154" cy="649154"/>
            </a:xfrm>
            <a:prstGeom prst="mathMultiply">
              <a:avLst>
                <a:gd name="adj1" fmla="val 3648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sz="1600" dirty="0" err="1">
                <a:solidFill>
                  <a:prstClr val="white"/>
                </a:solidFill>
              </a:endParaRPr>
            </a:p>
          </p:txBody>
        </p:sp>
        <p:sp>
          <p:nvSpPr>
            <p:cNvPr id="36" name="Multiplication Sign 35">
              <a:extLst>
                <a:ext uri="{FF2B5EF4-FFF2-40B4-BE49-F238E27FC236}">
                  <a16:creationId xmlns:a16="http://schemas.microsoft.com/office/drawing/2014/main" id="{6F359019-4CB2-41CB-82F9-94F37B4584D0}"/>
                </a:ext>
              </a:extLst>
            </p:cNvPr>
            <p:cNvSpPr/>
            <p:nvPr/>
          </p:nvSpPr>
          <p:spPr>
            <a:xfrm>
              <a:off x="7145970" y="4613664"/>
              <a:ext cx="649154" cy="649154"/>
            </a:xfrm>
            <a:prstGeom prst="mathMultiply">
              <a:avLst>
                <a:gd name="adj1" fmla="val 3648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sz="1600" dirty="0" err="1">
                <a:solidFill>
                  <a:prstClr val="white"/>
                </a:solidFill>
              </a:endParaRPr>
            </a:p>
          </p:txBody>
        </p:sp>
        <p:sp>
          <p:nvSpPr>
            <p:cNvPr id="37" name="Multiplication Sign 36">
              <a:extLst>
                <a:ext uri="{FF2B5EF4-FFF2-40B4-BE49-F238E27FC236}">
                  <a16:creationId xmlns:a16="http://schemas.microsoft.com/office/drawing/2014/main" id="{B5BF09C2-3121-4F3A-945B-744EC38D2714}"/>
                </a:ext>
              </a:extLst>
            </p:cNvPr>
            <p:cNvSpPr/>
            <p:nvPr/>
          </p:nvSpPr>
          <p:spPr>
            <a:xfrm>
              <a:off x="7951262" y="4623171"/>
              <a:ext cx="649154" cy="649154"/>
            </a:xfrm>
            <a:prstGeom prst="mathMultiply">
              <a:avLst>
                <a:gd name="adj1" fmla="val 3648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sz="1600" dirty="0" err="1">
                <a:solidFill>
                  <a:prstClr val="white"/>
                </a:solidFill>
              </a:endParaRPr>
            </a:p>
          </p:txBody>
        </p:sp>
        <p:sp>
          <p:nvSpPr>
            <p:cNvPr id="38" name="Multiplication Sign 37">
              <a:extLst>
                <a:ext uri="{FF2B5EF4-FFF2-40B4-BE49-F238E27FC236}">
                  <a16:creationId xmlns:a16="http://schemas.microsoft.com/office/drawing/2014/main" id="{DB86255B-A2C3-4A0E-A9E2-92D18358406E}"/>
                </a:ext>
              </a:extLst>
            </p:cNvPr>
            <p:cNvSpPr/>
            <p:nvPr/>
          </p:nvSpPr>
          <p:spPr>
            <a:xfrm>
              <a:off x="7542923" y="4623171"/>
              <a:ext cx="649154" cy="649154"/>
            </a:xfrm>
            <a:prstGeom prst="mathMultiply">
              <a:avLst>
                <a:gd name="adj1" fmla="val 3648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sz="1600" dirty="0" err="1">
                <a:solidFill>
                  <a:prstClr val="white"/>
                </a:solidFill>
              </a:endParaRPr>
            </a:p>
          </p:txBody>
        </p:sp>
        <p:sp>
          <p:nvSpPr>
            <p:cNvPr id="39" name="Multiplication Sign 38">
              <a:extLst>
                <a:ext uri="{FF2B5EF4-FFF2-40B4-BE49-F238E27FC236}">
                  <a16:creationId xmlns:a16="http://schemas.microsoft.com/office/drawing/2014/main" id="{4862394B-D28F-462F-8109-941A52579933}"/>
                </a:ext>
              </a:extLst>
            </p:cNvPr>
            <p:cNvSpPr/>
            <p:nvPr/>
          </p:nvSpPr>
          <p:spPr>
            <a:xfrm>
              <a:off x="8737404" y="4637949"/>
              <a:ext cx="649154" cy="649154"/>
            </a:xfrm>
            <a:prstGeom prst="mathMultiply">
              <a:avLst>
                <a:gd name="adj1" fmla="val 3648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sz="1600" dirty="0" err="1">
                <a:solidFill>
                  <a:prstClr val="white"/>
                </a:solidFill>
              </a:endParaRPr>
            </a:p>
          </p:txBody>
        </p:sp>
        <p:sp>
          <p:nvSpPr>
            <p:cNvPr id="40" name="Multiplication Sign 39">
              <a:extLst>
                <a:ext uri="{FF2B5EF4-FFF2-40B4-BE49-F238E27FC236}">
                  <a16:creationId xmlns:a16="http://schemas.microsoft.com/office/drawing/2014/main" id="{FCBB63C3-CEB4-488E-884B-7454420CAB6E}"/>
                </a:ext>
              </a:extLst>
            </p:cNvPr>
            <p:cNvSpPr/>
            <p:nvPr/>
          </p:nvSpPr>
          <p:spPr>
            <a:xfrm>
              <a:off x="8343898" y="4637947"/>
              <a:ext cx="649154" cy="649154"/>
            </a:xfrm>
            <a:prstGeom prst="mathMultiply">
              <a:avLst>
                <a:gd name="adj1" fmla="val 3648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sz="1600" dirty="0" err="1">
                <a:solidFill>
                  <a:prstClr val="white"/>
                </a:solidFill>
              </a:endParaRPr>
            </a:p>
          </p:txBody>
        </p:sp>
        <p:sp>
          <p:nvSpPr>
            <p:cNvPr id="41" name="Multiplication Sign 40">
              <a:extLst>
                <a:ext uri="{FF2B5EF4-FFF2-40B4-BE49-F238E27FC236}">
                  <a16:creationId xmlns:a16="http://schemas.microsoft.com/office/drawing/2014/main" id="{A4DBF676-A646-459C-B5A0-F24287877291}"/>
                </a:ext>
              </a:extLst>
            </p:cNvPr>
            <p:cNvSpPr/>
            <p:nvPr/>
          </p:nvSpPr>
          <p:spPr>
            <a:xfrm>
              <a:off x="9940131" y="4608661"/>
              <a:ext cx="649154" cy="649154"/>
            </a:xfrm>
            <a:prstGeom prst="mathMultiply">
              <a:avLst>
                <a:gd name="adj1" fmla="val 3648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sz="1600" dirty="0" err="1">
                <a:solidFill>
                  <a:prstClr val="white"/>
                </a:solidFill>
              </a:endParaRPr>
            </a:p>
          </p:txBody>
        </p:sp>
        <p:sp>
          <p:nvSpPr>
            <p:cNvPr id="42" name="Multiplication Sign 41">
              <a:extLst>
                <a:ext uri="{FF2B5EF4-FFF2-40B4-BE49-F238E27FC236}">
                  <a16:creationId xmlns:a16="http://schemas.microsoft.com/office/drawing/2014/main" id="{47C09C1A-A324-411F-817B-0805E1340AD9}"/>
                </a:ext>
              </a:extLst>
            </p:cNvPr>
            <p:cNvSpPr/>
            <p:nvPr/>
          </p:nvSpPr>
          <p:spPr>
            <a:xfrm>
              <a:off x="9148297" y="4623437"/>
              <a:ext cx="649154" cy="649154"/>
            </a:xfrm>
            <a:prstGeom prst="mathMultiply">
              <a:avLst>
                <a:gd name="adj1" fmla="val 3648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sz="1600" dirty="0" err="1">
                <a:solidFill>
                  <a:prstClr val="white"/>
                </a:solidFill>
              </a:endParaRPr>
            </a:p>
          </p:txBody>
        </p:sp>
        <p:sp>
          <p:nvSpPr>
            <p:cNvPr id="27" name="Multiplication Sign 26">
              <a:extLst>
                <a:ext uri="{FF2B5EF4-FFF2-40B4-BE49-F238E27FC236}">
                  <a16:creationId xmlns:a16="http://schemas.microsoft.com/office/drawing/2014/main" id="{41EE2030-B86A-48FB-BFB2-9B074B8D270A}"/>
                </a:ext>
              </a:extLst>
            </p:cNvPr>
            <p:cNvSpPr/>
            <p:nvPr/>
          </p:nvSpPr>
          <p:spPr>
            <a:xfrm>
              <a:off x="10352384" y="2807766"/>
              <a:ext cx="649154" cy="649154"/>
            </a:xfrm>
            <a:prstGeom prst="mathMultiply">
              <a:avLst>
                <a:gd name="adj1" fmla="val 3648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sz="1600" dirty="0" err="1">
                <a:solidFill>
                  <a:prstClr val="white"/>
                </a:solidFill>
              </a:endParaRPr>
            </a:p>
          </p:txBody>
        </p:sp>
        <p:sp>
          <p:nvSpPr>
            <p:cNvPr id="28" name="Multiplication Sign 27">
              <a:extLst>
                <a:ext uri="{FF2B5EF4-FFF2-40B4-BE49-F238E27FC236}">
                  <a16:creationId xmlns:a16="http://schemas.microsoft.com/office/drawing/2014/main" id="{72AEBE1D-1B76-43E0-98E1-C7493A23F706}"/>
                </a:ext>
              </a:extLst>
            </p:cNvPr>
            <p:cNvSpPr/>
            <p:nvPr/>
          </p:nvSpPr>
          <p:spPr>
            <a:xfrm>
              <a:off x="7523820" y="2807766"/>
              <a:ext cx="649154" cy="649154"/>
            </a:xfrm>
            <a:prstGeom prst="mathMultiply">
              <a:avLst>
                <a:gd name="adj1" fmla="val 3648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sz="1600" dirty="0" err="1">
                <a:solidFill>
                  <a:prstClr val="white"/>
                </a:solidFill>
              </a:endParaRPr>
            </a:p>
          </p:txBody>
        </p:sp>
        <p:sp>
          <p:nvSpPr>
            <p:cNvPr id="32" name="Multiplication Sign 31">
              <a:extLst>
                <a:ext uri="{FF2B5EF4-FFF2-40B4-BE49-F238E27FC236}">
                  <a16:creationId xmlns:a16="http://schemas.microsoft.com/office/drawing/2014/main" id="{9A57E32D-27E2-4C2D-85B6-8B76115C1F10}"/>
                </a:ext>
              </a:extLst>
            </p:cNvPr>
            <p:cNvSpPr/>
            <p:nvPr/>
          </p:nvSpPr>
          <p:spPr>
            <a:xfrm>
              <a:off x="7145970" y="4029596"/>
              <a:ext cx="649154" cy="649154"/>
            </a:xfrm>
            <a:prstGeom prst="mathMultiply">
              <a:avLst>
                <a:gd name="adj1" fmla="val 3648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sz="1600" dirty="0" err="1">
                <a:solidFill>
                  <a:prstClr val="white"/>
                </a:solidFill>
              </a:endParaRPr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F83651B2-F4E3-4616-A0CF-99D4988E0D49}"/>
              </a:ext>
            </a:extLst>
          </p:cNvPr>
          <p:cNvSpPr/>
          <p:nvPr/>
        </p:nvSpPr>
        <p:spPr>
          <a:xfrm>
            <a:off x="760412" y="3771047"/>
            <a:ext cx="5214599" cy="138520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Avoid the darker tones that do not allow enough contrast </a:t>
            </a:r>
            <a:r>
              <a:rPr lang="en-US" sz="2000" dirty="0"/>
              <a:t>with the background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09DA50-B08B-619F-43A6-4E199AD108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201527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3A127-DFCA-49E4-8492-7F8A0162E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divider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3C7358-B1EA-40E6-920D-5378F563A0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Subhead placeholder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C6B7B2-117A-35F0-ED75-56EF90625F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393812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First level bullet copy is Arial, regular, 20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Sub bullet copy is Arial, regular, 18 </a:t>
            </a:r>
            <a:r>
              <a:rPr lang="en-US" dirty="0" err="1"/>
              <a:t>pt</a:t>
            </a:r>
            <a:endParaRPr lang="en-US" dirty="0"/>
          </a:p>
          <a:p>
            <a:r>
              <a:rPr lang="en-US" dirty="0"/>
              <a:t>Bulleted copy has initial cap on first word only with no period at the end</a:t>
            </a:r>
          </a:p>
          <a:p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Subtitles are Arial, regular, 22 </a:t>
            </a:r>
            <a:r>
              <a:rPr lang="en-US" dirty="0" err="1"/>
              <a:t>pt</a:t>
            </a:r>
            <a:r>
              <a:rPr lang="en-US" dirty="0"/>
              <a:t>, sentence case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Titles are Arial, bold, 32 </a:t>
            </a:r>
            <a:r>
              <a:rPr lang="en-US" dirty="0" err="1"/>
              <a:t>pt</a:t>
            </a:r>
            <a:r>
              <a:rPr lang="en-US" dirty="0"/>
              <a:t>, sentence case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C4FDB9-AD3F-C7BE-7523-01E87B0F02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8935778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column layout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Two-column first level bullets are </a:t>
            </a:r>
            <a:br>
              <a:rPr lang="en-US" dirty="0"/>
            </a:br>
            <a:r>
              <a:rPr lang="en-US" dirty="0"/>
              <a:t>Arial, regular, 20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Sub bullet is Arial, regular, 18 </a:t>
            </a:r>
            <a:r>
              <a:rPr lang="en-US" dirty="0" err="1"/>
              <a:t>pt</a:t>
            </a:r>
            <a:endParaRPr lang="en-US" dirty="0"/>
          </a:p>
          <a:p>
            <a:r>
              <a:rPr lang="en-US" dirty="0"/>
              <a:t>Level one style</a:t>
            </a:r>
          </a:p>
          <a:p>
            <a:r>
              <a:rPr lang="en-US" dirty="0"/>
              <a:t>Level one style</a:t>
            </a:r>
          </a:p>
          <a:p>
            <a:r>
              <a:rPr lang="en-US" dirty="0"/>
              <a:t>Level one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r>
              <a:rPr lang="en-US" dirty="0"/>
              <a:t>Two-column first level bullets are </a:t>
            </a:r>
            <a:br>
              <a:rPr lang="en-US" dirty="0"/>
            </a:br>
            <a:r>
              <a:rPr lang="en-US" dirty="0"/>
              <a:t>Arial, regular, 20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Sub bullet is Arial, regular, 18 </a:t>
            </a:r>
            <a:r>
              <a:rPr lang="en-US" dirty="0" err="1"/>
              <a:t>pt</a:t>
            </a:r>
            <a:endParaRPr lang="en-US" dirty="0"/>
          </a:p>
          <a:p>
            <a:r>
              <a:rPr lang="en-US" dirty="0"/>
              <a:t>Level one style</a:t>
            </a:r>
          </a:p>
          <a:p>
            <a:r>
              <a:rPr lang="en-US" dirty="0"/>
              <a:t>Level one style</a:t>
            </a:r>
          </a:p>
          <a:p>
            <a:r>
              <a:rPr lang="en-US" dirty="0"/>
              <a:t>Level one style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5D3821-B7B3-9516-06C4-E54FDC2EB7E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2115384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FAEECB7-165C-4B50-2DDB-66C99FC87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9D29F3D7-AD32-B47A-0DE7-A81F8256D3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437667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half" idx="18"/>
          </p:nvPr>
        </p:nvSpPr>
        <p:spPr/>
        <p:txBody>
          <a:bodyPr/>
          <a:lstStyle/>
          <a:p>
            <a:r>
              <a:rPr lang="en-US" dirty="0"/>
              <a:t>Level one style</a:t>
            </a:r>
          </a:p>
          <a:p>
            <a:pPr lvl="1"/>
            <a:r>
              <a:rPr lang="en-US" dirty="0"/>
              <a:t>Level two style</a:t>
            </a:r>
          </a:p>
          <a:p>
            <a:pPr lvl="2"/>
            <a:r>
              <a:rPr lang="en-US" dirty="0"/>
              <a:t>Level three style</a:t>
            </a:r>
          </a:p>
          <a:p>
            <a:r>
              <a:rPr lang="en-US" dirty="0"/>
              <a:t>Level one style</a:t>
            </a:r>
          </a:p>
          <a:p>
            <a:pPr lvl="1"/>
            <a:r>
              <a:rPr lang="en-US" dirty="0"/>
              <a:t>Level two style</a:t>
            </a:r>
          </a:p>
          <a:p>
            <a:pPr lvl="2"/>
            <a:r>
              <a:rPr lang="en-US" dirty="0"/>
              <a:t>Level three style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w/ product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96214" y="6473952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latin typeface="Arial" pitchFamily="34" charset="0"/>
                <a:cs typeface="Arial" pitchFamily="34" charset="0"/>
              </a:rPr>
              <a:t>2022 </a:t>
            </a:r>
            <a:r>
              <a:rPr lang="en-US" sz="1000" dirty="0">
                <a:latin typeface="Arial" pitchFamily="34" charset="0"/>
                <a:cs typeface="Arial" pitchFamily="34" charset="0"/>
              </a:rPr>
              <a:t>Lenovo Internal. All rights reserved.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554338" y="6421482"/>
            <a:ext cx="734356" cy="245008"/>
            <a:chOff x="547688" y="952500"/>
            <a:chExt cx="12190413" cy="4067175"/>
          </a:xfrm>
        </p:grpSpPr>
        <p:sp>
          <p:nvSpPr>
            <p:cNvPr id="20" name="Rectangle 19"/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0"/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1"/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2"/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"/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0"/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1"/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901AE1-F308-4361-AB27-9CB81CBE6A1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</p:sp>
      <p:pic>
        <p:nvPicPr>
          <p:cNvPr id="27" name="Picture Placeholder 14">
            <a:extLst>
              <a:ext uri="{FF2B5EF4-FFF2-40B4-BE49-F238E27FC236}">
                <a16:creationId xmlns:a16="http://schemas.microsoft.com/office/drawing/2014/main" id="{160BD6AC-E145-45F6-A654-AFB42965442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566888" cy="6858000"/>
          </a:xfrm>
          <a:prstGeom prst="rect">
            <a:avLst/>
          </a:prstGeom>
          <a:solidFill>
            <a:schemeClr val="accent3">
              <a:lumMod val="25000"/>
            </a:schemeClr>
          </a:solidFill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0DF5D4-41E8-0FF9-F041-43B3AF2B12B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9919308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w/ image layout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Level one style</a:t>
            </a:r>
          </a:p>
          <a:p>
            <a:pPr lvl="1"/>
            <a:r>
              <a:rPr lang="en-US" dirty="0"/>
              <a:t>Level two style</a:t>
            </a:r>
          </a:p>
          <a:p>
            <a:pPr lvl="2"/>
            <a:r>
              <a:rPr lang="en-US" dirty="0"/>
              <a:t>Level three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22DC36-9F98-472A-85D5-02898C0834B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</p:sp>
      <p:pic>
        <p:nvPicPr>
          <p:cNvPr id="8" name="Picture Placeholder 10" descr="A picture containing tree, plant, palm, forest&#10;&#10;Description automatically generated">
            <a:extLst>
              <a:ext uri="{FF2B5EF4-FFF2-40B4-BE49-F238E27FC236}">
                <a16:creationId xmlns:a16="http://schemas.microsoft.com/office/drawing/2014/main" id="{DD464556-7982-4ABB-A552-A9163B6BEA9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4517" r="13647"/>
          <a:stretch/>
        </p:blipFill>
        <p:spPr>
          <a:xfrm>
            <a:off x="6856414" y="0"/>
            <a:ext cx="5332411" cy="68580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3F29CC-BCDC-D7AC-CD8D-861074BFA7C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515334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B7386AC0-5328-4699-A8A8-9A3C6A891636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499" r="10499"/>
          <a:stretch/>
        </p:blipFill>
        <p:spPr>
          <a:xfrm>
            <a:off x="4061791" y="0"/>
            <a:ext cx="8127034" cy="6858000"/>
          </a:xfrm>
        </p:spPr>
      </p:pic>
      <p:sp>
        <p:nvSpPr>
          <p:cNvPr id="7" name="Text Placeholder 6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Photo plus statement layout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Subtitle goes here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40666C-C6A1-8BB1-4DFF-38038D60D7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0080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57A881-FE4F-47BF-B01C-0CED247C99E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Quote layout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640476C-2785-4FD4-AF9F-9AF71B23FAE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Quote source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D8B006-EB97-4F0F-0171-C6639A90B57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897191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If starting with a chart from the template, double-click the chart to bring up the data table and edit placeholder data</a:t>
            </a:r>
          </a:p>
          <a:p>
            <a:r>
              <a:rPr lang="en-US" dirty="0"/>
              <a:t>If creating a new chart, select from the Templates folder within the </a:t>
            </a:r>
            <a:br>
              <a:rPr lang="en-US" dirty="0"/>
            </a:br>
            <a:r>
              <a:rPr lang="en-US" dirty="0"/>
              <a:t>Chart Type window</a:t>
            </a:r>
          </a:p>
          <a:p>
            <a:pPr lvl="1"/>
            <a:r>
              <a:rPr lang="en-US" dirty="0"/>
              <a:t>If Templates folder is not visible, refer to </a:t>
            </a:r>
            <a:r>
              <a:rPr lang="en-US" dirty="0">
                <a:solidFill>
                  <a:schemeClr val="accent2"/>
                </a:solidFill>
              </a:rPr>
              <a:t>Installing Theme Files </a:t>
            </a:r>
            <a:r>
              <a:rPr lang="en-US" dirty="0"/>
              <a:t>instructions</a:t>
            </a:r>
          </a:p>
          <a:p>
            <a:r>
              <a:rPr lang="en-US" dirty="0"/>
              <a:t>If you have to create a new chart because the type you need is not available in this template (ex: a scatter or area chart), follow these guidelines</a:t>
            </a:r>
          </a:p>
          <a:p>
            <a:pPr lvl="1"/>
            <a:r>
              <a:rPr lang="en-US" dirty="0"/>
              <a:t>Use only the Lenovo palette colors for chart elements</a:t>
            </a:r>
          </a:p>
          <a:p>
            <a:pPr lvl="1"/>
            <a:r>
              <a:rPr lang="en-US" dirty="0"/>
              <a:t>Use the minimum amount of data and text needed to convey your point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How to use template charts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Charts overview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3C0A5D-5B8E-0846-DE9B-74DC9283144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72139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 chart</a:t>
            </a:r>
          </a:p>
        </p:txBody>
      </p:sp>
      <p:graphicFrame>
        <p:nvGraphicFramePr>
          <p:cNvPr id="8" name="Content Placeholder 9"/>
          <p:cNvGraphicFramePr>
            <a:graphicFrameLocks noGrp="1"/>
          </p:cNvGraphicFramePr>
          <p:nvPr>
            <p:ph type="chart" sz="quarter" idx="10"/>
          </p:nvPr>
        </p:nvGraphicFramePr>
        <p:xfrm>
          <a:off x="549275" y="1308100"/>
          <a:ext cx="11072813" cy="49196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Footer Placeholder 3"/>
          <p:cNvSpPr txBox="1">
            <a:spLocks/>
          </p:cNvSpPr>
          <p:nvPr/>
        </p:nvSpPr>
        <p:spPr>
          <a:xfrm>
            <a:off x="3885620" y="6473952"/>
            <a:ext cx="2413343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marR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 cap="none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solidFill>
                  <a:schemeClr val="tx1"/>
                </a:solidFill>
                <a:cs typeface="Arial" pitchFamily="34" charset="0"/>
              </a:rPr>
              <a:t>Source: Placement Goes Here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FDB23A-7DD5-EBC1-B203-65938A8522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6342477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 chart</a:t>
            </a:r>
          </a:p>
        </p:txBody>
      </p:sp>
      <p:graphicFrame>
        <p:nvGraphicFramePr>
          <p:cNvPr id="5" name="Content Placeholder 9"/>
          <p:cNvGraphicFramePr>
            <a:graphicFrameLocks noGrp="1"/>
          </p:cNvGraphicFramePr>
          <p:nvPr>
            <p:ph type="chart" sz="quarter" idx="10"/>
          </p:nvPr>
        </p:nvGraphicFramePr>
        <p:xfrm>
          <a:off x="549275" y="1308100"/>
          <a:ext cx="11072813" cy="49196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Footer Placeholder 3"/>
          <p:cNvSpPr txBox="1">
            <a:spLocks/>
          </p:cNvSpPr>
          <p:nvPr/>
        </p:nvSpPr>
        <p:spPr>
          <a:xfrm>
            <a:off x="3885620" y="6473952"/>
            <a:ext cx="2413343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marR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 cap="none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solidFill>
                  <a:schemeClr val="tx1"/>
                </a:solidFill>
                <a:cs typeface="Arial" pitchFamily="34" charset="0"/>
              </a:rPr>
              <a:t>Source: Placement Goes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9854AB-6D0E-2DF2-5141-3B1F88A00FB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448320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Pie chart</a:t>
            </a:r>
          </a:p>
        </p:txBody>
      </p:sp>
      <p:graphicFrame>
        <p:nvGraphicFramePr>
          <p:cNvPr id="5" name="Content Placeholder 10"/>
          <p:cNvGraphicFramePr>
            <a:graphicFrameLocks noGrp="1"/>
          </p:cNvGraphicFramePr>
          <p:nvPr>
            <p:ph type="chart" sz="quarter" idx="10"/>
          </p:nvPr>
        </p:nvGraphicFramePr>
        <p:xfrm>
          <a:off x="549275" y="1308100"/>
          <a:ext cx="11072813" cy="49196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Footer Placeholder 3"/>
          <p:cNvSpPr txBox="1">
            <a:spLocks/>
          </p:cNvSpPr>
          <p:nvPr/>
        </p:nvSpPr>
        <p:spPr>
          <a:xfrm>
            <a:off x="3885620" y="6473952"/>
            <a:ext cx="2413343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marR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 cap="none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solidFill>
                  <a:schemeClr val="tx1"/>
                </a:solidFill>
                <a:cs typeface="Arial" pitchFamily="34" charset="0"/>
              </a:rPr>
              <a:t>Source: Placement Goes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43BF70-BB76-C321-B393-F0CB7C1EFB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527845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Tables</a:t>
            </a:r>
          </a:p>
        </p:txBody>
      </p:sp>
      <p:sp>
        <p:nvSpPr>
          <p:cNvPr id="6" name="Footer Placeholder 3"/>
          <p:cNvSpPr txBox="1">
            <a:spLocks/>
          </p:cNvSpPr>
          <p:nvPr/>
        </p:nvSpPr>
        <p:spPr>
          <a:xfrm>
            <a:off x="4921873" y="6397008"/>
            <a:ext cx="2413343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marR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 cap="none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solidFill>
                  <a:schemeClr val="tx1"/>
                </a:solidFill>
                <a:cs typeface="Arial" pitchFamily="34" charset="0"/>
              </a:rPr>
              <a:t>Source: Placement Goes Here</a:t>
            </a:r>
          </a:p>
        </p:txBody>
      </p:sp>
      <p:graphicFrame>
        <p:nvGraphicFramePr>
          <p:cNvPr id="8" name="Content Placeholder 15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409767910"/>
              </p:ext>
            </p:extLst>
          </p:nvPr>
        </p:nvGraphicFramePr>
        <p:xfrm>
          <a:off x="760412" y="1308100"/>
          <a:ext cx="10736265" cy="4527648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21472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72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72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72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472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itchFamily="34" charset="0"/>
                          <a:cs typeface="Arial" pitchFamily="34" charset="0"/>
                        </a:rPr>
                        <a:t>Column 1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48328" marR="148328" marT="74184" marB="74184" anchor="ctr" horzOverflow="overflow"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normalizeH="0" baseline="0" dirty="0">
                          <a:ln>
                            <a:noFill/>
                          </a:ln>
                          <a:effectLst/>
                          <a:latin typeface="Arial" pitchFamily="34" charset="0"/>
                          <a:cs typeface="Arial" pitchFamily="34" charset="0"/>
                        </a:rPr>
                        <a:t>Column 2</a:t>
                      </a:r>
                      <a:endParaRPr kumimoji="0" 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148328" marR="148328" marT="74184" marB="74184" anchor="ctr" horzOverflow="overflow"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25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Highlight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25000"/>
                          </a:schemeClr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48328" marR="148328" marT="74184" marB="74184" anchor="ctr" horzOverflow="overflow"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itchFamily="34" charset="0"/>
                          <a:cs typeface="Arial" pitchFamily="34" charset="0"/>
                        </a:rPr>
                        <a:t>Column 4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48328" marR="148328" marT="74184" marB="74184" anchor="ctr" horzOverflow="overflow"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itchFamily="34" charset="0"/>
                          <a:cs typeface="Arial" pitchFamily="34" charset="0"/>
                        </a:rPr>
                        <a:t>Column 5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48328" marR="148328" marT="74184" marB="74184" anchor="ctr" horzOverflow="overflow"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itchFamily="34" charset="0"/>
                          <a:cs typeface="Arial" pitchFamily="34" charset="0"/>
                        </a:rPr>
                        <a:t>0.00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48328" marR="148328" marT="74184" marB="74184" anchor="ctr" horzOverflow="overflow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itchFamily="34" charset="0"/>
                          <a:cs typeface="Arial" pitchFamily="34" charset="0"/>
                        </a:rPr>
                        <a:t>0.00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48328" marR="148328" marT="74184" marB="74184" anchor="ctr" horzOverflow="overflow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25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0.00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25000"/>
                          </a:schemeClr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48328" marR="148328" marT="74184" marB="74184" anchor="ctr" horzOverflow="overflow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itchFamily="34" charset="0"/>
                          <a:cs typeface="Arial" pitchFamily="34" charset="0"/>
                        </a:rPr>
                        <a:t>0.00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48328" marR="148328" marT="74184" marB="74184" anchor="ctr" horzOverflow="overflow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itchFamily="34" charset="0"/>
                          <a:cs typeface="Arial" pitchFamily="34" charset="0"/>
                        </a:rPr>
                        <a:t>0.00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48328" marR="148328" marT="74184" marB="74184" anchor="ctr" horzOverflow="overflow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itchFamily="34" charset="0"/>
                          <a:cs typeface="Arial" pitchFamily="34" charset="0"/>
                        </a:rPr>
                        <a:t>0.00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48328" marR="148328" marT="74184" marB="74184" anchor="ctr" horzOverflow="overflow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itchFamily="34" charset="0"/>
                          <a:cs typeface="Arial" pitchFamily="34" charset="0"/>
                        </a:rPr>
                        <a:t>0.00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48328" marR="148328" marT="74184" marB="74184" anchor="ctr" horzOverflow="overflow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25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0.00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25000"/>
                          </a:schemeClr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48328" marR="148328" marT="74184" marB="74184" anchor="ctr" horzOverflow="overflow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itchFamily="34" charset="0"/>
                          <a:cs typeface="Arial" pitchFamily="34" charset="0"/>
                        </a:rPr>
                        <a:t>0.00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48328" marR="148328" marT="74184" marB="74184" anchor="ctr" horzOverflow="overflow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itchFamily="34" charset="0"/>
                          <a:cs typeface="Arial" pitchFamily="34" charset="0"/>
                        </a:rPr>
                        <a:t>0.00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48328" marR="148328" marT="74184" marB="74184" anchor="ctr" horzOverflow="overflow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itchFamily="34" charset="0"/>
                          <a:cs typeface="Arial" pitchFamily="34" charset="0"/>
                        </a:rPr>
                        <a:t>0.00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48328" marR="148328" marT="74184" marB="74184" anchor="ctr" horzOverflow="overflow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itchFamily="34" charset="0"/>
                          <a:cs typeface="Arial" pitchFamily="34" charset="0"/>
                        </a:rPr>
                        <a:t>0.00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48328" marR="148328" marT="74184" marB="74184" anchor="ctr" horzOverflow="overflow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25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0.00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25000"/>
                          </a:schemeClr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48328" marR="148328" marT="74184" marB="74184" anchor="ctr" horzOverflow="overflow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itchFamily="34" charset="0"/>
                          <a:cs typeface="Arial" pitchFamily="34" charset="0"/>
                        </a:rPr>
                        <a:t>0.00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48328" marR="148328" marT="74184" marB="74184" anchor="ctr" horzOverflow="overflow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itchFamily="34" charset="0"/>
                          <a:cs typeface="Arial" pitchFamily="34" charset="0"/>
                        </a:rPr>
                        <a:t>0.00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48328" marR="148328" marT="74184" marB="74184" anchor="ctr" horzOverflow="overflow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itchFamily="34" charset="0"/>
                          <a:cs typeface="Arial" pitchFamily="34" charset="0"/>
                        </a:rPr>
                        <a:t>0.00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48328" marR="148328" marT="74184" marB="74184" anchor="ctr" horzOverflow="overflow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itchFamily="34" charset="0"/>
                          <a:cs typeface="Arial" pitchFamily="34" charset="0"/>
                        </a:rPr>
                        <a:t>0.00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48328" marR="148328" marT="74184" marB="74184" anchor="ctr" horzOverflow="overflow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25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0.00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25000"/>
                          </a:schemeClr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48328" marR="148328" marT="74184" marB="74184" anchor="ctr" horzOverflow="overflow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itchFamily="34" charset="0"/>
                          <a:cs typeface="Arial" pitchFamily="34" charset="0"/>
                        </a:rPr>
                        <a:t>0.00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48328" marR="148328" marT="74184" marB="74184" anchor="ctr" horzOverflow="overflow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itchFamily="34" charset="0"/>
                          <a:cs typeface="Arial" pitchFamily="34" charset="0"/>
                        </a:rPr>
                        <a:t>0.00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48328" marR="148328" marT="74184" marB="74184" anchor="ctr" horzOverflow="overflow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itchFamily="34" charset="0"/>
                          <a:cs typeface="Arial" pitchFamily="34" charset="0"/>
                        </a:rPr>
                        <a:t>0.00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48328" marR="148328" marT="74184" marB="74184" anchor="ctr" horzOverflow="overflow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itchFamily="34" charset="0"/>
                          <a:cs typeface="Arial" pitchFamily="34" charset="0"/>
                        </a:rPr>
                        <a:t>0.00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48328" marR="148328" marT="74184" marB="74184" anchor="ctr" horzOverflow="overflow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25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0.00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25000"/>
                          </a:schemeClr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48328" marR="148328" marT="74184" marB="74184" anchor="ctr" horzOverflow="overflow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itchFamily="34" charset="0"/>
                          <a:cs typeface="Arial" pitchFamily="34" charset="0"/>
                        </a:rPr>
                        <a:t>0.00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48328" marR="148328" marT="74184" marB="74184" anchor="ctr" horzOverflow="overflow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itchFamily="34" charset="0"/>
                          <a:cs typeface="Arial" pitchFamily="34" charset="0"/>
                        </a:rPr>
                        <a:t>0.00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48328" marR="148328" marT="74184" marB="74184" anchor="ctr" horzOverflow="overflow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itchFamily="34" charset="0"/>
                          <a:cs typeface="Arial" pitchFamily="34" charset="0"/>
                        </a:rPr>
                        <a:t>0.00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48328" marR="148328" marT="74184" marB="74184" anchor="ctr" horzOverflow="overflow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itchFamily="34" charset="0"/>
                          <a:cs typeface="Arial" pitchFamily="34" charset="0"/>
                        </a:rPr>
                        <a:t>0.00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48328" marR="148328" marT="74184" marB="74184" anchor="ctr" horzOverflow="overflow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25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0.00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25000"/>
                          </a:schemeClr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48328" marR="148328" marT="74184" marB="74184" anchor="ctr" horzOverflow="overflow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itchFamily="34" charset="0"/>
                          <a:cs typeface="Arial" pitchFamily="34" charset="0"/>
                        </a:rPr>
                        <a:t>0.00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48328" marR="148328" marT="74184" marB="74184" anchor="ctr" horzOverflow="overflow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itchFamily="34" charset="0"/>
                          <a:cs typeface="Arial" pitchFamily="34" charset="0"/>
                        </a:rPr>
                        <a:t>0.00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48328" marR="148328" marT="74184" marB="74184" anchor="ctr" horzOverflow="overflow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itchFamily="34" charset="0"/>
                          <a:cs typeface="Arial" pitchFamily="34" charset="0"/>
                        </a:rPr>
                        <a:t>0.00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48328" marR="148328" marT="74184" marB="74184" anchor="ctr" horzOverflow="overflow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itchFamily="34" charset="0"/>
                          <a:cs typeface="Arial" pitchFamily="34" charset="0"/>
                        </a:rPr>
                        <a:t>0.00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48328" marR="148328" marT="74184" marB="74184" anchor="ctr" horzOverflow="overflow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25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0.00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25000"/>
                          </a:schemeClr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48328" marR="148328" marT="74184" marB="74184" anchor="ctr" horzOverflow="overflow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itchFamily="34" charset="0"/>
                          <a:cs typeface="Arial" pitchFamily="34" charset="0"/>
                        </a:rPr>
                        <a:t>0.00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48328" marR="148328" marT="74184" marB="74184" anchor="ctr" horzOverflow="overflow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itchFamily="34" charset="0"/>
                          <a:cs typeface="Arial" pitchFamily="34" charset="0"/>
                        </a:rPr>
                        <a:t>0.00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48328" marR="148328" marT="74184" marB="74184" anchor="ctr" horzOverflow="overflow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itchFamily="34" charset="0"/>
                          <a:cs typeface="Arial" pitchFamily="34" charset="0"/>
                        </a:rPr>
                        <a:t>0.00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48328" marR="148328" marT="74184" marB="74184" anchor="ctr" horzOverflow="overflow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itchFamily="34" charset="0"/>
                          <a:cs typeface="Arial" pitchFamily="34" charset="0"/>
                        </a:rPr>
                        <a:t>0.00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48328" marR="148328" marT="74184" marB="74184" anchor="ctr" horzOverflow="overflow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25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0.00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25000"/>
                          </a:schemeClr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48328" marR="148328" marT="74184" marB="74184" anchor="ctr" horzOverflow="overflow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itchFamily="34" charset="0"/>
                          <a:cs typeface="Arial" pitchFamily="34" charset="0"/>
                        </a:rPr>
                        <a:t>0.00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48328" marR="148328" marT="74184" marB="74184" anchor="ctr" horzOverflow="overflow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itchFamily="34" charset="0"/>
                          <a:cs typeface="Arial" pitchFamily="34" charset="0"/>
                        </a:rPr>
                        <a:t>0.00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48328" marR="148328" marT="74184" marB="74184" anchor="ctr" horzOverflow="overflow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itchFamily="34" charset="0"/>
                          <a:cs typeface="Arial" pitchFamily="34" charset="0"/>
                        </a:rPr>
                        <a:t>0.00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48328" marR="148328" marT="74184" marB="74184" anchor="ctr" horzOverflow="overflow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itchFamily="34" charset="0"/>
                          <a:cs typeface="Arial" pitchFamily="34" charset="0"/>
                        </a:rPr>
                        <a:t>0.00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48328" marR="148328" marT="74184" marB="74184" anchor="ctr" horzOverflow="overflow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25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0.00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25000"/>
                          </a:schemeClr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48328" marR="148328" marT="74184" marB="74184" anchor="ctr" horzOverflow="overflow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itchFamily="34" charset="0"/>
                          <a:cs typeface="Arial" pitchFamily="34" charset="0"/>
                        </a:rPr>
                        <a:t>0.00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48328" marR="148328" marT="74184" marB="74184" anchor="ctr" horzOverflow="overflow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itchFamily="34" charset="0"/>
                          <a:cs typeface="Arial" pitchFamily="34" charset="0"/>
                        </a:rPr>
                        <a:t>0.00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48328" marR="148328" marT="74184" marB="74184" anchor="ctr" horzOverflow="overflow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itchFamily="34" charset="0"/>
                          <a:cs typeface="Arial" pitchFamily="34" charset="0"/>
                        </a:rPr>
                        <a:t>0.00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48328" marR="148328" marT="74184" marB="74184" anchor="ctr" horzOverflow="overflow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itchFamily="34" charset="0"/>
                          <a:cs typeface="Arial" pitchFamily="34" charset="0"/>
                        </a:rPr>
                        <a:t>0.00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48328" marR="148328" marT="74184" marB="74184" anchor="ctr" horzOverflow="overflow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25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0.00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25000"/>
                          </a:schemeClr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48328" marR="148328" marT="74184" marB="74184" anchor="ctr" horzOverflow="overflow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itchFamily="34" charset="0"/>
                          <a:cs typeface="Arial" pitchFamily="34" charset="0"/>
                        </a:rPr>
                        <a:t>0.00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48328" marR="148328" marT="74184" marB="74184" anchor="ctr" horzOverflow="overflow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itchFamily="34" charset="0"/>
                          <a:cs typeface="Arial" pitchFamily="34" charset="0"/>
                        </a:rPr>
                        <a:t>0.00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48328" marR="148328" marT="74184" marB="74184" anchor="ctr" horzOverflow="overflow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AE1837-0C31-71E7-1AE5-A274393BE4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441203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3511970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Lenovo Master">
  <a:themeElements>
    <a:clrScheme name="Custom 2">
      <a:dk1>
        <a:srgbClr val="000000"/>
      </a:dk1>
      <a:lt1>
        <a:sysClr val="window" lastClr="FFFFFF"/>
      </a:lt1>
      <a:dk2>
        <a:srgbClr val="F26A52"/>
      </a:dk2>
      <a:lt2>
        <a:srgbClr val="4E444E"/>
      </a:lt2>
      <a:accent1>
        <a:srgbClr val="E1251B"/>
      </a:accent1>
      <a:accent2>
        <a:srgbClr val="871C23"/>
      </a:accent2>
      <a:accent3>
        <a:srgbClr val="D9C1D8"/>
      </a:accent3>
      <a:accent4>
        <a:srgbClr val="4D144A"/>
      </a:accent4>
      <a:accent5>
        <a:srgbClr val="C9D0F0"/>
      </a:accent5>
      <a:accent6>
        <a:srgbClr val="11184F"/>
      </a:accent6>
      <a:hlink>
        <a:srgbClr val="3046AD"/>
      </a:hlink>
      <a:folHlink>
        <a:srgbClr val="3046AD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8252E"/>
        </a:solidFill>
        <a:ln>
          <a:noFill/>
        </a:ln>
      </a:spPr>
      <a:bodyPr lIns="182880" tIns="182880" rIns="182880" bIns="182880" rtlCol="0" anchor="t"/>
      <a:lstStyle>
        <a:defPPr algn="l">
          <a:defRPr sz="1600" dirty="0" err="1">
            <a:solidFill>
              <a:prstClr val="white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800" dirty="0" err="1" smtClean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enovo-16x9_Standard_July2022" id="{48789345-80B6-49E4-A867-3423D9B661CC}" vid="{8124AD30-13BC-4938-BB2D-67326D7239F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E8F50E37F08F4A860DB7BF64F39772" ma:contentTypeVersion="13" ma:contentTypeDescription="Create a new document." ma:contentTypeScope="" ma:versionID="b267114c7a1d49bc39b5d83a72eb4960">
  <xsd:schema xmlns:xsd="http://www.w3.org/2001/XMLSchema" xmlns:xs="http://www.w3.org/2001/XMLSchema" xmlns:p="http://schemas.microsoft.com/office/2006/metadata/properties" xmlns:ns1="http://schemas.microsoft.com/sharepoint/v3" xmlns:ns3="fbc213cb-2322-46ee-a57c-56e573321373" xmlns:ns4="b888f069-4316-4301-b40e-a42e2759f60d" targetNamespace="http://schemas.microsoft.com/office/2006/metadata/properties" ma:root="true" ma:fieldsID="382c22f52b2536c4184d251590234659" ns1:_="" ns3:_="" ns4:_="">
    <xsd:import namespace="http://schemas.microsoft.com/sharepoint/v3"/>
    <xsd:import namespace="fbc213cb-2322-46ee-a57c-56e573321373"/>
    <xsd:import namespace="b888f069-4316-4301-b40e-a42e2759f60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c213cb-2322-46ee-a57c-56e5733213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88f069-4316-4301-b40e-a42e2759f60d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9177F4AA-1638-4FFC-8CD0-B6BBACAE180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31BEE02-4C62-4254-8EEC-2ABE8FBBF47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fbc213cb-2322-46ee-a57c-56e573321373"/>
    <ds:schemaRef ds:uri="b888f069-4316-4301-b40e-a42e2759f60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C6CFE95-771C-4802-B140-C778003BEB93}">
  <ds:schemaRefs>
    <ds:schemaRef ds:uri="http://schemas.microsoft.com/office/2006/metadata/properties"/>
    <ds:schemaRef ds:uri="http://schemas.microsoft.com/office/2006/documentManagement/types"/>
    <ds:schemaRef ds:uri="http://schemas.microsoft.com/sharepoint/v3"/>
    <ds:schemaRef ds:uri="b888f069-4316-4301-b40e-a42e2759f60d"/>
    <ds:schemaRef ds:uri="http://www.w3.org/XML/1998/namespace"/>
    <ds:schemaRef ds:uri="http://purl.org/dc/elements/1.1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fbc213cb-2322-46ee-a57c-56e573321373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Lenovo-16x9_Standard_July2022(1)</Template>
  <TotalTime>7646</TotalTime>
  <Words>1183</Words>
  <Application>Microsoft Office PowerPoint</Application>
  <PresentationFormat>Custom</PresentationFormat>
  <Paragraphs>231</Paragraphs>
  <Slides>23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Wingdings</vt:lpstr>
      <vt:lpstr>Lenovo Master</vt:lpstr>
      <vt:lpstr>Presentation  title here </vt:lpstr>
      <vt:lpstr>Template layouts</vt:lpstr>
      <vt:lpstr>Template 101</vt:lpstr>
      <vt:lpstr>How to make this your default template</vt:lpstr>
      <vt:lpstr>Installing theme files</vt:lpstr>
      <vt:lpstr>Update footer with correct information classification</vt:lpstr>
      <vt:lpstr>Color scheme</vt:lpstr>
      <vt:lpstr>Colors for light slides</vt:lpstr>
      <vt:lpstr>Colors for dark slides</vt:lpstr>
      <vt:lpstr>Section divider</vt:lpstr>
      <vt:lpstr>Titles are Arial, bold, 32 pt, sentence case</vt:lpstr>
      <vt:lpstr>Two column layout</vt:lpstr>
      <vt:lpstr>PowerPoint Presentation</vt:lpstr>
      <vt:lpstr>Content w/ product</vt:lpstr>
      <vt:lpstr>Content w/ image layout</vt:lpstr>
      <vt:lpstr>PowerPoint Presentation</vt:lpstr>
      <vt:lpstr>PowerPoint Presentation</vt:lpstr>
      <vt:lpstr>Charts overview</vt:lpstr>
      <vt:lpstr>Bar chart</vt:lpstr>
      <vt:lpstr>Line chart</vt:lpstr>
      <vt:lpstr>Pie chart</vt:lpstr>
      <vt:lpstr>Tables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 title here </dc:title>
  <dc:creator>user</dc:creator>
  <cp:lastModifiedBy>user</cp:lastModifiedBy>
  <cp:revision>1</cp:revision>
  <dcterms:created xsi:type="dcterms:W3CDTF">2025-02-26T11:25:58Z</dcterms:created>
  <dcterms:modified xsi:type="dcterms:W3CDTF">2025-03-03T18:52:53Z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0x010100D7E8F50E37F08F4A860DB7BF64F39772</vt:lpwstr>
  </property>
</Properties>
</file>