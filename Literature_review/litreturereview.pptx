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377" r:id="rId5"/>
    <p:sldId id="380" r:id="rId6"/>
    <p:sldId id="379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63">
          <p15:clr>
            <a:srgbClr val="A4A3A4"/>
          </p15:clr>
        </p15:guide>
        <p15:guide id="2" orient="horz" pos="4212">
          <p15:clr>
            <a:srgbClr val="A4A3A4"/>
          </p15:clr>
        </p15:guide>
        <p15:guide id="3" orient="horz" pos="3887">
          <p15:clr>
            <a:srgbClr val="A4A3A4"/>
          </p15:clr>
        </p15:guide>
        <p15:guide id="4" pos="3943">
          <p15:clr>
            <a:srgbClr val="A4A3A4"/>
          </p15:clr>
        </p15:guide>
        <p15:guide id="5" pos="2279">
          <p15:clr>
            <a:srgbClr val="A4A3A4"/>
          </p15:clr>
        </p15:guide>
        <p15:guide id="6" pos="54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0013"/>
    <a:srgbClr val="DDB8C6"/>
    <a:srgbClr val="E6BDC1"/>
    <a:srgbClr val="DCC5DB"/>
    <a:srgbClr val="D6B7D0"/>
    <a:srgbClr val="C8AFCE"/>
    <a:srgbClr val="AF70A5"/>
    <a:srgbClr val="CEAECB"/>
    <a:srgbClr val="CFBED9"/>
    <a:srgbClr val="8196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42" autoAdjust="0"/>
    <p:restoredTop sz="95238" autoAdjust="0"/>
  </p:normalViewPr>
  <p:slideViewPr>
    <p:cSldViewPr snapToGrid="0" snapToObjects="1">
      <p:cViewPr varScale="1">
        <p:scale>
          <a:sx n="113" d="100"/>
          <a:sy n="113" d="100"/>
        </p:scale>
        <p:origin x="264" y="114"/>
      </p:cViewPr>
      <p:guideLst>
        <p:guide orient="horz" pos="463"/>
        <p:guide orient="horz" pos="4212"/>
        <p:guide orient="horz" pos="3887"/>
        <p:guide pos="3943"/>
        <p:guide pos="2279"/>
        <p:guide pos="545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57" d="100"/>
          <a:sy n="57" d="100"/>
        </p:scale>
        <p:origin x="2405" y="6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1C0EDC-3B04-4D43-AC98-A606493C474D}" type="datetimeFigureOut">
              <a:rPr lang="en-US" sz="1000" smtClean="0">
                <a:latin typeface="Arial" pitchFamily="34" charset="0"/>
                <a:cs typeface="Arial" pitchFamily="34" charset="0"/>
              </a:rPr>
              <a:pPr/>
              <a:t>4/12/2026</a:t>
            </a:fld>
            <a:endParaRPr lang="en-US" sz="1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r>
              <a:rPr lang="en-US" sz="800" cap="all" dirty="0">
                <a:solidFill>
                  <a:srgbClr val="939598"/>
                </a:solidFill>
                <a:latin typeface="Arial" pitchFamily="34" charset="0"/>
                <a:cs typeface="Arial" pitchFamily="34" charset="0"/>
              </a:rPr>
              <a:t>2011 LENOVO CONFIDENTIAL. All rights reserved.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7F3538-DD9D-4F25-8311-592750C50641}" type="slidenum">
              <a:rPr lang="en-US" sz="800" smtClean="0">
                <a:latin typeface="Arial" pitchFamily="34" charset="0"/>
                <a:cs typeface="Arial" pitchFamily="34" charset="0"/>
              </a:rPr>
              <a:pPr/>
              <a:t>‹#›</a:t>
            </a:fld>
            <a:endParaRPr lang="en-US" sz="800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91550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fld id="{F23CF275-28B3-497F-9AED-85D5F023BA5C}" type="datetimeFigureOut">
              <a:rPr lang="en-US" smtClean="0"/>
              <a:pPr/>
              <a:t>4/12/2026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 sz="800" cap="all" dirty="0">
                <a:solidFill>
                  <a:srgbClr val="939598"/>
                </a:solidFill>
              </a:rPr>
              <a:t>2011 LENOVO CONFIDENTIAL.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latin typeface="Arial" pitchFamily="34" charset="0"/>
                <a:cs typeface="Arial" pitchFamily="34" charset="0"/>
              </a:defRPr>
            </a:lvl1pPr>
          </a:lstStyle>
          <a:p>
            <a:fld id="{4AED87EB-65D7-4500-873C-410831173A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33136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F66F013C-4673-4598-B729-A71D9DC33D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5"/>
            <a:ext cx="12188825" cy="6857965"/>
          </a:xfrm>
          <a:prstGeom prst="rect">
            <a:avLst/>
          </a:prstGeom>
        </p:spPr>
      </p:pic>
      <p:sp>
        <p:nvSpPr>
          <p:cNvPr id="56" name="Title 16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750334" y="1527659"/>
            <a:ext cx="9912096" cy="3269709"/>
          </a:xfrm>
          <a:prstGeom prst="rect">
            <a:avLst/>
          </a:prstGeom>
        </p:spPr>
        <p:txBody>
          <a:bodyPr wrap="square" lIns="0" tIns="0" rIns="121899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8000" b="1" kern="1200" cap="none" spc="-15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55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760414" y="5046115"/>
            <a:ext cx="9912096" cy="356616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600" b="0" kern="1200" cap="none" spc="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Date</a:t>
            </a:r>
          </a:p>
        </p:txBody>
      </p:sp>
      <p:sp>
        <p:nvSpPr>
          <p:cNvPr id="49" name="TextBox 48"/>
          <p:cNvSpPr txBox="1"/>
          <p:nvPr userDrawn="1"/>
        </p:nvSpPr>
        <p:spPr>
          <a:xfrm>
            <a:off x="750334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B6BD304-FAC7-4023-9B54-8984F7387559}"/>
              </a:ext>
            </a:extLst>
          </p:cNvPr>
          <p:cNvGrpSpPr>
            <a:grpSpLocks noChangeAspect="1"/>
          </p:cNvGrpSpPr>
          <p:nvPr userDrawn="1"/>
        </p:nvGrpSpPr>
        <p:grpSpPr>
          <a:xfrm rot="16200000">
            <a:off x="10149589" y="2542923"/>
            <a:ext cx="3058160" cy="1020314"/>
            <a:chOff x="547688" y="952500"/>
            <a:chExt cx="12190413" cy="406717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FBBDE3D-E4E2-42E5-9F26-00C1500EFD6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27C222CE-31C9-4AE2-A9DE-A34ECC37F01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710DBB3B-7FB8-4ACB-8FA4-3F2A105B9B9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3E443DA7-CC51-4460-98C4-193A7375074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E1BCDB13-2B5A-46EC-B1D6-C526DEAA84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EDDE8EA-BE8E-4066-AB4A-21CD2743549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EF442D16-F34F-4D4E-A65A-8C3BC17F2F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2" name="Freeform 5">
            <a:extLst>
              <a:ext uri="{FF2B5EF4-FFF2-40B4-BE49-F238E27FC236}">
                <a16:creationId xmlns:a16="http://schemas.microsoft.com/office/drawing/2014/main" id="{B3FDD5DD-E6F7-480C-BC0C-F6AC555BF174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750334" y="762000"/>
            <a:ext cx="3941064" cy="312470"/>
          </a:xfrm>
          <a:custGeom>
            <a:avLst/>
            <a:gdLst>
              <a:gd name="T0" fmla="*/ 557 w 2065"/>
              <a:gd name="T1" fmla="*/ 102 h 161"/>
              <a:gd name="T2" fmla="*/ 510 w 2065"/>
              <a:gd name="T3" fmla="*/ 76 h 161"/>
              <a:gd name="T4" fmla="*/ 583 w 2065"/>
              <a:gd name="T5" fmla="*/ 36 h 161"/>
              <a:gd name="T6" fmla="*/ 641 w 2065"/>
              <a:gd name="T7" fmla="*/ 34 h 161"/>
              <a:gd name="T8" fmla="*/ 2038 w 2065"/>
              <a:gd name="T9" fmla="*/ 1 h 161"/>
              <a:gd name="T10" fmla="*/ 706 w 2065"/>
              <a:gd name="T11" fmla="*/ 59 h 161"/>
              <a:gd name="T12" fmla="*/ 733 w 2065"/>
              <a:gd name="T13" fmla="*/ 100 h 161"/>
              <a:gd name="T14" fmla="*/ 1999 w 2065"/>
              <a:gd name="T15" fmla="*/ 132 h 161"/>
              <a:gd name="T16" fmla="*/ 760 w 2065"/>
              <a:gd name="T17" fmla="*/ 84 h 161"/>
              <a:gd name="T18" fmla="*/ 787 w 2065"/>
              <a:gd name="T19" fmla="*/ 93 h 161"/>
              <a:gd name="T20" fmla="*/ 828 w 2065"/>
              <a:gd name="T21" fmla="*/ 76 h 161"/>
              <a:gd name="T22" fmla="*/ 133 w 2065"/>
              <a:gd name="T23" fmla="*/ 36 h 161"/>
              <a:gd name="T24" fmla="*/ 166 w 2065"/>
              <a:gd name="T25" fmla="*/ 78 h 161"/>
              <a:gd name="T26" fmla="*/ 225 w 2065"/>
              <a:gd name="T27" fmla="*/ 132 h 161"/>
              <a:gd name="T28" fmla="*/ 32 w 2065"/>
              <a:gd name="T29" fmla="*/ 40 h 161"/>
              <a:gd name="T30" fmla="*/ 5 w 2065"/>
              <a:gd name="T31" fmla="*/ 43 h 161"/>
              <a:gd name="T32" fmla="*/ 0 w 2065"/>
              <a:gd name="T33" fmla="*/ 114 h 161"/>
              <a:gd name="T34" fmla="*/ 266 w 2065"/>
              <a:gd name="T35" fmla="*/ 43 h 161"/>
              <a:gd name="T36" fmla="*/ 258 w 2065"/>
              <a:gd name="T37" fmla="*/ 104 h 161"/>
              <a:gd name="T38" fmla="*/ 347 w 2065"/>
              <a:gd name="T39" fmla="*/ 76 h 161"/>
              <a:gd name="T40" fmla="*/ 285 w 2065"/>
              <a:gd name="T41" fmla="*/ 103 h 161"/>
              <a:gd name="T42" fmla="*/ 429 w 2065"/>
              <a:gd name="T43" fmla="*/ 36 h 161"/>
              <a:gd name="T44" fmla="*/ 479 w 2065"/>
              <a:gd name="T45" fmla="*/ 128 h 161"/>
              <a:gd name="T46" fmla="*/ 479 w 2065"/>
              <a:gd name="T47" fmla="*/ 36 h 161"/>
              <a:gd name="T48" fmla="*/ 354 w 2065"/>
              <a:gd name="T49" fmla="*/ 132 h 161"/>
              <a:gd name="T50" fmla="*/ 382 w 2065"/>
              <a:gd name="T51" fmla="*/ 55 h 161"/>
              <a:gd name="T52" fmla="*/ 1387 w 2065"/>
              <a:gd name="T53" fmla="*/ 84 h 161"/>
              <a:gd name="T54" fmla="*/ 1335 w 2065"/>
              <a:gd name="T55" fmla="*/ 58 h 161"/>
              <a:gd name="T56" fmla="*/ 1834 w 2065"/>
              <a:gd name="T57" fmla="*/ 132 h 161"/>
              <a:gd name="T58" fmla="*/ 1748 w 2065"/>
              <a:gd name="T59" fmla="*/ 34 h 161"/>
              <a:gd name="T60" fmla="*/ 1748 w 2065"/>
              <a:gd name="T61" fmla="*/ 34 h 161"/>
              <a:gd name="T62" fmla="*/ 1773 w 2065"/>
              <a:gd name="T63" fmla="*/ 84 h 161"/>
              <a:gd name="T64" fmla="*/ 1465 w 2065"/>
              <a:gd name="T65" fmla="*/ 109 h 161"/>
              <a:gd name="T66" fmla="*/ 1480 w 2065"/>
              <a:gd name="T67" fmla="*/ 148 h 161"/>
              <a:gd name="T68" fmla="*/ 1442 w 2065"/>
              <a:gd name="T69" fmla="*/ 102 h 161"/>
              <a:gd name="T70" fmla="*/ 1675 w 2065"/>
              <a:gd name="T71" fmla="*/ 37 h 161"/>
              <a:gd name="T72" fmla="*/ 1655 w 2065"/>
              <a:gd name="T73" fmla="*/ 7 h 161"/>
              <a:gd name="T74" fmla="*/ 1648 w 2065"/>
              <a:gd name="T75" fmla="*/ 132 h 161"/>
              <a:gd name="T76" fmla="*/ 1526 w 2065"/>
              <a:gd name="T77" fmla="*/ 36 h 161"/>
              <a:gd name="T78" fmla="*/ 1528 w 2065"/>
              <a:gd name="T79" fmla="*/ 161 h 161"/>
              <a:gd name="T80" fmla="*/ 980 w 2065"/>
              <a:gd name="T81" fmla="*/ 49 h 161"/>
              <a:gd name="T82" fmla="*/ 997 w 2065"/>
              <a:gd name="T83" fmla="*/ 59 h 161"/>
              <a:gd name="T84" fmla="*/ 1250 w 2065"/>
              <a:gd name="T85" fmla="*/ 132 h 161"/>
              <a:gd name="T86" fmla="*/ 1075 w 2065"/>
              <a:gd name="T87" fmla="*/ 49 h 161"/>
              <a:gd name="T88" fmla="*/ 1092 w 2065"/>
              <a:gd name="T89" fmla="*/ 59 h 161"/>
              <a:gd name="T90" fmla="*/ 910 w 2065"/>
              <a:gd name="T91" fmla="*/ 111 h 161"/>
              <a:gd name="T92" fmla="*/ 909 w 2065"/>
              <a:gd name="T93" fmla="*/ 34 h 161"/>
              <a:gd name="T94" fmla="*/ 910 w 2065"/>
              <a:gd name="T95" fmla="*/ 111 h 161"/>
              <a:gd name="T96" fmla="*/ 1962 w 2065"/>
              <a:gd name="T97" fmla="*/ 77 h 161"/>
              <a:gd name="T98" fmla="*/ 1962 w 2065"/>
              <a:gd name="T99" fmla="*/ 132 h 161"/>
              <a:gd name="T100" fmla="*/ 1941 w 2065"/>
              <a:gd name="T101" fmla="*/ 115 h 161"/>
              <a:gd name="T102" fmla="*/ 1193 w 2065"/>
              <a:gd name="T103" fmla="*/ 34 h 161"/>
              <a:gd name="T104" fmla="*/ 1193 w 2065"/>
              <a:gd name="T105" fmla="*/ 34 h 161"/>
              <a:gd name="T106" fmla="*/ 1218 w 2065"/>
              <a:gd name="T107" fmla="*/ 84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065" h="161">
                <a:moveTo>
                  <a:pt x="530" y="34"/>
                </a:moveTo>
                <a:cubicBezTo>
                  <a:pt x="502" y="34"/>
                  <a:pt x="483" y="57"/>
                  <a:pt x="483" y="84"/>
                </a:cubicBezTo>
                <a:cubicBezTo>
                  <a:pt x="483" y="84"/>
                  <a:pt x="483" y="84"/>
                  <a:pt x="483" y="84"/>
                </a:cubicBezTo>
                <a:cubicBezTo>
                  <a:pt x="483" y="114"/>
                  <a:pt x="504" y="134"/>
                  <a:pt x="533" y="134"/>
                </a:cubicBezTo>
                <a:cubicBezTo>
                  <a:pt x="551" y="134"/>
                  <a:pt x="563" y="127"/>
                  <a:pt x="572" y="116"/>
                </a:cubicBezTo>
                <a:cubicBezTo>
                  <a:pt x="557" y="102"/>
                  <a:pt x="557" y="102"/>
                  <a:pt x="557" y="102"/>
                </a:cubicBezTo>
                <a:cubicBezTo>
                  <a:pt x="549" y="109"/>
                  <a:pt x="543" y="112"/>
                  <a:pt x="533" y="112"/>
                </a:cubicBezTo>
                <a:cubicBezTo>
                  <a:pt x="521" y="112"/>
                  <a:pt x="513" y="106"/>
                  <a:pt x="510" y="93"/>
                </a:cubicBezTo>
                <a:cubicBezTo>
                  <a:pt x="577" y="93"/>
                  <a:pt x="577" y="93"/>
                  <a:pt x="577" y="93"/>
                </a:cubicBezTo>
                <a:cubicBezTo>
                  <a:pt x="577" y="91"/>
                  <a:pt x="577" y="88"/>
                  <a:pt x="577" y="86"/>
                </a:cubicBezTo>
                <a:cubicBezTo>
                  <a:pt x="577" y="59"/>
                  <a:pt x="563" y="34"/>
                  <a:pt x="530" y="34"/>
                </a:cubicBezTo>
                <a:close/>
                <a:moveTo>
                  <a:pt x="510" y="76"/>
                </a:moveTo>
                <a:cubicBezTo>
                  <a:pt x="512" y="64"/>
                  <a:pt x="519" y="56"/>
                  <a:pt x="530" y="56"/>
                </a:cubicBezTo>
                <a:cubicBezTo>
                  <a:pt x="542" y="56"/>
                  <a:pt x="549" y="64"/>
                  <a:pt x="551" y="76"/>
                </a:cubicBezTo>
                <a:lnTo>
                  <a:pt x="510" y="76"/>
                </a:lnTo>
                <a:close/>
                <a:moveTo>
                  <a:pt x="610" y="55"/>
                </a:moveTo>
                <a:cubicBezTo>
                  <a:pt x="610" y="36"/>
                  <a:pt x="610" y="36"/>
                  <a:pt x="610" y="36"/>
                </a:cubicBezTo>
                <a:cubicBezTo>
                  <a:pt x="583" y="36"/>
                  <a:pt x="583" y="36"/>
                  <a:pt x="583" y="36"/>
                </a:cubicBezTo>
                <a:cubicBezTo>
                  <a:pt x="583" y="132"/>
                  <a:pt x="583" y="132"/>
                  <a:pt x="583" y="132"/>
                </a:cubicBezTo>
                <a:cubicBezTo>
                  <a:pt x="610" y="132"/>
                  <a:pt x="610" y="132"/>
                  <a:pt x="610" y="132"/>
                </a:cubicBezTo>
                <a:cubicBezTo>
                  <a:pt x="610" y="97"/>
                  <a:pt x="610" y="97"/>
                  <a:pt x="610" y="97"/>
                </a:cubicBezTo>
                <a:cubicBezTo>
                  <a:pt x="610" y="74"/>
                  <a:pt x="621" y="63"/>
                  <a:pt x="640" y="63"/>
                </a:cubicBezTo>
                <a:cubicBezTo>
                  <a:pt x="641" y="63"/>
                  <a:pt x="641" y="63"/>
                  <a:pt x="641" y="63"/>
                </a:cubicBezTo>
                <a:cubicBezTo>
                  <a:pt x="641" y="34"/>
                  <a:pt x="641" y="34"/>
                  <a:pt x="641" y="34"/>
                </a:cubicBezTo>
                <a:cubicBezTo>
                  <a:pt x="625" y="33"/>
                  <a:pt x="616" y="42"/>
                  <a:pt x="610" y="55"/>
                </a:cubicBezTo>
                <a:close/>
                <a:moveTo>
                  <a:pt x="2038" y="1"/>
                </a:moveTo>
                <a:cubicBezTo>
                  <a:pt x="2038" y="132"/>
                  <a:pt x="2038" y="132"/>
                  <a:pt x="2038" y="132"/>
                </a:cubicBezTo>
                <a:cubicBezTo>
                  <a:pt x="2065" y="132"/>
                  <a:pt x="2065" y="132"/>
                  <a:pt x="2065" y="132"/>
                </a:cubicBezTo>
                <a:cubicBezTo>
                  <a:pt x="2065" y="1"/>
                  <a:pt x="2065" y="1"/>
                  <a:pt x="2065" y="1"/>
                </a:cubicBezTo>
                <a:lnTo>
                  <a:pt x="2038" y="1"/>
                </a:lnTo>
                <a:close/>
                <a:moveTo>
                  <a:pt x="733" y="11"/>
                </a:moveTo>
                <a:cubicBezTo>
                  <a:pt x="706" y="11"/>
                  <a:pt x="706" y="11"/>
                  <a:pt x="706" y="11"/>
                </a:cubicBezTo>
                <a:cubicBezTo>
                  <a:pt x="706" y="36"/>
                  <a:pt x="706" y="36"/>
                  <a:pt x="706" y="36"/>
                </a:cubicBezTo>
                <a:cubicBezTo>
                  <a:pt x="694" y="36"/>
                  <a:pt x="694" y="36"/>
                  <a:pt x="694" y="36"/>
                </a:cubicBezTo>
                <a:cubicBezTo>
                  <a:pt x="694" y="59"/>
                  <a:pt x="694" y="59"/>
                  <a:pt x="694" y="59"/>
                </a:cubicBezTo>
                <a:cubicBezTo>
                  <a:pt x="706" y="59"/>
                  <a:pt x="706" y="59"/>
                  <a:pt x="706" y="59"/>
                </a:cubicBezTo>
                <a:cubicBezTo>
                  <a:pt x="706" y="105"/>
                  <a:pt x="706" y="105"/>
                  <a:pt x="706" y="105"/>
                </a:cubicBezTo>
                <a:cubicBezTo>
                  <a:pt x="706" y="127"/>
                  <a:pt x="717" y="134"/>
                  <a:pt x="734" y="134"/>
                </a:cubicBezTo>
                <a:cubicBezTo>
                  <a:pt x="743" y="134"/>
                  <a:pt x="750" y="132"/>
                  <a:pt x="755" y="128"/>
                </a:cubicBezTo>
                <a:cubicBezTo>
                  <a:pt x="755" y="106"/>
                  <a:pt x="755" y="106"/>
                  <a:pt x="755" y="106"/>
                </a:cubicBezTo>
                <a:cubicBezTo>
                  <a:pt x="752" y="108"/>
                  <a:pt x="747" y="110"/>
                  <a:pt x="742" y="110"/>
                </a:cubicBezTo>
                <a:cubicBezTo>
                  <a:pt x="736" y="110"/>
                  <a:pt x="733" y="107"/>
                  <a:pt x="733" y="100"/>
                </a:cubicBezTo>
                <a:cubicBezTo>
                  <a:pt x="733" y="59"/>
                  <a:pt x="733" y="59"/>
                  <a:pt x="733" y="59"/>
                </a:cubicBezTo>
                <a:cubicBezTo>
                  <a:pt x="756" y="59"/>
                  <a:pt x="756" y="59"/>
                  <a:pt x="756" y="59"/>
                </a:cubicBezTo>
                <a:cubicBezTo>
                  <a:pt x="756" y="36"/>
                  <a:pt x="756" y="36"/>
                  <a:pt x="756" y="36"/>
                </a:cubicBezTo>
                <a:cubicBezTo>
                  <a:pt x="733" y="36"/>
                  <a:pt x="733" y="36"/>
                  <a:pt x="733" y="36"/>
                </a:cubicBezTo>
                <a:lnTo>
                  <a:pt x="733" y="11"/>
                </a:lnTo>
                <a:close/>
                <a:moveTo>
                  <a:pt x="1999" y="132"/>
                </a:moveTo>
                <a:cubicBezTo>
                  <a:pt x="2027" y="132"/>
                  <a:pt x="2027" y="132"/>
                  <a:pt x="2027" y="132"/>
                </a:cubicBezTo>
                <a:cubicBezTo>
                  <a:pt x="2027" y="1"/>
                  <a:pt x="2027" y="1"/>
                  <a:pt x="2027" y="1"/>
                </a:cubicBezTo>
                <a:cubicBezTo>
                  <a:pt x="1999" y="1"/>
                  <a:pt x="1999" y="1"/>
                  <a:pt x="1999" y="1"/>
                </a:cubicBezTo>
                <a:lnTo>
                  <a:pt x="1999" y="132"/>
                </a:lnTo>
                <a:close/>
                <a:moveTo>
                  <a:pt x="807" y="34"/>
                </a:moveTo>
                <a:cubicBezTo>
                  <a:pt x="779" y="34"/>
                  <a:pt x="760" y="57"/>
                  <a:pt x="760" y="84"/>
                </a:cubicBezTo>
                <a:cubicBezTo>
                  <a:pt x="760" y="84"/>
                  <a:pt x="760" y="84"/>
                  <a:pt x="760" y="84"/>
                </a:cubicBezTo>
                <a:cubicBezTo>
                  <a:pt x="760" y="114"/>
                  <a:pt x="781" y="134"/>
                  <a:pt x="810" y="134"/>
                </a:cubicBezTo>
                <a:cubicBezTo>
                  <a:pt x="827" y="134"/>
                  <a:pt x="840" y="127"/>
                  <a:pt x="849" y="116"/>
                </a:cubicBezTo>
                <a:cubicBezTo>
                  <a:pt x="834" y="102"/>
                  <a:pt x="834" y="102"/>
                  <a:pt x="834" y="102"/>
                </a:cubicBezTo>
                <a:cubicBezTo>
                  <a:pt x="826" y="109"/>
                  <a:pt x="820" y="112"/>
                  <a:pt x="810" y="112"/>
                </a:cubicBezTo>
                <a:cubicBezTo>
                  <a:pt x="798" y="112"/>
                  <a:pt x="790" y="106"/>
                  <a:pt x="787" y="93"/>
                </a:cubicBezTo>
                <a:cubicBezTo>
                  <a:pt x="854" y="93"/>
                  <a:pt x="854" y="93"/>
                  <a:pt x="854" y="93"/>
                </a:cubicBezTo>
                <a:cubicBezTo>
                  <a:pt x="854" y="91"/>
                  <a:pt x="854" y="88"/>
                  <a:pt x="854" y="86"/>
                </a:cubicBezTo>
                <a:cubicBezTo>
                  <a:pt x="854" y="59"/>
                  <a:pt x="839" y="34"/>
                  <a:pt x="807" y="34"/>
                </a:cubicBezTo>
                <a:close/>
                <a:moveTo>
                  <a:pt x="787" y="76"/>
                </a:moveTo>
                <a:cubicBezTo>
                  <a:pt x="789" y="64"/>
                  <a:pt x="796" y="56"/>
                  <a:pt x="807" y="56"/>
                </a:cubicBezTo>
                <a:cubicBezTo>
                  <a:pt x="819" y="56"/>
                  <a:pt x="826" y="64"/>
                  <a:pt x="828" y="76"/>
                </a:cubicBezTo>
                <a:lnTo>
                  <a:pt x="787" y="76"/>
                </a:lnTo>
                <a:close/>
                <a:moveTo>
                  <a:pt x="220" y="34"/>
                </a:moveTo>
                <a:cubicBezTo>
                  <a:pt x="207" y="34"/>
                  <a:pt x="197" y="39"/>
                  <a:pt x="189" y="49"/>
                </a:cubicBezTo>
                <a:cubicBezTo>
                  <a:pt x="184" y="40"/>
                  <a:pt x="174" y="34"/>
                  <a:pt x="161" y="34"/>
                </a:cubicBezTo>
                <a:cubicBezTo>
                  <a:pt x="148" y="34"/>
                  <a:pt x="139" y="41"/>
                  <a:pt x="133" y="50"/>
                </a:cubicBezTo>
                <a:cubicBezTo>
                  <a:pt x="133" y="36"/>
                  <a:pt x="133" y="36"/>
                  <a:pt x="133" y="36"/>
                </a:cubicBezTo>
                <a:cubicBezTo>
                  <a:pt x="106" y="36"/>
                  <a:pt x="106" y="36"/>
                  <a:pt x="106" y="36"/>
                </a:cubicBezTo>
                <a:cubicBezTo>
                  <a:pt x="106" y="132"/>
                  <a:pt x="106" y="132"/>
                  <a:pt x="106" y="132"/>
                </a:cubicBezTo>
                <a:cubicBezTo>
                  <a:pt x="133" y="132"/>
                  <a:pt x="133" y="132"/>
                  <a:pt x="133" y="132"/>
                </a:cubicBezTo>
                <a:cubicBezTo>
                  <a:pt x="133" y="78"/>
                  <a:pt x="133" y="78"/>
                  <a:pt x="133" y="78"/>
                </a:cubicBezTo>
                <a:cubicBezTo>
                  <a:pt x="133" y="65"/>
                  <a:pt x="139" y="59"/>
                  <a:pt x="150" y="59"/>
                </a:cubicBezTo>
                <a:cubicBezTo>
                  <a:pt x="160" y="59"/>
                  <a:pt x="166" y="65"/>
                  <a:pt x="166" y="78"/>
                </a:cubicBezTo>
                <a:cubicBezTo>
                  <a:pt x="166" y="132"/>
                  <a:pt x="166" y="132"/>
                  <a:pt x="166" y="132"/>
                </a:cubicBezTo>
                <a:cubicBezTo>
                  <a:pt x="193" y="132"/>
                  <a:pt x="193" y="132"/>
                  <a:pt x="193" y="132"/>
                </a:cubicBezTo>
                <a:cubicBezTo>
                  <a:pt x="193" y="78"/>
                  <a:pt x="193" y="78"/>
                  <a:pt x="193" y="78"/>
                </a:cubicBezTo>
                <a:cubicBezTo>
                  <a:pt x="193" y="65"/>
                  <a:pt x="199" y="59"/>
                  <a:pt x="209" y="59"/>
                </a:cubicBezTo>
                <a:cubicBezTo>
                  <a:pt x="220" y="59"/>
                  <a:pt x="225" y="65"/>
                  <a:pt x="225" y="78"/>
                </a:cubicBezTo>
                <a:cubicBezTo>
                  <a:pt x="225" y="132"/>
                  <a:pt x="225" y="132"/>
                  <a:pt x="225" y="132"/>
                </a:cubicBezTo>
                <a:cubicBezTo>
                  <a:pt x="253" y="132"/>
                  <a:pt x="253" y="132"/>
                  <a:pt x="253" y="132"/>
                </a:cubicBezTo>
                <a:cubicBezTo>
                  <a:pt x="253" y="69"/>
                  <a:pt x="253" y="69"/>
                  <a:pt x="253" y="69"/>
                </a:cubicBezTo>
                <a:cubicBezTo>
                  <a:pt x="253" y="46"/>
                  <a:pt x="240" y="34"/>
                  <a:pt x="220" y="34"/>
                </a:cubicBezTo>
                <a:close/>
                <a:moveTo>
                  <a:pt x="59" y="57"/>
                </a:moveTo>
                <a:cubicBezTo>
                  <a:pt x="38" y="51"/>
                  <a:pt x="32" y="49"/>
                  <a:pt x="32" y="40"/>
                </a:cubicBezTo>
                <a:cubicBezTo>
                  <a:pt x="32" y="40"/>
                  <a:pt x="32" y="40"/>
                  <a:pt x="32" y="40"/>
                </a:cubicBezTo>
                <a:cubicBezTo>
                  <a:pt x="32" y="34"/>
                  <a:pt x="38" y="29"/>
                  <a:pt x="48" y="29"/>
                </a:cubicBezTo>
                <a:cubicBezTo>
                  <a:pt x="59" y="29"/>
                  <a:pt x="70" y="34"/>
                  <a:pt x="81" y="41"/>
                </a:cubicBezTo>
                <a:cubicBezTo>
                  <a:pt x="95" y="21"/>
                  <a:pt x="95" y="21"/>
                  <a:pt x="95" y="21"/>
                </a:cubicBezTo>
                <a:cubicBezTo>
                  <a:pt x="83" y="10"/>
                  <a:pt x="67" y="5"/>
                  <a:pt x="49" y="5"/>
                </a:cubicBezTo>
                <a:cubicBezTo>
                  <a:pt x="23" y="5"/>
                  <a:pt x="5" y="20"/>
                  <a:pt x="5" y="43"/>
                </a:cubicBezTo>
                <a:cubicBezTo>
                  <a:pt x="5" y="43"/>
                  <a:pt x="5" y="43"/>
                  <a:pt x="5" y="43"/>
                </a:cubicBezTo>
                <a:cubicBezTo>
                  <a:pt x="5" y="68"/>
                  <a:pt x="21" y="75"/>
                  <a:pt x="46" y="81"/>
                </a:cubicBezTo>
                <a:cubicBezTo>
                  <a:pt x="67" y="87"/>
                  <a:pt x="72" y="90"/>
                  <a:pt x="72" y="97"/>
                </a:cubicBezTo>
                <a:cubicBezTo>
                  <a:pt x="72" y="98"/>
                  <a:pt x="72" y="98"/>
                  <a:pt x="72" y="98"/>
                </a:cubicBezTo>
                <a:cubicBezTo>
                  <a:pt x="72" y="105"/>
                  <a:pt x="65" y="109"/>
                  <a:pt x="54" y="109"/>
                </a:cubicBezTo>
                <a:cubicBezTo>
                  <a:pt x="39" y="109"/>
                  <a:pt x="27" y="104"/>
                  <a:pt x="16" y="94"/>
                </a:cubicBezTo>
                <a:cubicBezTo>
                  <a:pt x="0" y="114"/>
                  <a:pt x="0" y="114"/>
                  <a:pt x="0" y="114"/>
                </a:cubicBezTo>
                <a:cubicBezTo>
                  <a:pt x="15" y="127"/>
                  <a:pt x="34" y="134"/>
                  <a:pt x="53" y="134"/>
                </a:cubicBezTo>
                <a:cubicBezTo>
                  <a:pt x="80" y="134"/>
                  <a:pt x="99" y="120"/>
                  <a:pt x="99" y="95"/>
                </a:cubicBezTo>
                <a:cubicBezTo>
                  <a:pt x="99" y="95"/>
                  <a:pt x="99" y="95"/>
                  <a:pt x="99" y="95"/>
                </a:cubicBezTo>
                <a:cubicBezTo>
                  <a:pt x="99" y="73"/>
                  <a:pt x="85" y="63"/>
                  <a:pt x="59" y="57"/>
                </a:cubicBezTo>
                <a:close/>
                <a:moveTo>
                  <a:pt x="304" y="35"/>
                </a:moveTo>
                <a:cubicBezTo>
                  <a:pt x="287" y="35"/>
                  <a:pt x="277" y="38"/>
                  <a:pt x="266" y="43"/>
                </a:cubicBezTo>
                <a:cubicBezTo>
                  <a:pt x="273" y="63"/>
                  <a:pt x="273" y="63"/>
                  <a:pt x="273" y="63"/>
                </a:cubicBezTo>
                <a:cubicBezTo>
                  <a:pt x="282" y="60"/>
                  <a:pt x="289" y="58"/>
                  <a:pt x="300" y="58"/>
                </a:cubicBezTo>
                <a:cubicBezTo>
                  <a:pt x="313" y="58"/>
                  <a:pt x="320" y="64"/>
                  <a:pt x="320" y="76"/>
                </a:cubicBezTo>
                <a:cubicBezTo>
                  <a:pt x="320" y="77"/>
                  <a:pt x="320" y="77"/>
                  <a:pt x="320" y="77"/>
                </a:cubicBezTo>
                <a:cubicBezTo>
                  <a:pt x="314" y="75"/>
                  <a:pt x="307" y="73"/>
                  <a:pt x="297" y="73"/>
                </a:cubicBezTo>
                <a:cubicBezTo>
                  <a:pt x="274" y="73"/>
                  <a:pt x="258" y="83"/>
                  <a:pt x="258" y="104"/>
                </a:cubicBezTo>
                <a:cubicBezTo>
                  <a:pt x="258" y="104"/>
                  <a:pt x="258" y="104"/>
                  <a:pt x="258" y="104"/>
                </a:cubicBezTo>
                <a:cubicBezTo>
                  <a:pt x="258" y="123"/>
                  <a:pt x="273" y="134"/>
                  <a:pt x="291" y="134"/>
                </a:cubicBezTo>
                <a:cubicBezTo>
                  <a:pt x="304" y="134"/>
                  <a:pt x="314" y="129"/>
                  <a:pt x="320" y="122"/>
                </a:cubicBezTo>
                <a:cubicBezTo>
                  <a:pt x="320" y="132"/>
                  <a:pt x="320" y="132"/>
                  <a:pt x="320" y="132"/>
                </a:cubicBezTo>
                <a:cubicBezTo>
                  <a:pt x="347" y="132"/>
                  <a:pt x="347" y="132"/>
                  <a:pt x="347" y="132"/>
                </a:cubicBezTo>
                <a:cubicBezTo>
                  <a:pt x="347" y="76"/>
                  <a:pt x="347" y="76"/>
                  <a:pt x="347" y="76"/>
                </a:cubicBezTo>
                <a:cubicBezTo>
                  <a:pt x="347" y="63"/>
                  <a:pt x="343" y="53"/>
                  <a:pt x="336" y="46"/>
                </a:cubicBezTo>
                <a:cubicBezTo>
                  <a:pt x="329" y="39"/>
                  <a:pt x="319" y="35"/>
                  <a:pt x="304" y="35"/>
                </a:cubicBezTo>
                <a:close/>
                <a:moveTo>
                  <a:pt x="321" y="98"/>
                </a:moveTo>
                <a:cubicBezTo>
                  <a:pt x="321" y="108"/>
                  <a:pt x="312" y="115"/>
                  <a:pt x="299" y="115"/>
                </a:cubicBezTo>
                <a:cubicBezTo>
                  <a:pt x="291" y="115"/>
                  <a:pt x="285" y="111"/>
                  <a:pt x="285" y="103"/>
                </a:cubicBezTo>
                <a:cubicBezTo>
                  <a:pt x="285" y="103"/>
                  <a:pt x="285" y="103"/>
                  <a:pt x="285" y="103"/>
                </a:cubicBezTo>
                <a:cubicBezTo>
                  <a:pt x="285" y="94"/>
                  <a:pt x="292" y="90"/>
                  <a:pt x="303" y="90"/>
                </a:cubicBezTo>
                <a:cubicBezTo>
                  <a:pt x="310" y="90"/>
                  <a:pt x="316" y="91"/>
                  <a:pt x="321" y="93"/>
                </a:cubicBezTo>
                <a:lnTo>
                  <a:pt x="321" y="98"/>
                </a:lnTo>
                <a:close/>
                <a:moveTo>
                  <a:pt x="457" y="11"/>
                </a:moveTo>
                <a:cubicBezTo>
                  <a:pt x="429" y="11"/>
                  <a:pt x="429" y="11"/>
                  <a:pt x="429" y="11"/>
                </a:cubicBezTo>
                <a:cubicBezTo>
                  <a:pt x="429" y="36"/>
                  <a:pt x="429" y="36"/>
                  <a:pt x="429" y="36"/>
                </a:cubicBezTo>
                <a:cubicBezTo>
                  <a:pt x="418" y="36"/>
                  <a:pt x="418" y="36"/>
                  <a:pt x="418" y="36"/>
                </a:cubicBezTo>
                <a:cubicBezTo>
                  <a:pt x="418" y="59"/>
                  <a:pt x="418" y="59"/>
                  <a:pt x="418" y="59"/>
                </a:cubicBezTo>
                <a:cubicBezTo>
                  <a:pt x="429" y="59"/>
                  <a:pt x="429" y="59"/>
                  <a:pt x="429" y="59"/>
                </a:cubicBezTo>
                <a:cubicBezTo>
                  <a:pt x="429" y="105"/>
                  <a:pt x="429" y="105"/>
                  <a:pt x="429" y="105"/>
                </a:cubicBezTo>
                <a:cubicBezTo>
                  <a:pt x="429" y="127"/>
                  <a:pt x="441" y="134"/>
                  <a:pt x="457" y="134"/>
                </a:cubicBezTo>
                <a:cubicBezTo>
                  <a:pt x="466" y="134"/>
                  <a:pt x="473" y="132"/>
                  <a:pt x="479" y="128"/>
                </a:cubicBezTo>
                <a:cubicBezTo>
                  <a:pt x="479" y="106"/>
                  <a:pt x="479" y="106"/>
                  <a:pt x="479" y="106"/>
                </a:cubicBezTo>
                <a:cubicBezTo>
                  <a:pt x="475" y="108"/>
                  <a:pt x="470" y="110"/>
                  <a:pt x="465" y="110"/>
                </a:cubicBezTo>
                <a:cubicBezTo>
                  <a:pt x="459" y="110"/>
                  <a:pt x="457" y="107"/>
                  <a:pt x="457" y="100"/>
                </a:cubicBezTo>
                <a:cubicBezTo>
                  <a:pt x="457" y="59"/>
                  <a:pt x="457" y="59"/>
                  <a:pt x="457" y="59"/>
                </a:cubicBezTo>
                <a:cubicBezTo>
                  <a:pt x="479" y="59"/>
                  <a:pt x="479" y="59"/>
                  <a:pt x="479" y="59"/>
                </a:cubicBezTo>
                <a:cubicBezTo>
                  <a:pt x="479" y="36"/>
                  <a:pt x="479" y="36"/>
                  <a:pt x="479" y="36"/>
                </a:cubicBezTo>
                <a:cubicBezTo>
                  <a:pt x="457" y="36"/>
                  <a:pt x="457" y="36"/>
                  <a:pt x="457" y="36"/>
                </a:cubicBezTo>
                <a:lnTo>
                  <a:pt x="457" y="11"/>
                </a:lnTo>
                <a:close/>
                <a:moveTo>
                  <a:pt x="382" y="55"/>
                </a:moveTo>
                <a:cubicBezTo>
                  <a:pt x="382" y="36"/>
                  <a:pt x="382" y="36"/>
                  <a:pt x="382" y="36"/>
                </a:cubicBezTo>
                <a:cubicBezTo>
                  <a:pt x="354" y="36"/>
                  <a:pt x="354" y="36"/>
                  <a:pt x="354" y="36"/>
                </a:cubicBezTo>
                <a:cubicBezTo>
                  <a:pt x="354" y="132"/>
                  <a:pt x="354" y="132"/>
                  <a:pt x="354" y="132"/>
                </a:cubicBezTo>
                <a:cubicBezTo>
                  <a:pt x="382" y="132"/>
                  <a:pt x="382" y="132"/>
                  <a:pt x="382" y="132"/>
                </a:cubicBezTo>
                <a:cubicBezTo>
                  <a:pt x="382" y="97"/>
                  <a:pt x="382" y="97"/>
                  <a:pt x="382" y="97"/>
                </a:cubicBezTo>
                <a:cubicBezTo>
                  <a:pt x="382" y="74"/>
                  <a:pt x="393" y="63"/>
                  <a:pt x="411" y="63"/>
                </a:cubicBezTo>
                <a:cubicBezTo>
                  <a:pt x="412" y="63"/>
                  <a:pt x="412" y="63"/>
                  <a:pt x="412" y="63"/>
                </a:cubicBezTo>
                <a:cubicBezTo>
                  <a:pt x="412" y="34"/>
                  <a:pt x="412" y="34"/>
                  <a:pt x="412" y="34"/>
                </a:cubicBezTo>
                <a:cubicBezTo>
                  <a:pt x="396" y="33"/>
                  <a:pt x="387" y="42"/>
                  <a:pt x="382" y="55"/>
                </a:cubicBezTo>
                <a:close/>
                <a:moveTo>
                  <a:pt x="1335" y="34"/>
                </a:moveTo>
                <a:cubicBezTo>
                  <a:pt x="1305" y="34"/>
                  <a:pt x="1283" y="56"/>
                  <a:pt x="1283" y="84"/>
                </a:cubicBezTo>
                <a:cubicBezTo>
                  <a:pt x="1283" y="84"/>
                  <a:pt x="1283" y="84"/>
                  <a:pt x="1283" y="84"/>
                </a:cubicBezTo>
                <a:cubicBezTo>
                  <a:pt x="1283" y="112"/>
                  <a:pt x="1305" y="134"/>
                  <a:pt x="1335" y="134"/>
                </a:cubicBezTo>
                <a:cubicBezTo>
                  <a:pt x="1365" y="134"/>
                  <a:pt x="1387" y="112"/>
                  <a:pt x="1387" y="84"/>
                </a:cubicBezTo>
                <a:cubicBezTo>
                  <a:pt x="1387" y="84"/>
                  <a:pt x="1387" y="84"/>
                  <a:pt x="1387" y="84"/>
                </a:cubicBezTo>
                <a:cubicBezTo>
                  <a:pt x="1387" y="56"/>
                  <a:pt x="1365" y="34"/>
                  <a:pt x="1335" y="34"/>
                </a:cubicBezTo>
                <a:close/>
                <a:moveTo>
                  <a:pt x="1360" y="84"/>
                </a:moveTo>
                <a:cubicBezTo>
                  <a:pt x="1360" y="99"/>
                  <a:pt x="1351" y="111"/>
                  <a:pt x="1335" y="111"/>
                </a:cubicBezTo>
                <a:cubicBezTo>
                  <a:pt x="1320" y="111"/>
                  <a:pt x="1310" y="98"/>
                  <a:pt x="1310" y="84"/>
                </a:cubicBezTo>
                <a:cubicBezTo>
                  <a:pt x="1310" y="84"/>
                  <a:pt x="1310" y="84"/>
                  <a:pt x="1310" y="84"/>
                </a:cubicBezTo>
                <a:cubicBezTo>
                  <a:pt x="1310" y="70"/>
                  <a:pt x="1319" y="58"/>
                  <a:pt x="1335" y="58"/>
                </a:cubicBezTo>
                <a:cubicBezTo>
                  <a:pt x="1350" y="58"/>
                  <a:pt x="1360" y="70"/>
                  <a:pt x="1360" y="84"/>
                </a:cubicBezTo>
                <a:close/>
                <a:moveTo>
                  <a:pt x="1834" y="55"/>
                </a:moveTo>
                <a:cubicBezTo>
                  <a:pt x="1834" y="36"/>
                  <a:pt x="1834" y="36"/>
                  <a:pt x="1834" y="36"/>
                </a:cubicBezTo>
                <a:cubicBezTo>
                  <a:pt x="1807" y="36"/>
                  <a:pt x="1807" y="36"/>
                  <a:pt x="1807" y="36"/>
                </a:cubicBezTo>
                <a:cubicBezTo>
                  <a:pt x="1807" y="132"/>
                  <a:pt x="1807" y="132"/>
                  <a:pt x="1807" y="132"/>
                </a:cubicBezTo>
                <a:cubicBezTo>
                  <a:pt x="1834" y="132"/>
                  <a:pt x="1834" y="132"/>
                  <a:pt x="1834" y="132"/>
                </a:cubicBezTo>
                <a:cubicBezTo>
                  <a:pt x="1834" y="97"/>
                  <a:pt x="1834" y="97"/>
                  <a:pt x="1834" y="97"/>
                </a:cubicBezTo>
                <a:cubicBezTo>
                  <a:pt x="1834" y="74"/>
                  <a:pt x="1845" y="63"/>
                  <a:pt x="1863" y="63"/>
                </a:cubicBezTo>
                <a:cubicBezTo>
                  <a:pt x="1865" y="63"/>
                  <a:pt x="1865" y="63"/>
                  <a:pt x="1865" y="63"/>
                </a:cubicBezTo>
                <a:cubicBezTo>
                  <a:pt x="1865" y="34"/>
                  <a:pt x="1865" y="34"/>
                  <a:pt x="1865" y="34"/>
                </a:cubicBezTo>
                <a:cubicBezTo>
                  <a:pt x="1848" y="33"/>
                  <a:pt x="1839" y="42"/>
                  <a:pt x="1834" y="55"/>
                </a:cubicBezTo>
                <a:close/>
                <a:moveTo>
                  <a:pt x="1748" y="34"/>
                </a:moveTo>
                <a:cubicBezTo>
                  <a:pt x="1718" y="34"/>
                  <a:pt x="1696" y="56"/>
                  <a:pt x="1696" y="84"/>
                </a:cubicBezTo>
                <a:cubicBezTo>
                  <a:pt x="1696" y="84"/>
                  <a:pt x="1696" y="84"/>
                  <a:pt x="1696" y="84"/>
                </a:cubicBezTo>
                <a:cubicBezTo>
                  <a:pt x="1696" y="112"/>
                  <a:pt x="1718" y="134"/>
                  <a:pt x="1748" y="134"/>
                </a:cubicBezTo>
                <a:cubicBezTo>
                  <a:pt x="1778" y="134"/>
                  <a:pt x="1800" y="112"/>
                  <a:pt x="1800" y="84"/>
                </a:cubicBezTo>
                <a:cubicBezTo>
                  <a:pt x="1800" y="84"/>
                  <a:pt x="1800" y="84"/>
                  <a:pt x="1800" y="84"/>
                </a:cubicBezTo>
                <a:cubicBezTo>
                  <a:pt x="1800" y="56"/>
                  <a:pt x="1778" y="34"/>
                  <a:pt x="1748" y="34"/>
                </a:cubicBezTo>
                <a:close/>
                <a:moveTo>
                  <a:pt x="1773" y="84"/>
                </a:moveTo>
                <a:cubicBezTo>
                  <a:pt x="1773" y="99"/>
                  <a:pt x="1764" y="111"/>
                  <a:pt x="1748" y="111"/>
                </a:cubicBezTo>
                <a:cubicBezTo>
                  <a:pt x="1733" y="111"/>
                  <a:pt x="1723" y="98"/>
                  <a:pt x="1723" y="84"/>
                </a:cubicBezTo>
                <a:cubicBezTo>
                  <a:pt x="1723" y="84"/>
                  <a:pt x="1723" y="84"/>
                  <a:pt x="1723" y="84"/>
                </a:cubicBezTo>
                <a:cubicBezTo>
                  <a:pt x="1723" y="70"/>
                  <a:pt x="1732" y="58"/>
                  <a:pt x="1748" y="58"/>
                </a:cubicBezTo>
                <a:cubicBezTo>
                  <a:pt x="1763" y="58"/>
                  <a:pt x="1773" y="70"/>
                  <a:pt x="1773" y="84"/>
                </a:cubicBezTo>
                <a:close/>
                <a:moveTo>
                  <a:pt x="1465" y="48"/>
                </a:moveTo>
                <a:cubicBezTo>
                  <a:pt x="1458" y="40"/>
                  <a:pt x="1449" y="34"/>
                  <a:pt x="1434" y="34"/>
                </a:cubicBezTo>
                <a:cubicBezTo>
                  <a:pt x="1412" y="34"/>
                  <a:pt x="1391" y="50"/>
                  <a:pt x="1391" y="79"/>
                </a:cubicBezTo>
                <a:cubicBezTo>
                  <a:pt x="1391" y="79"/>
                  <a:pt x="1391" y="79"/>
                  <a:pt x="1391" y="79"/>
                </a:cubicBezTo>
                <a:cubicBezTo>
                  <a:pt x="1391" y="108"/>
                  <a:pt x="1412" y="124"/>
                  <a:pt x="1434" y="124"/>
                </a:cubicBezTo>
                <a:cubicBezTo>
                  <a:pt x="1448" y="124"/>
                  <a:pt x="1457" y="118"/>
                  <a:pt x="1465" y="109"/>
                </a:cubicBezTo>
                <a:cubicBezTo>
                  <a:pt x="1465" y="113"/>
                  <a:pt x="1465" y="113"/>
                  <a:pt x="1465" y="113"/>
                </a:cubicBezTo>
                <a:cubicBezTo>
                  <a:pt x="1465" y="130"/>
                  <a:pt x="1457" y="139"/>
                  <a:pt x="1438" y="139"/>
                </a:cubicBezTo>
                <a:cubicBezTo>
                  <a:pt x="1425" y="139"/>
                  <a:pt x="1415" y="136"/>
                  <a:pt x="1405" y="131"/>
                </a:cubicBezTo>
                <a:cubicBezTo>
                  <a:pt x="1396" y="151"/>
                  <a:pt x="1396" y="151"/>
                  <a:pt x="1396" y="151"/>
                </a:cubicBezTo>
                <a:cubicBezTo>
                  <a:pt x="1408" y="158"/>
                  <a:pt x="1423" y="161"/>
                  <a:pt x="1439" y="161"/>
                </a:cubicBezTo>
                <a:cubicBezTo>
                  <a:pt x="1457" y="161"/>
                  <a:pt x="1471" y="157"/>
                  <a:pt x="1480" y="148"/>
                </a:cubicBezTo>
                <a:cubicBezTo>
                  <a:pt x="1488" y="140"/>
                  <a:pt x="1492" y="128"/>
                  <a:pt x="1492" y="110"/>
                </a:cubicBezTo>
                <a:cubicBezTo>
                  <a:pt x="1492" y="36"/>
                  <a:pt x="1492" y="36"/>
                  <a:pt x="1492" y="36"/>
                </a:cubicBezTo>
                <a:cubicBezTo>
                  <a:pt x="1465" y="36"/>
                  <a:pt x="1465" y="36"/>
                  <a:pt x="1465" y="36"/>
                </a:cubicBezTo>
                <a:lnTo>
                  <a:pt x="1465" y="48"/>
                </a:lnTo>
                <a:close/>
                <a:moveTo>
                  <a:pt x="1465" y="79"/>
                </a:moveTo>
                <a:cubicBezTo>
                  <a:pt x="1465" y="92"/>
                  <a:pt x="1455" y="102"/>
                  <a:pt x="1442" y="102"/>
                </a:cubicBezTo>
                <a:cubicBezTo>
                  <a:pt x="1429" y="102"/>
                  <a:pt x="1419" y="93"/>
                  <a:pt x="1419" y="79"/>
                </a:cubicBezTo>
                <a:cubicBezTo>
                  <a:pt x="1419" y="79"/>
                  <a:pt x="1419" y="79"/>
                  <a:pt x="1419" y="79"/>
                </a:cubicBezTo>
                <a:cubicBezTo>
                  <a:pt x="1419" y="66"/>
                  <a:pt x="1429" y="57"/>
                  <a:pt x="1442" y="57"/>
                </a:cubicBezTo>
                <a:cubicBezTo>
                  <a:pt x="1455" y="57"/>
                  <a:pt x="1465" y="66"/>
                  <a:pt x="1465" y="79"/>
                </a:cubicBezTo>
                <a:close/>
                <a:moveTo>
                  <a:pt x="1697" y="37"/>
                </a:moveTo>
                <a:cubicBezTo>
                  <a:pt x="1675" y="37"/>
                  <a:pt x="1675" y="37"/>
                  <a:pt x="1675" y="37"/>
                </a:cubicBezTo>
                <a:cubicBezTo>
                  <a:pt x="1675" y="33"/>
                  <a:pt x="1675" y="33"/>
                  <a:pt x="1675" y="33"/>
                </a:cubicBezTo>
                <a:cubicBezTo>
                  <a:pt x="1675" y="26"/>
                  <a:pt x="1678" y="23"/>
                  <a:pt x="1684" y="23"/>
                </a:cubicBezTo>
                <a:cubicBezTo>
                  <a:pt x="1689" y="23"/>
                  <a:pt x="1693" y="24"/>
                  <a:pt x="1697" y="25"/>
                </a:cubicBezTo>
                <a:cubicBezTo>
                  <a:pt x="1697" y="2"/>
                  <a:pt x="1697" y="2"/>
                  <a:pt x="1697" y="2"/>
                </a:cubicBezTo>
                <a:cubicBezTo>
                  <a:pt x="1692" y="1"/>
                  <a:pt x="1686" y="0"/>
                  <a:pt x="1677" y="0"/>
                </a:cubicBezTo>
                <a:cubicBezTo>
                  <a:pt x="1668" y="0"/>
                  <a:pt x="1660" y="2"/>
                  <a:pt x="1655" y="7"/>
                </a:cubicBezTo>
                <a:cubicBezTo>
                  <a:pt x="1650" y="12"/>
                  <a:pt x="1648" y="20"/>
                  <a:pt x="1648" y="31"/>
                </a:cubicBezTo>
                <a:cubicBezTo>
                  <a:pt x="1648" y="37"/>
                  <a:pt x="1648" y="37"/>
                  <a:pt x="1648" y="37"/>
                </a:cubicBezTo>
                <a:cubicBezTo>
                  <a:pt x="1636" y="37"/>
                  <a:pt x="1636" y="37"/>
                  <a:pt x="1636" y="37"/>
                </a:cubicBezTo>
                <a:cubicBezTo>
                  <a:pt x="1636" y="59"/>
                  <a:pt x="1636" y="59"/>
                  <a:pt x="1636" y="59"/>
                </a:cubicBezTo>
                <a:cubicBezTo>
                  <a:pt x="1648" y="59"/>
                  <a:pt x="1648" y="59"/>
                  <a:pt x="1648" y="59"/>
                </a:cubicBezTo>
                <a:cubicBezTo>
                  <a:pt x="1648" y="132"/>
                  <a:pt x="1648" y="132"/>
                  <a:pt x="1648" y="132"/>
                </a:cubicBezTo>
                <a:cubicBezTo>
                  <a:pt x="1675" y="132"/>
                  <a:pt x="1675" y="132"/>
                  <a:pt x="1675" y="132"/>
                </a:cubicBezTo>
                <a:cubicBezTo>
                  <a:pt x="1675" y="59"/>
                  <a:pt x="1675" y="59"/>
                  <a:pt x="1675" y="59"/>
                </a:cubicBezTo>
                <a:cubicBezTo>
                  <a:pt x="1697" y="59"/>
                  <a:pt x="1697" y="59"/>
                  <a:pt x="1697" y="59"/>
                </a:cubicBezTo>
                <a:lnTo>
                  <a:pt x="1697" y="37"/>
                </a:lnTo>
                <a:close/>
                <a:moveTo>
                  <a:pt x="1548" y="101"/>
                </a:moveTo>
                <a:cubicBezTo>
                  <a:pt x="1526" y="36"/>
                  <a:pt x="1526" y="36"/>
                  <a:pt x="1526" y="36"/>
                </a:cubicBezTo>
                <a:cubicBezTo>
                  <a:pt x="1497" y="36"/>
                  <a:pt x="1497" y="36"/>
                  <a:pt x="1497" y="36"/>
                </a:cubicBezTo>
                <a:cubicBezTo>
                  <a:pt x="1535" y="132"/>
                  <a:pt x="1535" y="132"/>
                  <a:pt x="1535" y="132"/>
                </a:cubicBezTo>
                <a:cubicBezTo>
                  <a:pt x="1532" y="137"/>
                  <a:pt x="1530" y="139"/>
                  <a:pt x="1525" y="139"/>
                </a:cubicBezTo>
                <a:cubicBezTo>
                  <a:pt x="1521" y="139"/>
                  <a:pt x="1517" y="137"/>
                  <a:pt x="1513" y="135"/>
                </a:cubicBezTo>
                <a:cubicBezTo>
                  <a:pt x="1504" y="155"/>
                  <a:pt x="1504" y="155"/>
                  <a:pt x="1504" y="155"/>
                </a:cubicBezTo>
                <a:cubicBezTo>
                  <a:pt x="1511" y="159"/>
                  <a:pt x="1519" y="161"/>
                  <a:pt x="1528" y="161"/>
                </a:cubicBezTo>
                <a:cubicBezTo>
                  <a:pt x="1545" y="161"/>
                  <a:pt x="1553" y="154"/>
                  <a:pt x="1560" y="134"/>
                </a:cubicBezTo>
                <a:cubicBezTo>
                  <a:pt x="1597" y="36"/>
                  <a:pt x="1597" y="36"/>
                  <a:pt x="1597" y="36"/>
                </a:cubicBezTo>
                <a:cubicBezTo>
                  <a:pt x="1569" y="36"/>
                  <a:pt x="1569" y="36"/>
                  <a:pt x="1569" y="36"/>
                </a:cubicBezTo>
                <a:lnTo>
                  <a:pt x="1548" y="101"/>
                </a:lnTo>
                <a:close/>
                <a:moveTo>
                  <a:pt x="1008" y="34"/>
                </a:moveTo>
                <a:cubicBezTo>
                  <a:pt x="994" y="34"/>
                  <a:pt x="986" y="41"/>
                  <a:pt x="980" y="49"/>
                </a:cubicBezTo>
                <a:cubicBezTo>
                  <a:pt x="980" y="1"/>
                  <a:pt x="980" y="1"/>
                  <a:pt x="980" y="1"/>
                </a:cubicBezTo>
                <a:cubicBezTo>
                  <a:pt x="952" y="1"/>
                  <a:pt x="952" y="1"/>
                  <a:pt x="952" y="1"/>
                </a:cubicBezTo>
                <a:cubicBezTo>
                  <a:pt x="952" y="132"/>
                  <a:pt x="952" y="132"/>
                  <a:pt x="952" y="132"/>
                </a:cubicBezTo>
                <a:cubicBezTo>
                  <a:pt x="980" y="132"/>
                  <a:pt x="980" y="132"/>
                  <a:pt x="980" y="132"/>
                </a:cubicBezTo>
                <a:cubicBezTo>
                  <a:pt x="980" y="78"/>
                  <a:pt x="980" y="78"/>
                  <a:pt x="980" y="78"/>
                </a:cubicBezTo>
                <a:cubicBezTo>
                  <a:pt x="980" y="65"/>
                  <a:pt x="986" y="59"/>
                  <a:pt x="997" y="59"/>
                </a:cubicBezTo>
                <a:cubicBezTo>
                  <a:pt x="1007" y="59"/>
                  <a:pt x="1013" y="65"/>
                  <a:pt x="1013" y="78"/>
                </a:cubicBezTo>
                <a:cubicBezTo>
                  <a:pt x="1013" y="132"/>
                  <a:pt x="1013" y="132"/>
                  <a:pt x="1013" y="132"/>
                </a:cubicBezTo>
                <a:cubicBezTo>
                  <a:pt x="1040" y="132"/>
                  <a:pt x="1040" y="132"/>
                  <a:pt x="1040" y="132"/>
                </a:cubicBezTo>
                <a:cubicBezTo>
                  <a:pt x="1040" y="70"/>
                  <a:pt x="1040" y="70"/>
                  <a:pt x="1040" y="70"/>
                </a:cubicBezTo>
                <a:cubicBezTo>
                  <a:pt x="1040" y="48"/>
                  <a:pt x="1028" y="34"/>
                  <a:pt x="1008" y="34"/>
                </a:cubicBezTo>
                <a:close/>
                <a:moveTo>
                  <a:pt x="1250" y="132"/>
                </a:moveTo>
                <a:cubicBezTo>
                  <a:pt x="1278" y="132"/>
                  <a:pt x="1278" y="132"/>
                  <a:pt x="1278" y="132"/>
                </a:cubicBezTo>
                <a:cubicBezTo>
                  <a:pt x="1278" y="1"/>
                  <a:pt x="1278" y="1"/>
                  <a:pt x="1278" y="1"/>
                </a:cubicBezTo>
                <a:cubicBezTo>
                  <a:pt x="1250" y="1"/>
                  <a:pt x="1250" y="1"/>
                  <a:pt x="1250" y="1"/>
                </a:cubicBezTo>
                <a:lnTo>
                  <a:pt x="1250" y="132"/>
                </a:lnTo>
                <a:close/>
                <a:moveTo>
                  <a:pt x="1103" y="34"/>
                </a:moveTo>
                <a:cubicBezTo>
                  <a:pt x="1089" y="34"/>
                  <a:pt x="1081" y="41"/>
                  <a:pt x="1075" y="49"/>
                </a:cubicBezTo>
                <a:cubicBezTo>
                  <a:pt x="1075" y="36"/>
                  <a:pt x="1075" y="36"/>
                  <a:pt x="1075" y="36"/>
                </a:cubicBezTo>
                <a:cubicBezTo>
                  <a:pt x="1047" y="36"/>
                  <a:pt x="1047" y="36"/>
                  <a:pt x="1047" y="36"/>
                </a:cubicBezTo>
                <a:cubicBezTo>
                  <a:pt x="1047" y="132"/>
                  <a:pt x="1047" y="132"/>
                  <a:pt x="1047" y="132"/>
                </a:cubicBezTo>
                <a:cubicBezTo>
                  <a:pt x="1075" y="132"/>
                  <a:pt x="1075" y="132"/>
                  <a:pt x="1075" y="132"/>
                </a:cubicBezTo>
                <a:cubicBezTo>
                  <a:pt x="1075" y="78"/>
                  <a:pt x="1075" y="78"/>
                  <a:pt x="1075" y="78"/>
                </a:cubicBezTo>
                <a:cubicBezTo>
                  <a:pt x="1075" y="65"/>
                  <a:pt x="1081" y="59"/>
                  <a:pt x="1092" y="59"/>
                </a:cubicBezTo>
                <a:cubicBezTo>
                  <a:pt x="1102" y="59"/>
                  <a:pt x="1108" y="65"/>
                  <a:pt x="1108" y="78"/>
                </a:cubicBezTo>
                <a:cubicBezTo>
                  <a:pt x="1108" y="132"/>
                  <a:pt x="1108" y="132"/>
                  <a:pt x="1108" y="132"/>
                </a:cubicBezTo>
                <a:cubicBezTo>
                  <a:pt x="1135" y="132"/>
                  <a:pt x="1135" y="132"/>
                  <a:pt x="1135" y="132"/>
                </a:cubicBezTo>
                <a:cubicBezTo>
                  <a:pt x="1135" y="70"/>
                  <a:pt x="1135" y="70"/>
                  <a:pt x="1135" y="70"/>
                </a:cubicBezTo>
                <a:cubicBezTo>
                  <a:pt x="1135" y="48"/>
                  <a:pt x="1123" y="34"/>
                  <a:pt x="1103" y="34"/>
                </a:cubicBezTo>
                <a:close/>
                <a:moveTo>
                  <a:pt x="910" y="111"/>
                </a:moveTo>
                <a:cubicBezTo>
                  <a:pt x="895" y="111"/>
                  <a:pt x="885" y="99"/>
                  <a:pt x="885" y="84"/>
                </a:cubicBezTo>
                <a:cubicBezTo>
                  <a:pt x="885" y="84"/>
                  <a:pt x="885" y="84"/>
                  <a:pt x="885" y="84"/>
                </a:cubicBezTo>
                <a:cubicBezTo>
                  <a:pt x="885" y="70"/>
                  <a:pt x="895" y="58"/>
                  <a:pt x="909" y="58"/>
                </a:cubicBezTo>
                <a:cubicBezTo>
                  <a:pt x="918" y="58"/>
                  <a:pt x="925" y="62"/>
                  <a:pt x="931" y="68"/>
                </a:cubicBezTo>
                <a:cubicBezTo>
                  <a:pt x="947" y="50"/>
                  <a:pt x="947" y="50"/>
                  <a:pt x="947" y="50"/>
                </a:cubicBezTo>
                <a:cubicBezTo>
                  <a:pt x="938" y="40"/>
                  <a:pt x="927" y="34"/>
                  <a:pt x="909" y="34"/>
                </a:cubicBezTo>
                <a:cubicBezTo>
                  <a:pt x="880" y="34"/>
                  <a:pt x="859" y="57"/>
                  <a:pt x="859" y="84"/>
                </a:cubicBezTo>
                <a:cubicBezTo>
                  <a:pt x="859" y="84"/>
                  <a:pt x="859" y="84"/>
                  <a:pt x="859" y="84"/>
                </a:cubicBezTo>
                <a:cubicBezTo>
                  <a:pt x="859" y="112"/>
                  <a:pt x="880" y="134"/>
                  <a:pt x="909" y="134"/>
                </a:cubicBezTo>
                <a:cubicBezTo>
                  <a:pt x="928" y="134"/>
                  <a:pt x="939" y="127"/>
                  <a:pt x="948" y="117"/>
                </a:cubicBezTo>
                <a:cubicBezTo>
                  <a:pt x="932" y="100"/>
                  <a:pt x="932" y="100"/>
                  <a:pt x="932" y="100"/>
                </a:cubicBezTo>
                <a:cubicBezTo>
                  <a:pt x="925" y="107"/>
                  <a:pt x="919" y="111"/>
                  <a:pt x="910" y="111"/>
                </a:cubicBezTo>
                <a:close/>
                <a:moveTo>
                  <a:pt x="1945" y="35"/>
                </a:moveTo>
                <a:cubicBezTo>
                  <a:pt x="1929" y="35"/>
                  <a:pt x="1918" y="38"/>
                  <a:pt x="1908" y="42"/>
                </a:cubicBezTo>
                <a:cubicBezTo>
                  <a:pt x="1915" y="63"/>
                  <a:pt x="1915" y="63"/>
                  <a:pt x="1915" y="63"/>
                </a:cubicBezTo>
                <a:cubicBezTo>
                  <a:pt x="1923" y="60"/>
                  <a:pt x="1931" y="58"/>
                  <a:pt x="1941" y="58"/>
                </a:cubicBezTo>
                <a:cubicBezTo>
                  <a:pt x="1955" y="58"/>
                  <a:pt x="1962" y="64"/>
                  <a:pt x="1962" y="76"/>
                </a:cubicBezTo>
                <a:cubicBezTo>
                  <a:pt x="1962" y="77"/>
                  <a:pt x="1962" y="77"/>
                  <a:pt x="1962" y="77"/>
                </a:cubicBezTo>
                <a:cubicBezTo>
                  <a:pt x="1955" y="75"/>
                  <a:pt x="1948" y="73"/>
                  <a:pt x="1938" y="73"/>
                </a:cubicBezTo>
                <a:cubicBezTo>
                  <a:pt x="1915" y="73"/>
                  <a:pt x="1899" y="83"/>
                  <a:pt x="1899" y="104"/>
                </a:cubicBezTo>
                <a:cubicBezTo>
                  <a:pt x="1899" y="104"/>
                  <a:pt x="1899" y="104"/>
                  <a:pt x="1899" y="104"/>
                </a:cubicBezTo>
                <a:cubicBezTo>
                  <a:pt x="1899" y="123"/>
                  <a:pt x="1914" y="134"/>
                  <a:pt x="1932" y="134"/>
                </a:cubicBezTo>
                <a:cubicBezTo>
                  <a:pt x="1946" y="134"/>
                  <a:pt x="1955" y="129"/>
                  <a:pt x="1962" y="122"/>
                </a:cubicBezTo>
                <a:cubicBezTo>
                  <a:pt x="1962" y="132"/>
                  <a:pt x="1962" y="132"/>
                  <a:pt x="1962" y="132"/>
                </a:cubicBezTo>
                <a:cubicBezTo>
                  <a:pt x="1988" y="132"/>
                  <a:pt x="1988" y="132"/>
                  <a:pt x="1988" y="132"/>
                </a:cubicBezTo>
                <a:cubicBezTo>
                  <a:pt x="1988" y="76"/>
                  <a:pt x="1988" y="76"/>
                  <a:pt x="1988" y="76"/>
                </a:cubicBezTo>
                <a:cubicBezTo>
                  <a:pt x="1988" y="63"/>
                  <a:pt x="1985" y="53"/>
                  <a:pt x="1978" y="46"/>
                </a:cubicBezTo>
                <a:cubicBezTo>
                  <a:pt x="1971" y="39"/>
                  <a:pt x="1960" y="35"/>
                  <a:pt x="1945" y="35"/>
                </a:cubicBezTo>
                <a:close/>
                <a:moveTo>
                  <a:pt x="1962" y="98"/>
                </a:moveTo>
                <a:cubicBezTo>
                  <a:pt x="1962" y="108"/>
                  <a:pt x="1953" y="115"/>
                  <a:pt x="1941" y="115"/>
                </a:cubicBezTo>
                <a:cubicBezTo>
                  <a:pt x="1932" y="115"/>
                  <a:pt x="1926" y="111"/>
                  <a:pt x="1926" y="103"/>
                </a:cubicBezTo>
                <a:cubicBezTo>
                  <a:pt x="1926" y="103"/>
                  <a:pt x="1926" y="103"/>
                  <a:pt x="1926" y="103"/>
                </a:cubicBezTo>
                <a:cubicBezTo>
                  <a:pt x="1926" y="94"/>
                  <a:pt x="1933" y="90"/>
                  <a:pt x="1945" y="90"/>
                </a:cubicBezTo>
                <a:cubicBezTo>
                  <a:pt x="1951" y="90"/>
                  <a:pt x="1957" y="91"/>
                  <a:pt x="1962" y="93"/>
                </a:cubicBezTo>
                <a:lnTo>
                  <a:pt x="1962" y="98"/>
                </a:lnTo>
                <a:close/>
                <a:moveTo>
                  <a:pt x="1193" y="34"/>
                </a:moveTo>
                <a:cubicBezTo>
                  <a:pt x="1163" y="34"/>
                  <a:pt x="1141" y="56"/>
                  <a:pt x="1141" y="84"/>
                </a:cubicBezTo>
                <a:cubicBezTo>
                  <a:pt x="1141" y="84"/>
                  <a:pt x="1141" y="84"/>
                  <a:pt x="1141" y="84"/>
                </a:cubicBezTo>
                <a:cubicBezTo>
                  <a:pt x="1141" y="112"/>
                  <a:pt x="1163" y="134"/>
                  <a:pt x="1193" y="134"/>
                </a:cubicBezTo>
                <a:cubicBezTo>
                  <a:pt x="1223" y="134"/>
                  <a:pt x="1245" y="112"/>
                  <a:pt x="1245" y="84"/>
                </a:cubicBezTo>
                <a:cubicBezTo>
                  <a:pt x="1245" y="84"/>
                  <a:pt x="1245" y="84"/>
                  <a:pt x="1245" y="84"/>
                </a:cubicBezTo>
                <a:cubicBezTo>
                  <a:pt x="1245" y="56"/>
                  <a:pt x="1223" y="34"/>
                  <a:pt x="1193" y="34"/>
                </a:cubicBezTo>
                <a:close/>
                <a:moveTo>
                  <a:pt x="1218" y="84"/>
                </a:moveTo>
                <a:cubicBezTo>
                  <a:pt x="1218" y="99"/>
                  <a:pt x="1209" y="111"/>
                  <a:pt x="1193" y="111"/>
                </a:cubicBezTo>
                <a:cubicBezTo>
                  <a:pt x="1178" y="111"/>
                  <a:pt x="1168" y="98"/>
                  <a:pt x="1168" y="84"/>
                </a:cubicBezTo>
                <a:cubicBezTo>
                  <a:pt x="1168" y="84"/>
                  <a:pt x="1168" y="84"/>
                  <a:pt x="1168" y="84"/>
                </a:cubicBezTo>
                <a:cubicBezTo>
                  <a:pt x="1168" y="70"/>
                  <a:pt x="1177" y="58"/>
                  <a:pt x="1193" y="58"/>
                </a:cubicBezTo>
                <a:cubicBezTo>
                  <a:pt x="1208" y="58"/>
                  <a:pt x="1218" y="70"/>
                  <a:pt x="1218" y="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887607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0490B93F-C25A-476B-A1B0-5F566C0157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5"/>
            <a:ext cx="12188825" cy="6857929"/>
          </a:xfrm>
          <a:prstGeom prst="rect">
            <a:avLst/>
          </a:prstGeom>
        </p:spPr>
      </p:pic>
      <p:sp>
        <p:nvSpPr>
          <p:cNvPr id="56" name="Title 16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750334" y="1527659"/>
            <a:ext cx="9912096" cy="3269709"/>
          </a:xfrm>
          <a:prstGeom prst="rect">
            <a:avLst/>
          </a:prstGeom>
        </p:spPr>
        <p:txBody>
          <a:bodyPr wrap="square" lIns="0" tIns="0" rIns="121899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8000" b="1" kern="1200" cap="none" spc="-15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55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760414" y="5046115"/>
            <a:ext cx="9912096" cy="356616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600" b="0" kern="1200" cap="none" spc="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Date</a:t>
            </a:r>
          </a:p>
        </p:txBody>
      </p:sp>
      <p:sp>
        <p:nvSpPr>
          <p:cNvPr id="49" name="TextBox 48"/>
          <p:cNvSpPr txBox="1"/>
          <p:nvPr userDrawn="1"/>
        </p:nvSpPr>
        <p:spPr>
          <a:xfrm>
            <a:off x="750334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B6BD304-FAC7-4023-9B54-8984F7387559}"/>
              </a:ext>
            </a:extLst>
          </p:cNvPr>
          <p:cNvGrpSpPr>
            <a:grpSpLocks noChangeAspect="1"/>
          </p:cNvGrpSpPr>
          <p:nvPr userDrawn="1"/>
        </p:nvGrpSpPr>
        <p:grpSpPr>
          <a:xfrm rot="16200000">
            <a:off x="10149589" y="2542923"/>
            <a:ext cx="3058160" cy="1020314"/>
            <a:chOff x="547688" y="952500"/>
            <a:chExt cx="12190413" cy="406717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FBBDE3D-E4E2-42E5-9F26-00C1500EFD6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27C222CE-31C9-4AE2-A9DE-A34ECC37F01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710DBB3B-7FB8-4ACB-8FA4-3F2A105B9B9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3E443DA7-CC51-4460-98C4-193A7375074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E1BCDB13-2B5A-46EC-B1D6-C526DEAA84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EDDE8EA-BE8E-4066-AB4A-21CD2743549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EF442D16-F34F-4D4E-A65A-8C3BC17F2F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2" name="Freeform 5">
            <a:extLst>
              <a:ext uri="{FF2B5EF4-FFF2-40B4-BE49-F238E27FC236}">
                <a16:creationId xmlns:a16="http://schemas.microsoft.com/office/drawing/2014/main" id="{B3FDD5DD-E6F7-480C-BC0C-F6AC555BF174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750334" y="762000"/>
            <a:ext cx="3941064" cy="312470"/>
          </a:xfrm>
          <a:custGeom>
            <a:avLst/>
            <a:gdLst>
              <a:gd name="T0" fmla="*/ 557 w 2065"/>
              <a:gd name="T1" fmla="*/ 102 h 161"/>
              <a:gd name="T2" fmla="*/ 510 w 2065"/>
              <a:gd name="T3" fmla="*/ 76 h 161"/>
              <a:gd name="T4" fmla="*/ 583 w 2065"/>
              <a:gd name="T5" fmla="*/ 36 h 161"/>
              <a:gd name="T6" fmla="*/ 641 w 2065"/>
              <a:gd name="T7" fmla="*/ 34 h 161"/>
              <a:gd name="T8" fmla="*/ 2038 w 2065"/>
              <a:gd name="T9" fmla="*/ 1 h 161"/>
              <a:gd name="T10" fmla="*/ 706 w 2065"/>
              <a:gd name="T11" fmla="*/ 59 h 161"/>
              <a:gd name="T12" fmla="*/ 733 w 2065"/>
              <a:gd name="T13" fmla="*/ 100 h 161"/>
              <a:gd name="T14" fmla="*/ 1999 w 2065"/>
              <a:gd name="T15" fmla="*/ 132 h 161"/>
              <a:gd name="T16" fmla="*/ 760 w 2065"/>
              <a:gd name="T17" fmla="*/ 84 h 161"/>
              <a:gd name="T18" fmla="*/ 787 w 2065"/>
              <a:gd name="T19" fmla="*/ 93 h 161"/>
              <a:gd name="T20" fmla="*/ 828 w 2065"/>
              <a:gd name="T21" fmla="*/ 76 h 161"/>
              <a:gd name="T22" fmla="*/ 133 w 2065"/>
              <a:gd name="T23" fmla="*/ 36 h 161"/>
              <a:gd name="T24" fmla="*/ 166 w 2065"/>
              <a:gd name="T25" fmla="*/ 78 h 161"/>
              <a:gd name="T26" fmla="*/ 225 w 2065"/>
              <a:gd name="T27" fmla="*/ 132 h 161"/>
              <a:gd name="T28" fmla="*/ 32 w 2065"/>
              <a:gd name="T29" fmla="*/ 40 h 161"/>
              <a:gd name="T30" fmla="*/ 5 w 2065"/>
              <a:gd name="T31" fmla="*/ 43 h 161"/>
              <a:gd name="T32" fmla="*/ 0 w 2065"/>
              <a:gd name="T33" fmla="*/ 114 h 161"/>
              <a:gd name="T34" fmla="*/ 266 w 2065"/>
              <a:gd name="T35" fmla="*/ 43 h 161"/>
              <a:gd name="T36" fmla="*/ 258 w 2065"/>
              <a:gd name="T37" fmla="*/ 104 h 161"/>
              <a:gd name="T38" fmla="*/ 347 w 2065"/>
              <a:gd name="T39" fmla="*/ 76 h 161"/>
              <a:gd name="T40" fmla="*/ 285 w 2065"/>
              <a:gd name="T41" fmla="*/ 103 h 161"/>
              <a:gd name="T42" fmla="*/ 429 w 2065"/>
              <a:gd name="T43" fmla="*/ 36 h 161"/>
              <a:gd name="T44" fmla="*/ 479 w 2065"/>
              <a:gd name="T45" fmla="*/ 128 h 161"/>
              <a:gd name="T46" fmla="*/ 479 w 2065"/>
              <a:gd name="T47" fmla="*/ 36 h 161"/>
              <a:gd name="T48" fmla="*/ 354 w 2065"/>
              <a:gd name="T49" fmla="*/ 132 h 161"/>
              <a:gd name="T50" fmla="*/ 382 w 2065"/>
              <a:gd name="T51" fmla="*/ 55 h 161"/>
              <a:gd name="T52" fmla="*/ 1387 w 2065"/>
              <a:gd name="T53" fmla="*/ 84 h 161"/>
              <a:gd name="T54" fmla="*/ 1335 w 2065"/>
              <a:gd name="T55" fmla="*/ 58 h 161"/>
              <a:gd name="T56" fmla="*/ 1834 w 2065"/>
              <a:gd name="T57" fmla="*/ 132 h 161"/>
              <a:gd name="T58" fmla="*/ 1748 w 2065"/>
              <a:gd name="T59" fmla="*/ 34 h 161"/>
              <a:gd name="T60" fmla="*/ 1748 w 2065"/>
              <a:gd name="T61" fmla="*/ 34 h 161"/>
              <a:gd name="T62" fmla="*/ 1773 w 2065"/>
              <a:gd name="T63" fmla="*/ 84 h 161"/>
              <a:gd name="T64" fmla="*/ 1465 w 2065"/>
              <a:gd name="T65" fmla="*/ 109 h 161"/>
              <a:gd name="T66" fmla="*/ 1480 w 2065"/>
              <a:gd name="T67" fmla="*/ 148 h 161"/>
              <a:gd name="T68" fmla="*/ 1442 w 2065"/>
              <a:gd name="T69" fmla="*/ 102 h 161"/>
              <a:gd name="T70" fmla="*/ 1675 w 2065"/>
              <a:gd name="T71" fmla="*/ 37 h 161"/>
              <a:gd name="T72" fmla="*/ 1655 w 2065"/>
              <a:gd name="T73" fmla="*/ 7 h 161"/>
              <a:gd name="T74" fmla="*/ 1648 w 2065"/>
              <a:gd name="T75" fmla="*/ 132 h 161"/>
              <a:gd name="T76" fmla="*/ 1526 w 2065"/>
              <a:gd name="T77" fmla="*/ 36 h 161"/>
              <a:gd name="T78" fmla="*/ 1528 w 2065"/>
              <a:gd name="T79" fmla="*/ 161 h 161"/>
              <a:gd name="T80" fmla="*/ 980 w 2065"/>
              <a:gd name="T81" fmla="*/ 49 h 161"/>
              <a:gd name="T82" fmla="*/ 997 w 2065"/>
              <a:gd name="T83" fmla="*/ 59 h 161"/>
              <a:gd name="T84" fmla="*/ 1250 w 2065"/>
              <a:gd name="T85" fmla="*/ 132 h 161"/>
              <a:gd name="T86" fmla="*/ 1075 w 2065"/>
              <a:gd name="T87" fmla="*/ 49 h 161"/>
              <a:gd name="T88" fmla="*/ 1092 w 2065"/>
              <a:gd name="T89" fmla="*/ 59 h 161"/>
              <a:gd name="T90" fmla="*/ 910 w 2065"/>
              <a:gd name="T91" fmla="*/ 111 h 161"/>
              <a:gd name="T92" fmla="*/ 909 w 2065"/>
              <a:gd name="T93" fmla="*/ 34 h 161"/>
              <a:gd name="T94" fmla="*/ 910 w 2065"/>
              <a:gd name="T95" fmla="*/ 111 h 161"/>
              <a:gd name="T96" fmla="*/ 1962 w 2065"/>
              <a:gd name="T97" fmla="*/ 77 h 161"/>
              <a:gd name="T98" fmla="*/ 1962 w 2065"/>
              <a:gd name="T99" fmla="*/ 132 h 161"/>
              <a:gd name="T100" fmla="*/ 1941 w 2065"/>
              <a:gd name="T101" fmla="*/ 115 h 161"/>
              <a:gd name="T102" fmla="*/ 1193 w 2065"/>
              <a:gd name="T103" fmla="*/ 34 h 161"/>
              <a:gd name="T104" fmla="*/ 1193 w 2065"/>
              <a:gd name="T105" fmla="*/ 34 h 161"/>
              <a:gd name="T106" fmla="*/ 1218 w 2065"/>
              <a:gd name="T107" fmla="*/ 84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065" h="161">
                <a:moveTo>
                  <a:pt x="530" y="34"/>
                </a:moveTo>
                <a:cubicBezTo>
                  <a:pt x="502" y="34"/>
                  <a:pt x="483" y="57"/>
                  <a:pt x="483" y="84"/>
                </a:cubicBezTo>
                <a:cubicBezTo>
                  <a:pt x="483" y="84"/>
                  <a:pt x="483" y="84"/>
                  <a:pt x="483" y="84"/>
                </a:cubicBezTo>
                <a:cubicBezTo>
                  <a:pt x="483" y="114"/>
                  <a:pt x="504" y="134"/>
                  <a:pt x="533" y="134"/>
                </a:cubicBezTo>
                <a:cubicBezTo>
                  <a:pt x="551" y="134"/>
                  <a:pt x="563" y="127"/>
                  <a:pt x="572" y="116"/>
                </a:cubicBezTo>
                <a:cubicBezTo>
                  <a:pt x="557" y="102"/>
                  <a:pt x="557" y="102"/>
                  <a:pt x="557" y="102"/>
                </a:cubicBezTo>
                <a:cubicBezTo>
                  <a:pt x="549" y="109"/>
                  <a:pt x="543" y="112"/>
                  <a:pt x="533" y="112"/>
                </a:cubicBezTo>
                <a:cubicBezTo>
                  <a:pt x="521" y="112"/>
                  <a:pt x="513" y="106"/>
                  <a:pt x="510" y="93"/>
                </a:cubicBezTo>
                <a:cubicBezTo>
                  <a:pt x="577" y="93"/>
                  <a:pt x="577" y="93"/>
                  <a:pt x="577" y="93"/>
                </a:cubicBezTo>
                <a:cubicBezTo>
                  <a:pt x="577" y="91"/>
                  <a:pt x="577" y="88"/>
                  <a:pt x="577" y="86"/>
                </a:cubicBezTo>
                <a:cubicBezTo>
                  <a:pt x="577" y="59"/>
                  <a:pt x="563" y="34"/>
                  <a:pt x="530" y="34"/>
                </a:cubicBezTo>
                <a:close/>
                <a:moveTo>
                  <a:pt x="510" y="76"/>
                </a:moveTo>
                <a:cubicBezTo>
                  <a:pt x="512" y="64"/>
                  <a:pt x="519" y="56"/>
                  <a:pt x="530" y="56"/>
                </a:cubicBezTo>
                <a:cubicBezTo>
                  <a:pt x="542" y="56"/>
                  <a:pt x="549" y="64"/>
                  <a:pt x="551" y="76"/>
                </a:cubicBezTo>
                <a:lnTo>
                  <a:pt x="510" y="76"/>
                </a:lnTo>
                <a:close/>
                <a:moveTo>
                  <a:pt x="610" y="55"/>
                </a:moveTo>
                <a:cubicBezTo>
                  <a:pt x="610" y="36"/>
                  <a:pt x="610" y="36"/>
                  <a:pt x="610" y="36"/>
                </a:cubicBezTo>
                <a:cubicBezTo>
                  <a:pt x="583" y="36"/>
                  <a:pt x="583" y="36"/>
                  <a:pt x="583" y="36"/>
                </a:cubicBezTo>
                <a:cubicBezTo>
                  <a:pt x="583" y="132"/>
                  <a:pt x="583" y="132"/>
                  <a:pt x="583" y="132"/>
                </a:cubicBezTo>
                <a:cubicBezTo>
                  <a:pt x="610" y="132"/>
                  <a:pt x="610" y="132"/>
                  <a:pt x="610" y="132"/>
                </a:cubicBezTo>
                <a:cubicBezTo>
                  <a:pt x="610" y="97"/>
                  <a:pt x="610" y="97"/>
                  <a:pt x="610" y="97"/>
                </a:cubicBezTo>
                <a:cubicBezTo>
                  <a:pt x="610" y="74"/>
                  <a:pt x="621" y="63"/>
                  <a:pt x="640" y="63"/>
                </a:cubicBezTo>
                <a:cubicBezTo>
                  <a:pt x="641" y="63"/>
                  <a:pt x="641" y="63"/>
                  <a:pt x="641" y="63"/>
                </a:cubicBezTo>
                <a:cubicBezTo>
                  <a:pt x="641" y="34"/>
                  <a:pt x="641" y="34"/>
                  <a:pt x="641" y="34"/>
                </a:cubicBezTo>
                <a:cubicBezTo>
                  <a:pt x="625" y="33"/>
                  <a:pt x="616" y="42"/>
                  <a:pt x="610" y="55"/>
                </a:cubicBezTo>
                <a:close/>
                <a:moveTo>
                  <a:pt x="2038" y="1"/>
                </a:moveTo>
                <a:cubicBezTo>
                  <a:pt x="2038" y="132"/>
                  <a:pt x="2038" y="132"/>
                  <a:pt x="2038" y="132"/>
                </a:cubicBezTo>
                <a:cubicBezTo>
                  <a:pt x="2065" y="132"/>
                  <a:pt x="2065" y="132"/>
                  <a:pt x="2065" y="132"/>
                </a:cubicBezTo>
                <a:cubicBezTo>
                  <a:pt x="2065" y="1"/>
                  <a:pt x="2065" y="1"/>
                  <a:pt x="2065" y="1"/>
                </a:cubicBezTo>
                <a:lnTo>
                  <a:pt x="2038" y="1"/>
                </a:lnTo>
                <a:close/>
                <a:moveTo>
                  <a:pt x="733" y="11"/>
                </a:moveTo>
                <a:cubicBezTo>
                  <a:pt x="706" y="11"/>
                  <a:pt x="706" y="11"/>
                  <a:pt x="706" y="11"/>
                </a:cubicBezTo>
                <a:cubicBezTo>
                  <a:pt x="706" y="36"/>
                  <a:pt x="706" y="36"/>
                  <a:pt x="706" y="36"/>
                </a:cubicBezTo>
                <a:cubicBezTo>
                  <a:pt x="694" y="36"/>
                  <a:pt x="694" y="36"/>
                  <a:pt x="694" y="36"/>
                </a:cubicBezTo>
                <a:cubicBezTo>
                  <a:pt x="694" y="59"/>
                  <a:pt x="694" y="59"/>
                  <a:pt x="694" y="59"/>
                </a:cubicBezTo>
                <a:cubicBezTo>
                  <a:pt x="706" y="59"/>
                  <a:pt x="706" y="59"/>
                  <a:pt x="706" y="59"/>
                </a:cubicBezTo>
                <a:cubicBezTo>
                  <a:pt x="706" y="105"/>
                  <a:pt x="706" y="105"/>
                  <a:pt x="706" y="105"/>
                </a:cubicBezTo>
                <a:cubicBezTo>
                  <a:pt x="706" y="127"/>
                  <a:pt x="717" y="134"/>
                  <a:pt x="734" y="134"/>
                </a:cubicBezTo>
                <a:cubicBezTo>
                  <a:pt x="743" y="134"/>
                  <a:pt x="750" y="132"/>
                  <a:pt x="755" y="128"/>
                </a:cubicBezTo>
                <a:cubicBezTo>
                  <a:pt x="755" y="106"/>
                  <a:pt x="755" y="106"/>
                  <a:pt x="755" y="106"/>
                </a:cubicBezTo>
                <a:cubicBezTo>
                  <a:pt x="752" y="108"/>
                  <a:pt x="747" y="110"/>
                  <a:pt x="742" y="110"/>
                </a:cubicBezTo>
                <a:cubicBezTo>
                  <a:pt x="736" y="110"/>
                  <a:pt x="733" y="107"/>
                  <a:pt x="733" y="100"/>
                </a:cubicBezTo>
                <a:cubicBezTo>
                  <a:pt x="733" y="59"/>
                  <a:pt x="733" y="59"/>
                  <a:pt x="733" y="59"/>
                </a:cubicBezTo>
                <a:cubicBezTo>
                  <a:pt x="756" y="59"/>
                  <a:pt x="756" y="59"/>
                  <a:pt x="756" y="59"/>
                </a:cubicBezTo>
                <a:cubicBezTo>
                  <a:pt x="756" y="36"/>
                  <a:pt x="756" y="36"/>
                  <a:pt x="756" y="36"/>
                </a:cubicBezTo>
                <a:cubicBezTo>
                  <a:pt x="733" y="36"/>
                  <a:pt x="733" y="36"/>
                  <a:pt x="733" y="36"/>
                </a:cubicBezTo>
                <a:lnTo>
                  <a:pt x="733" y="11"/>
                </a:lnTo>
                <a:close/>
                <a:moveTo>
                  <a:pt x="1999" y="132"/>
                </a:moveTo>
                <a:cubicBezTo>
                  <a:pt x="2027" y="132"/>
                  <a:pt x="2027" y="132"/>
                  <a:pt x="2027" y="132"/>
                </a:cubicBezTo>
                <a:cubicBezTo>
                  <a:pt x="2027" y="1"/>
                  <a:pt x="2027" y="1"/>
                  <a:pt x="2027" y="1"/>
                </a:cubicBezTo>
                <a:cubicBezTo>
                  <a:pt x="1999" y="1"/>
                  <a:pt x="1999" y="1"/>
                  <a:pt x="1999" y="1"/>
                </a:cubicBezTo>
                <a:lnTo>
                  <a:pt x="1999" y="132"/>
                </a:lnTo>
                <a:close/>
                <a:moveTo>
                  <a:pt x="807" y="34"/>
                </a:moveTo>
                <a:cubicBezTo>
                  <a:pt x="779" y="34"/>
                  <a:pt x="760" y="57"/>
                  <a:pt x="760" y="84"/>
                </a:cubicBezTo>
                <a:cubicBezTo>
                  <a:pt x="760" y="84"/>
                  <a:pt x="760" y="84"/>
                  <a:pt x="760" y="84"/>
                </a:cubicBezTo>
                <a:cubicBezTo>
                  <a:pt x="760" y="114"/>
                  <a:pt x="781" y="134"/>
                  <a:pt x="810" y="134"/>
                </a:cubicBezTo>
                <a:cubicBezTo>
                  <a:pt x="827" y="134"/>
                  <a:pt x="840" y="127"/>
                  <a:pt x="849" y="116"/>
                </a:cubicBezTo>
                <a:cubicBezTo>
                  <a:pt x="834" y="102"/>
                  <a:pt x="834" y="102"/>
                  <a:pt x="834" y="102"/>
                </a:cubicBezTo>
                <a:cubicBezTo>
                  <a:pt x="826" y="109"/>
                  <a:pt x="820" y="112"/>
                  <a:pt x="810" y="112"/>
                </a:cubicBezTo>
                <a:cubicBezTo>
                  <a:pt x="798" y="112"/>
                  <a:pt x="790" y="106"/>
                  <a:pt x="787" y="93"/>
                </a:cubicBezTo>
                <a:cubicBezTo>
                  <a:pt x="854" y="93"/>
                  <a:pt x="854" y="93"/>
                  <a:pt x="854" y="93"/>
                </a:cubicBezTo>
                <a:cubicBezTo>
                  <a:pt x="854" y="91"/>
                  <a:pt x="854" y="88"/>
                  <a:pt x="854" y="86"/>
                </a:cubicBezTo>
                <a:cubicBezTo>
                  <a:pt x="854" y="59"/>
                  <a:pt x="839" y="34"/>
                  <a:pt x="807" y="34"/>
                </a:cubicBezTo>
                <a:close/>
                <a:moveTo>
                  <a:pt x="787" y="76"/>
                </a:moveTo>
                <a:cubicBezTo>
                  <a:pt x="789" y="64"/>
                  <a:pt x="796" y="56"/>
                  <a:pt x="807" y="56"/>
                </a:cubicBezTo>
                <a:cubicBezTo>
                  <a:pt x="819" y="56"/>
                  <a:pt x="826" y="64"/>
                  <a:pt x="828" y="76"/>
                </a:cubicBezTo>
                <a:lnTo>
                  <a:pt x="787" y="76"/>
                </a:lnTo>
                <a:close/>
                <a:moveTo>
                  <a:pt x="220" y="34"/>
                </a:moveTo>
                <a:cubicBezTo>
                  <a:pt x="207" y="34"/>
                  <a:pt x="197" y="39"/>
                  <a:pt x="189" y="49"/>
                </a:cubicBezTo>
                <a:cubicBezTo>
                  <a:pt x="184" y="40"/>
                  <a:pt x="174" y="34"/>
                  <a:pt x="161" y="34"/>
                </a:cubicBezTo>
                <a:cubicBezTo>
                  <a:pt x="148" y="34"/>
                  <a:pt x="139" y="41"/>
                  <a:pt x="133" y="50"/>
                </a:cubicBezTo>
                <a:cubicBezTo>
                  <a:pt x="133" y="36"/>
                  <a:pt x="133" y="36"/>
                  <a:pt x="133" y="36"/>
                </a:cubicBezTo>
                <a:cubicBezTo>
                  <a:pt x="106" y="36"/>
                  <a:pt x="106" y="36"/>
                  <a:pt x="106" y="36"/>
                </a:cubicBezTo>
                <a:cubicBezTo>
                  <a:pt x="106" y="132"/>
                  <a:pt x="106" y="132"/>
                  <a:pt x="106" y="132"/>
                </a:cubicBezTo>
                <a:cubicBezTo>
                  <a:pt x="133" y="132"/>
                  <a:pt x="133" y="132"/>
                  <a:pt x="133" y="132"/>
                </a:cubicBezTo>
                <a:cubicBezTo>
                  <a:pt x="133" y="78"/>
                  <a:pt x="133" y="78"/>
                  <a:pt x="133" y="78"/>
                </a:cubicBezTo>
                <a:cubicBezTo>
                  <a:pt x="133" y="65"/>
                  <a:pt x="139" y="59"/>
                  <a:pt x="150" y="59"/>
                </a:cubicBezTo>
                <a:cubicBezTo>
                  <a:pt x="160" y="59"/>
                  <a:pt x="166" y="65"/>
                  <a:pt x="166" y="78"/>
                </a:cubicBezTo>
                <a:cubicBezTo>
                  <a:pt x="166" y="132"/>
                  <a:pt x="166" y="132"/>
                  <a:pt x="166" y="132"/>
                </a:cubicBezTo>
                <a:cubicBezTo>
                  <a:pt x="193" y="132"/>
                  <a:pt x="193" y="132"/>
                  <a:pt x="193" y="132"/>
                </a:cubicBezTo>
                <a:cubicBezTo>
                  <a:pt x="193" y="78"/>
                  <a:pt x="193" y="78"/>
                  <a:pt x="193" y="78"/>
                </a:cubicBezTo>
                <a:cubicBezTo>
                  <a:pt x="193" y="65"/>
                  <a:pt x="199" y="59"/>
                  <a:pt x="209" y="59"/>
                </a:cubicBezTo>
                <a:cubicBezTo>
                  <a:pt x="220" y="59"/>
                  <a:pt x="225" y="65"/>
                  <a:pt x="225" y="78"/>
                </a:cubicBezTo>
                <a:cubicBezTo>
                  <a:pt x="225" y="132"/>
                  <a:pt x="225" y="132"/>
                  <a:pt x="225" y="132"/>
                </a:cubicBezTo>
                <a:cubicBezTo>
                  <a:pt x="253" y="132"/>
                  <a:pt x="253" y="132"/>
                  <a:pt x="253" y="132"/>
                </a:cubicBezTo>
                <a:cubicBezTo>
                  <a:pt x="253" y="69"/>
                  <a:pt x="253" y="69"/>
                  <a:pt x="253" y="69"/>
                </a:cubicBezTo>
                <a:cubicBezTo>
                  <a:pt x="253" y="46"/>
                  <a:pt x="240" y="34"/>
                  <a:pt x="220" y="34"/>
                </a:cubicBezTo>
                <a:close/>
                <a:moveTo>
                  <a:pt x="59" y="57"/>
                </a:moveTo>
                <a:cubicBezTo>
                  <a:pt x="38" y="51"/>
                  <a:pt x="32" y="49"/>
                  <a:pt x="32" y="40"/>
                </a:cubicBezTo>
                <a:cubicBezTo>
                  <a:pt x="32" y="40"/>
                  <a:pt x="32" y="40"/>
                  <a:pt x="32" y="40"/>
                </a:cubicBezTo>
                <a:cubicBezTo>
                  <a:pt x="32" y="34"/>
                  <a:pt x="38" y="29"/>
                  <a:pt x="48" y="29"/>
                </a:cubicBezTo>
                <a:cubicBezTo>
                  <a:pt x="59" y="29"/>
                  <a:pt x="70" y="34"/>
                  <a:pt x="81" y="41"/>
                </a:cubicBezTo>
                <a:cubicBezTo>
                  <a:pt x="95" y="21"/>
                  <a:pt x="95" y="21"/>
                  <a:pt x="95" y="21"/>
                </a:cubicBezTo>
                <a:cubicBezTo>
                  <a:pt x="83" y="10"/>
                  <a:pt x="67" y="5"/>
                  <a:pt x="49" y="5"/>
                </a:cubicBezTo>
                <a:cubicBezTo>
                  <a:pt x="23" y="5"/>
                  <a:pt x="5" y="20"/>
                  <a:pt x="5" y="43"/>
                </a:cubicBezTo>
                <a:cubicBezTo>
                  <a:pt x="5" y="43"/>
                  <a:pt x="5" y="43"/>
                  <a:pt x="5" y="43"/>
                </a:cubicBezTo>
                <a:cubicBezTo>
                  <a:pt x="5" y="68"/>
                  <a:pt x="21" y="75"/>
                  <a:pt x="46" y="81"/>
                </a:cubicBezTo>
                <a:cubicBezTo>
                  <a:pt x="67" y="87"/>
                  <a:pt x="72" y="90"/>
                  <a:pt x="72" y="97"/>
                </a:cubicBezTo>
                <a:cubicBezTo>
                  <a:pt x="72" y="98"/>
                  <a:pt x="72" y="98"/>
                  <a:pt x="72" y="98"/>
                </a:cubicBezTo>
                <a:cubicBezTo>
                  <a:pt x="72" y="105"/>
                  <a:pt x="65" y="109"/>
                  <a:pt x="54" y="109"/>
                </a:cubicBezTo>
                <a:cubicBezTo>
                  <a:pt x="39" y="109"/>
                  <a:pt x="27" y="104"/>
                  <a:pt x="16" y="94"/>
                </a:cubicBezTo>
                <a:cubicBezTo>
                  <a:pt x="0" y="114"/>
                  <a:pt x="0" y="114"/>
                  <a:pt x="0" y="114"/>
                </a:cubicBezTo>
                <a:cubicBezTo>
                  <a:pt x="15" y="127"/>
                  <a:pt x="34" y="134"/>
                  <a:pt x="53" y="134"/>
                </a:cubicBezTo>
                <a:cubicBezTo>
                  <a:pt x="80" y="134"/>
                  <a:pt x="99" y="120"/>
                  <a:pt x="99" y="95"/>
                </a:cubicBezTo>
                <a:cubicBezTo>
                  <a:pt x="99" y="95"/>
                  <a:pt x="99" y="95"/>
                  <a:pt x="99" y="95"/>
                </a:cubicBezTo>
                <a:cubicBezTo>
                  <a:pt x="99" y="73"/>
                  <a:pt x="85" y="63"/>
                  <a:pt x="59" y="57"/>
                </a:cubicBezTo>
                <a:close/>
                <a:moveTo>
                  <a:pt x="304" y="35"/>
                </a:moveTo>
                <a:cubicBezTo>
                  <a:pt x="287" y="35"/>
                  <a:pt x="277" y="38"/>
                  <a:pt x="266" y="43"/>
                </a:cubicBezTo>
                <a:cubicBezTo>
                  <a:pt x="273" y="63"/>
                  <a:pt x="273" y="63"/>
                  <a:pt x="273" y="63"/>
                </a:cubicBezTo>
                <a:cubicBezTo>
                  <a:pt x="282" y="60"/>
                  <a:pt x="289" y="58"/>
                  <a:pt x="300" y="58"/>
                </a:cubicBezTo>
                <a:cubicBezTo>
                  <a:pt x="313" y="58"/>
                  <a:pt x="320" y="64"/>
                  <a:pt x="320" y="76"/>
                </a:cubicBezTo>
                <a:cubicBezTo>
                  <a:pt x="320" y="77"/>
                  <a:pt x="320" y="77"/>
                  <a:pt x="320" y="77"/>
                </a:cubicBezTo>
                <a:cubicBezTo>
                  <a:pt x="314" y="75"/>
                  <a:pt x="307" y="73"/>
                  <a:pt x="297" y="73"/>
                </a:cubicBezTo>
                <a:cubicBezTo>
                  <a:pt x="274" y="73"/>
                  <a:pt x="258" y="83"/>
                  <a:pt x="258" y="104"/>
                </a:cubicBezTo>
                <a:cubicBezTo>
                  <a:pt x="258" y="104"/>
                  <a:pt x="258" y="104"/>
                  <a:pt x="258" y="104"/>
                </a:cubicBezTo>
                <a:cubicBezTo>
                  <a:pt x="258" y="123"/>
                  <a:pt x="273" y="134"/>
                  <a:pt x="291" y="134"/>
                </a:cubicBezTo>
                <a:cubicBezTo>
                  <a:pt x="304" y="134"/>
                  <a:pt x="314" y="129"/>
                  <a:pt x="320" y="122"/>
                </a:cubicBezTo>
                <a:cubicBezTo>
                  <a:pt x="320" y="132"/>
                  <a:pt x="320" y="132"/>
                  <a:pt x="320" y="132"/>
                </a:cubicBezTo>
                <a:cubicBezTo>
                  <a:pt x="347" y="132"/>
                  <a:pt x="347" y="132"/>
                  <a:pt x="347" y="132"/>
                </a:cubicBezTo>
                <a:cubicBezTo>
                  <a:pt x="347" y="76"/>
                  <a:pt x="347" y="76"/>
                  <a:pt x="347" y="76"/>
                </a:cubicBezTo>
                <a:cubicBezTo>
                  <a:pt x="347" y="63"/>
                  <a:pt x="343" y="53"/>
                  <a:pt x="336" y="46"/>
                </a:cubicBezTo>
                <a:cubicBezTo>
                  <a:pt x="329" y="39"/>
                  <a:pt x="319" y="35"/>
                  <a:pt x="304" y="35"/>
                </a:cubicBezTo>
                <a:close/>
                <a:moveTo>
                  <a:pt x="321" y="98"/>
                </a:moveTo>
                <a:cubicBezTo>
                  <a:pt x="321" y="108"/>
                  <a:pt x="312" y="115"/>
                  <a:pt x="299" y="115"/>
                </a:cubicBezTo>
                <a:cubicBezTo>
                  <a:pt x="291" y="115"/>
                  <a:pt x="285" y="111"/>
                  <a:pt x="285" y="103"/>
                </a:cubicBezTo>
                <a:cubicBezTo>
                  <a:pt x="285" y="103"/>
                  <a:pt x="285" y="103"/>
                  <a:pt x="285" y="103"/>
                </a:cubicBezTo>
                <a:cubicBezTo>
                  <a:pt x="285" y="94"/>
                  <a:pt x="292" y="90"/>
                  <a:pt x="303" y="90"/>
                </a:cubicBezTo>
                <a:cubicBezTo>
                  <a:pt x="310" y="90"/>
                  <a:pt x="316" y="91"/>
                  <a:pt x="321" y="93"/>
                </a:cubicBezTo>
                <a:lnTo>
                  <a:pt x="321" y="98"/>
                </a:lnTo>
                <a:close/>
                <a:moveTo>
                  <a:pt x="457" y="11"/>
                </a:moveTo>
                <a:cubicBezTo>
                  <a:pt x="429" y="11"/>
                  <a:pt x="429" y="11"/>
                  <a:pt x="429" y="11"/>
                </a:cubicBezTo>
                <a:cubicBezTo>
                  <a:pt x="429" y="36"/>
                  <a:pt x="429" y="36"/>
                  <a:pt x="429" y="36"/>
                </a:cubicBezTo>
                <a:cubicBezTo>
                  <a:pt x="418" y="36"/>
                  <a:pt x="418" y="36"/>
                  <a:pt x="418" y="36"/>
                </a:cubicBezTo>
                <a:cubicBezTo>
                  <a:pt x="418" y="59"/>
                  <a:pt x="418" y="59"/>
                  <a:pt x="418" y="59"/>
                </a:cubicBezTo>
                <a:cubicBezTo>
                  <a:pt x="429" y="59"/>
                  <a:pt x="429" y="59"/>
                  <a:pt x="429" y="59"/>
                </a:cubicBezTo>
                <a:cubicBezTo>
                  <a:pt x="429" y="105"/>
                  <a:pt x="429" y="105"/>
                  <a:pt x="429" y="105"/>
                </a:cubicBezTo>
                <a:cubicBezTo>
                  <a:pt x="429" y="127"/>
                  <a:pt x="441" y="134"/>
                  <a:pt x="457" y="134"/>
                </a:cubicBezTo>
                <a:cubicBezTo>
                  <a:pt x="466" y="134"/>
                  <a:pt x="473" y="132"/>
                  <a:pt x="479" y="128"/>
                </a:cubicBezTo>
                <a:cubicBezTo>
                  <a:pt x="479" y="106"/>
                  <a:pt x="479" y="106"/>
                  <a:pt x="479" y="106"/>
                </a:cubicBezTo>
                <a:cubicBezTo>
                  <a:pt x="475" y="108"/>
                  <a:pt x="470" y="110"/>
                  <a:pt x="465" y="110"/>
                </a:cubicBezTo>
                <a:cubicBezTo>
                  <a:pt x="459" y="110"/>
                  <a:pt x="457" y="107"/>
                  <a:pt x="457" y="100"/>
                </a:cubicBezTo>
                <a:cubicBezTo>
                  <a:pt x="457" y="59"/>
                  <a:pt x="457" y="59"/>
                  <a:pt x="457" y="59"/>
                </a:cubicBezTo>
                <a:cubicBezTo>
                  <a:pt x="479" y="59"/>
                  <a:pt x="479" y="59"/>
                  <a:pt x="479" y="59"/>
                </a:cubicBezTo>
                <a:cubicBezTo>
                  <a:pt x="479" y="36"/>
                  <a:pt x="479" y="36"/>
                  <a:pt x="479" y="36"/>
                </a:cubicBezTo>
                <a:cubicBezTo>
                  <a:pt x="457" y="36"/>
                  <a:pt x="457" y="36"/>
                  <a:pt x="457" y="36"/>
                </a:cubicBezTo>
                <a:lnTo>
                  <a:pt x="457" y="11"/>
                </a:lnTo>
                <a:close/>
                <a:moveTo>
                  <a:pt x="382" y="55"/>
                </a:moveTo>
                <a:cubicBezTo>
                  <a:pt x="382" y="36"/>
                  <a:pt x="382" y="36"/>
                  <a:pt x="382" y="36"/>
                </a:cubicBezTo>
                <a:cubicBezTo>
                  <a:pt x="354" y="36"/>
                  <a:pt x="354" y="36"/>
                  <a:pt x="354" y="36"/>
                </a:cubicBezTo>
                <a:cubicBezTo>
                  <a:pt x="354" y="132"/>
                  <a:pt x="354" y="132"/>
                  <a:pt x="354" y="132"/>
                </a:cubicBezTo>
                <a:cubicBezTo>
                  <a:pt x="382" y="132"/>
                  <a:pt x="382" y="132"/>
                  <a:pt x="382" y="132"/>
                </a:cubicBezTo>
                <a:cubicBezTo>
                  <a:pt x="382" y="97"/>
                  <a:pt x="382" y="97"/>
                  <a:pt x="382" y="97"/>
                </a:cubicBezTo>
                <a:cubicBezTo>
                  <a:pt x="382" y="74"/>
                  <a:pt x="393" y="63"/>
                  <a:pt x="411" y="63"/>
                </a:cubicBezTo>
                <a:cubicBezTo>
                  <a:pt x="412" y="63"/>
                  <a:pt x="412" y="63"/>
                  <a:pt x="412" y="63"/>
                </a:cubicBezTo>
                <a:cubicBezTo>
                  <a:pt x="412" y="34"/>
                  <a:pt x="412" y="34"/>
                  <a:pt x="412" y="34"/>
                </a:cubicBezTo>
                <a:cubicBezTo>
                  <a:pt x="396" y="33"/>
                  <a:pt x="387" y="42"/>
                  <a:pt x="382" y="55"/>
                </a:cubicBezTo>
                <a:close/>
                <a:moveTo>
                  <a:pt x="1335" y="34"/>
                </a:moveTo>
                <a:cubicBezTo>
                  <a:pt x="1305" y="34"/>
                  <a:pt x="1283" y="56"/>
                  <a:pt x="1283" y="84"/>
                </a:cubicBezTo>
                <a:cubicBezTo>
                  <a:pt x="1283" y="84"/>
                  <a:pt x="1283" y="84"/>
                  <a:pt x="1283" y="84"/>
                </a:cubicBezTo>
                <a:cubicBezTo>
                  <a:pt x="1283" y="112"/>
                  <a:pt x="1305" y="134"/>
                  <a:pt x="1335" y="134"/>
                </a:cubicBezTo>
                <a:cubicBezTo>
                  <a:pt x="1365" y="134"/>
                  <a:pt x="1387" y="112"/>
                  <a:pt x="1387" y="84"/>
                </a:cubicBezTo>
                <a:cubicBezTo>
                  <a:pt x="1387" y="84"/>
                  <a:pt x="1387" y="84"/>
                  <a:pt x="1387" y="84"/>
                </a:cubicBezTo>
                <a:cubicBezTo>
                  <a:pt x="1387" y="56"/>
                  <a:pt x="1365" y="34"/>
                  <a:pt x="1335" y="34"/>
                </a:cubicBezTo>
                <a:close/>
                <a:moveTo>
                  <a:pt x="1360" y="84"/>
                </a:moveTo>
                <a:cubicBezTo>
                  <a:pt x="1360" y="99"/>
                  <a:pt x="1351" y="111"/>
                  <a:pt x="1335" y="111"/>
                </a:cubicBezTo>
                <a:cubicBezTo>
                  <a:pt x="1320" y="111"/>
                  <a:pt x="1310" y="98"/>
                  <a:pt x="1310" y="84"/>
                </a:cubicBezTo>
                <a:cubicBezTo>
                  <a:pt x="1310" y="84"/>
                  <a:pt x="1310" y="84"/>
                  <a:pt x="1310" y="84"/>
                </a:cubicBezTo>
                <a:cubicBezTo>
                  <a:pt x="1310" y="70"/>
                  <a:pt x="1319" y="58"/>
                  <a:pt x="1335" y="58"/>
                </a:cubicBezTo>
                <a:cubicBezTo>
                  <a:pt x="1350" y="58"/>
                  <a:pt x="1360" y="70"/>
                  <a:pt x="1360" y="84"/>
                </a:cubicBezTo>
                <a:close/>
                <a:moveTo>
                  <a:pt x="1834" y="55"/>
                </a:moveTo>
                <a:cubicBezTo>
                  <a:pt x="1834" y="36"/>
                  <a:pt x="1834" y="36"/>
                  <a:pt x="1834" y="36"/>
                </a:cubicBezTo>
                <a:cubicBezTo>
                  <a:pt x="1807" y="36"/>
                  <a:pt x="1807" y="36"/>
                  <a:pt x="1807" y="36"/>
                </a:cubicBezTo>
                <a:cubicBezTo>
                  <a:pt x="1807" y="132"/>
                  <a:pt x="1807" y="132"/>
                  <a:pt x="1807" y="132"/>
                </a:cubicBezTo>
                <a:cubicBezTo>
                  <a:pt x="1834" y="132"/>
                  <a:pt x="1834" y="132"/>
                  <a:pt x="1834" y="132"/>
                </a:cubicBezTo>
                <a:cubicBezTo>
                  <a:pt x="1834" y="97"/>
                  <a:pt x="1834" y="97"/>
                  <a:pt x="1834" y="97"/>
                </a:cubicBezTo>
                <a:cubicBezTo>
                  <a:pt x="1834" y="74"/>
                  <a:pt x="1845" y="63"/>
                  <a:pt x="1863" y="63"/>
                </a:cubicBezTo>
                <a:cubicBezTo>
                  <a:pt x="1865" y="63"/>
                  <a:pt x="1865" y="63"/>
                  <a:pt x="1865" y="63"/>
                </a:cubicBezTo>
                <a:cubicBezTo>
                  <a:pt x="1865" y="34"/>
                  <a:pt x="1865" y="34"/>
                  <a:pt x="1865" y="34"/>
                </a:cubicBezTo>
                <a:cubicBezTo>
                  <a:pt x="1848" y="33"/>
                  <a:pt x="1839" y="42"/>
                  <a:pt x="1834" y="55"/>
                </a:cubicBezTo>
                <a:close/>
                <a:moveTo>
                  <a:pt x="1748" y="34"/>
                </a:moveTo>
                <a:cubicBezTo>
                  <a:pt x="1718" y="34"/>
                  <a:pt x="1696" y="56"/>
                  <a:pt x="1696" y="84"/>
                </a:cubicBezTo>
                <a:cubicBezTo>
                  <a:pt x="1696" y="84"/>
                  <a:pt x="1696" y="84"/>
                  <a:pt x="1696" y="84"/>
                </a:cubicBezTo>
                <a:cubicBezTo>
                  <a:pt x="1696" y="112"/>
                  <a:pt x="1718" y="134"/>
                  <a:pt x="1748" y="134"/>
                </a:cubicBezTo>
                <a:cubicBezTo>
                  <a:pt x="1778" y="134"/>
                  <a:pt x="1800" y="112"/>
                  <a:pt x="1800" y="84"/>
                </a:cubicBezTo>
                <a:cubicBezTo>
                  <a:pt x="1800" y="84"/>
                  <a:pt x="1800" y="84"/>
                  <a:pt x="1800" y="84"/>
                </a:cubicBezTo>
                <a:cubicBezTo>
                  <a:pt x="1800" y="56"/>
                  <a:pt x="1778" y="34"/>
                  <a:pt x="1748" y="34"/>
                </a:cubicBezTo>
                <a:close/>
                <a:moveTo>
                  <a:pt x="1773" y="84"/>
                </a:moveTo>
                <a:cubicBezTo>
                  <a:pt x="1773" y="99"/>
                  <a:pt x="1764" y="111"/>
                  <a:pt x="1748" y="111"/>
                </a:cubicBezTo>
                <a:cubicBezTo>
                  <a:pt x="1733" y="111"/>
                  <a:pt x="1723" y="98"/>
                  <a:pt x="1723" y="84"/>
                </a:cubicBezTo>
                <a:cubicBezTo>
                  <a:pt x="1723" y="84"/>
                  <a:pt x="1723" y="84"/>
                  <a:pt x="1723" y="84"/>
                </a:cubicBezTo>
                <a:cubicBezTo>
                  <a:pt x="1723" y="70"/>
                  <a:pt x="1732" y="58"/>
                  <a:pt x="1748" y="58"/>
                </a:cubicBezTo>
                <a:cubicBezTo>
                  <a:pt x="1763" y="58"/>
                  <a:pt x="1773" y="70"/>
                  <a:pt x="1773" y="84"/>
                </a:cubicBezTo>
                <a:close/>
                <a:moveTo>
                  <a:pt x="1465" y="48"/>
                </a:moveTo>
                <a:cubicBezTo>
                  <a:pt x="1458" y="40"/>
                  <a:pt x="1449" y="34"/>
                  <a:pt x="1434" y="34"/>
                </a:cubicBezTo>
                <a:cubicBezTo>
                  <a:pt x="1412" y="34"/>
                  <a:pt x="1391" y="50"/>
                  <a:pt x="1391" y="79"/>
                </a:cubicBezTo>
                <a:cubicBezTo>
                  <a:pt x="1391" y="79"/>
                  <a:pt x="1391" y="79"/>
                  <a:pt x="1391" y="79"/>
                </a:cubicBezTo>
                <a:cubicBezTo>
                  <a:pt x="1391" y="108"/>
                  <a:pt x="1412" y="124"/>
                  <a:pt x="1434" y="124"/>
                </a:cubicBezTo>
                <a:cubicBezTo>
                  <a:pt x="1448" y="124"/>
                  <a:pt x="1457" y="118"/>
                  <a:pt x="1465" y="109"/>
                </a:cubicBezTo>
                <a:cubicBezTo>
                  <a:pt x="1465" y="113"/>
                  <a:pt x="1465" y="113"/>
                  <a:pt x="1465" y="113"/>
                </a:cubicBezTo>
                <a:cubicBezTo>
                  <a:pt x="1465" y="130"/>
                  <a:pt x="1457" y="139"/>
                  <a:pt x="1438" y="139"/>
                </a:cubicBezTo>
                <a:cubicBezTo>
                  <a:pt x="1425" y="139"/>
                  <a:pt x="1415" y="136"/>
                  <a:pt x="1405" y="131"/>
                </a:cubicBezTo>
                <a:cubicBezTo>
                  <a:pt x="1396" y="151"/>
                  <a:pt x="1396" y="151"/>
                  <a:pt x="1396" y="151"/>
                </a:cubicBezTo>
                <a:cubicBezTo>
                  <a:pt x="1408" y="158"/>
                  <a:pt x="1423" y="161"/>
                  <a:pt x="1439" y="161"/>
                </a:cubicBezTo>
                <a:cubicBezTo>
                  <a:pt x="1457" y="161"/>
                  <a:pt x="1471" y="157"/>
                  <a:pt x="1480" y="148"/>
                </a:cubicBezTo>
                <a:cubicBezTo>
                  <a:pt x="1488" y="140"/>
                  <a:pt x="1492" y="128"/>
                  <a:pt x="1492" y="110"/>
                </a:cubicBezTo>
                <a:cubicBezTo>
                  <a:pt x="1492" y="36"/>
                  <a:pt x="1492" y="36"/>
                  <a:pt x="1492" y="36"/>
                </a:cubicBezTo>
                <a:cubicBezTo>
                  <a:pt x="1465" y="36"/>
                  <a:pt x="1465" y="36"/>
                  <a:pt x="1465" y="36"/>
                </a:cubicBezTo>
                <a:lnTo>
                  <a:pt x="1465" y="48"/>
                </a:lnTo>
                <a:close/>
                <a:moveTo>
                  <a:pt x="1465" y="79"/>
                </a:moveTo>
                <a:cubicBezTo>
                  <a:pt x="1465" y="92"/>
                  <a:pt x="1455" y="102"/>
                  <a:pt x="1442" y="102"/>
                </a:cubicBezTo>
                <a:cubicBezTo>
                  <a:pt x="1429" y="102"/>
                  <a:pt x="1419" y="93"/>
                  <a:pt x="1419" y="79"/>
                </a:cubicBezTo>
                <a:cubicBezTo>
                  <a:pt x="1419" y="79"/>
                  <a:pt x="1419" y="79"/>
                  <a:pt x="1419" y="79"/>
                </a:cubicBezTo>
                <a:cubicBezTo>
                  <a:pt x="1419" y="66"/>
                  <a:pt x="1429" y="57"/>
                  <a:pt x="1442" y="57"/>
                </a:cubicBezTo>
                <a:cubicBezTo>
                  <a:pt x="1455" y="57"/>
                  <a:pt x="1465" y="66"/>
                  <a:pt x="1465" y="79"/>
                </a:cubicBezTo>
                <a:close/>
                <a:moveTo>
                  <a:pt x="1697" y="37"/>
                </a:moveTo>
                <a:cubicBezTo>
                  <a:pt x="1675" y="37"/>
                  <a:pt x="1675" y="37"/>
                  <a:pt x="1675" y="37"/>
                </a:cubicBezTo>
                <a:cubicBezTo>
                  <a:pt x="1675" y="33"/>
                  <a:pt x="1675" y="33"/>
                  <a:pt x="1675" y="33"/>
                </a:cubicBezTo>
                <a:cubicBezTo>
                  <a:pt x="1675" y="26"/>
                  <a:pt x="1678" y="23"/>
                  <a:pt x="1684" y="23"/>
                </a:cubicBezTo>
                <a:cubicBezTo>
                  <a:pt x="1689" y="23"/>
                  <a:pt x="1693" y="24"/>
                  <a:pt x="1697" y="25"/>
                </a:cubicBezTo>
                <a:cubicBezTo>
                  <a:pt x="1697" y="2"/>
                  <a:pt x="1697" y="2"/>
                  <a:pt x="1697" y="2"/>
                </a:cubicBezTo>
                <a:cubicBezTo>
                  <a:pt x="1692" y="1"/>
                  <a:pt x="1686" y="0"/>
                  <a:pt x="1677" y="0"/>
                </a:cubicBezTo>
                <a:cubicBezTo>
                  <a:pt x="1668" y="0"/>
                  <a:pt x="1660" y="2"/>
                  <a:pt x="1655" y="7"/>
                </a:cubicBezTo>
                <a:cubicBezTo>
                  <a:pt x="1650" y="12"/>
                  <a:pt x="1648" y="20"/>
                  <a:pt x="1648" y="31"/>
                </a:cubicBezTo>
                <a:cubicBezTo>
                  <a:pt x="1648" y="37"/>
                  <a:pt x="1648" y="37"/>
                  <a:pt x="1648" y="37"/>
                </a:cubicBezTo>
                <a:cubicBezTo>
                  <a:pt x="1636" y="37"/>
                  <a:pt x="1636" y="37"/>
                  <a:pt x="1636" y="37"/>
                </a:cubicBezTo>
                <a:cubicBezTo>
                  <a:pt x="1636" y="59"/>
                  <a:pt x="1636" y="59"/>
                  <a:pt x="1636" y="59"/>
                </a:cubicBezTo>
                <a:cubicBezTo>
                  <a:pt x="1648" y="59"/>
                  <a:pt x="1648" y="59"/>
                  <a:pt x="1648" y="59"/>
                </a:cubicBezTo>
                <a:cubicBezTo>
                  <a:pt x="1648" y="132"/>
                  <a:pt x="1648" y="132"/>
                  <a:pt x="1648" y="132"/>
                </a:cubicBezTo>
                <a:cubicBezTo>
                  <a:pt x="1675" y="132"/>
                  <a:pt x="1675" y="132"/>
                  <a:pt x="1675" y="132"/>
                </a:cubicBezTo>
                <a:cubicBezTo>
                  <a:pt x="1675" y="59"/>
                  <a:pt x="1675" y="59"/>
                  <a:pt x="1675" y="59"/>
                </a:cubicBezTo>
                <a:cubicBezTo>
                  <a:pt x="1697" y="59"/>
                  <a:pt x="1697" y="59"/>
                  <a:pt x="1697" y="59"/>
                </a:cubicBezTo>
                <a:lnTo>
                  <a:pt x="1697" y="37"/>
                </a:lnTo>
                <a:close/>
                <a:moveTo>
                  <a:pt x="1548" y="101"/>
                </a:moveTo>
                <a:cubicBezTo>
                  <a:pt x="1526" y="36"/>
                  <a:pt x="1526" y="36"/>
                  <a:pt x="1526" y="36"/>
                </a:cubicBezTo>
                <a:cubicBezTo>
                  <a:pt x="1497" y="36"/>
                  <a:pt x="1497" y="36"/>
                  <a:pt x="1497" y="36"/>
                </a:cubicBezTo>
                <a:cubicBezTo>
                  <a:pt x="1535" y="132"/>
                  <a:pt x="1535" y="132"/>
                  <a:pt x="1535" y="132"/>
                </a:cubicBezTo>
                <a:cubicBezTo>
                  <a:pt x="1532" y="137"/>
                  <a:pt x="1530" y="139"/>
                  <a:pt x="1525" y="139"/>
                </a:cubicBezTo>
                <a:cubicBezTo>
                  <a:pt x="1521" y="139"/>
                  <a:pt x="1517" y="137"/>
                  <a:pt x="1513" y="135"/>
                </a:cubicBezTo>
                <a:cubicBezTo>
                  <a:pt x="1504" y="155"/>
                  <a:pt x="1504" y="155"/>
                  <a:pt x="1504" y="155"/>
                </a:cubicBezTo>
                <a:cubicBezTo>
                  <a:pt x="1511" y="159"/>
                  <a:pt x="1519" y="161"/>
                  <a:pt x="1528" y="161"/>
                </a:cubicBezTo>
                <a:cubicBezTo>
                  <a:pt x="1545" y="161"/>
                  <a:pt x="1553" y="154"/>
                  <a:pt x="1560" y="134"/>
                </a:cubicBezTo>
                <a:cubicBezTo>
                  <a:pt x="1597" y="36"/>
                  <a:pt x="1597" y="36"/>
                  <a:pt x="1597" y="36"/>
                </a:cubicBezTo>
                <a:cubicBezTo>
                  <a:pt x="1569" y="36"/>
                  <a:pt x="1569" y="36"/>
                  <a:pt x="1569" y="36"/>
                </a:cubicBezTo>
                <a:lnTo>
                  <a:pt x="1548" y="101"/>
                </a:lnTo>
                <a:close/>
                <a:moveTo>
                  <a:pt x="1008" y="34"/>
                </a:moveTo>
                <a:cubicBezTo>
                  <a:pt x="994" y="34"/>
                  <a:pt x="986" y="41"/>
                  <a:pt x="980" y="49"/>
                </a:cubicBezTo>
                <a:cubicBezTo>
                  <a:pt x="980" y="1"/>
                  <a:pt x="980" y="1"/>
                  <a:pt x="980" y="1"/>
                </a:cubicBezTo>
                <a:cubicBezTo>
                  <a:pt x="952" y="1"/>
                  <a:pt x="952" y="1"/>
                  <a:pt x="952" y="1"/>
                </a:cubicBezTo>
                <a:cubicBezTo>
                  <a:pt x="952" y="132"/>
                  <a:pt x="952" y="132"/>
                  <a:pt x="952" y="132"/>
                </a:cubicBezTo>
                <a:cubicBezTo>
                  <a:pt x="980" y="132"/>
                  <a:pt x="980" y="132"/>
                  <a:pt x="980" y="132"/>
                </a:cubicBezTo>
                <a:cubicBezTo>
                  <a:pt x="980" y="78"/>
                  <a:pt x="980" y="78"/>
                  <a:pt x="980" y="78"/>
                </a:cubicBezTo>
                <a:cubicBezTo>
                  <a:pt x="980" y="65"/>
                  <a:pt x="986" y="59"/>
                  <a:pt x="997" y="59"/>
                </a:cubicBezTo>
                <a:cubicBezTo>
                  <a:pt x="1007" y="59"/>
                  <a:pt x="1013" y="65"/>
                  <a:pt x="1013" y="78"/>
                </a:cubicBezTo>
                <a:cubicBezTo>
                  <a:pt x="1013" y="132"/>
                  <a:pt x="1013" y="132"/>
                  <a:pt x="1013" y="132"/>
                </a:cubicBezTo>
                <a:cubicBezTo>
                  <a:pt x="1040" y="132"/>
                  <a:pt x="1040" y="132"/>
                  <a:pt x="1040" y="132"/>
                </a:cubicBezTo>
                <a:cubicBezTo>
                  <a:pt x="1040" y="70"/>
                  <a:pt x="1040" y="70"/>
                  <a:pt x="1040" y="70"/>
                </a:cubicBezTo>
                <a:cubicBezTo>
                  <a:pt x="1040" y="48"/>
                  <a:pt x="1028" y="34"/>
                  <a:pt x="1008" y="34"/>
                </a:cubicBezTo>
                <a:close/>
                <a:moveTo>
                  <a:pt x="1250" y="132"/>
                </a:moveTo>
                <a:cubicBezTo>
                  <a:pt x="1278" y="132"/>
                  <a:pt x="1278" y="132"/>
                  <a:pt x="1278" y="132"/>
                </a:cubicBezTo>
                <a:cubicBezTo>
                  <a:pt x="1278" y="1"/>
                  <a:pt x="1278" y="1"/>
                  <a:pt x="1278" y="1"/>
                </a:cubicBezTo>
                <a:cubicBezTo>
                  <a:pt x="1250" y="1"/>
                  <a:pt x="1250" y="1"/>
                  <a:pt x="1250" y="1"/>
                </a:cubicBezTo>
                <a:lnTo>
                  <a:pt x="1250" y="132"/>
                </a:lnTo>
                <a:close/>
                <a:moveTo>
                  <a:pt x="1103" y="34"/>
                </a:moveTo>
                <a:cubicBezTo>
                  <a:pt x="1089" y="34"/>
                  <a:pt x="1081" y="41"/>
                  <a:pt x="1075" y="49"/>
                </a:cubicBezTo>
                <a:cubicBezTo>
                  <a:pt x="1075" y="36"/>
                  <a:pt x="1075" y="36"/>
                  <a:pt x="1075" y="36"/>
                </a:cubicBezTo>
                <a:cubicBezTo>
                  <a:pt x="1047" y="36"/>
                  <a:pt x="1047" y="36"/>
                  <a:pt x="1047" y="36"/>
                </a:cubicBezTo>
                <a:cubicBezTo>
                  <a:pt x="1047" y="132"/>
                  <a:pt x="1047" y="132"/>
                  <a:pt x="1047" y="132"/>
                </a:cubicBezTo>
                <a:cubicBezTo>
                  <a:pt x="1075" y="132"/>
                  <a:pt x="1075" y="132"/>
                  <a:pt x="1075" y="132"/>
                </a:cubicBezTo>
                <a:cubicBezTo>
                  <a:pt x="1075" y="78"/>
                  <a:pt x="1075" y="78"/>
                  <a:pt x="1075" y="78"/>
                </a:cubicBezTo>
                <a:cubicBezTo>
                  <a:pt x="1075" y="65"/>
                  <a:pt x="1081" y="59"/>
                  <a:pt x="1092" y="59"/>
                </a:cubicBezTo>
                <a:cubicBezTo>
                  <a:pt x="1102" y="59"/>
                  <a:pt x="1108" y="65"/>
                  <a:pt x="1108" y="78"/>
                </a:cubicBezTo>
                <a:cubicBezTo>
                  <a:pt x="1108" y="132"/>
                  <a:pt x="1108" y="132"/>
                  <a:pt x="1108" y="132"/>
                </a:cubicBezTo>
                <a:cubicBezTo>
                  <a:pt x="1135" y="132"/>
                  <a:pt x="1135" y="132"/>
                  <a:pt x="1135" y="132"/>
                </a:cubicBezTo>
                <a:cubicBezTo>
                  <a:pt x="1135" y="70"/>
                  <a:pt x="1135" y="70"/>
                  <a:pt x="1135" y="70"/>
                </a:cubicBezTo>
                <a:cubicBezTo>
                  <a:pt x="1135" y="48"/>
                  <a:pt x="1123" y="34"/>
                  <a:pt x="1103" y="34"/>
                </a:cubicBezTo>
                <a:close/>
                <a:moveTo>
                  <a:pt x="910" y="111"/>
                </a:moveTo>
                <a:cubicBezTo>
                  <a:pt x="895" y="111"/>
                  <a:pt x="885" y="99"/>
                  <a:pt x="885" y="84"/>
                </a:cubicBezTo>
                <a:cubicBezTo>
                  <a:pt x="885" y="84"/>
                  <a:pt x="885" y="84"/>
                  <a:pt x="885" y="84"/>
                </a:cubicBezTo>
                <a:cubicBezTo>
                  <a:pt x="885" y="70"/>
                  <a:pt x="895" y="58"/>
                  <a:pt x="909" y="58"/>
                </a:cubicBezTo>
                <a:cubicBezTo>
                  <a:pt x="918" y="58"/>
                  <a:pt x="925" y="62"/>
                  <a:pt x="931" y="68"/>
                </a:cubicBezTo>
                <a:cubicBezTo>
                  <a:pt x="947" y="50"/>
                  <a:pt x="947" y="50"/>
                  <a:pt x="947" y="50"/>
                </a:cubicBezTo>
                <a:cubicBezTo>
                  <a:pt x="938" y="40"/>
                  <a:pt x="927" y="34"/>
                  <a:pt x="909" y="34"/>
                </a:cubicBezTo>
                <a:cubicBezTo>
                  <a:pt x="880" y="34"/>
                  <a:pt x="859" y="57"/>
                  <a:pt x="859" y="84"/>
                </a:cubicBezTo>
                <a:cubicBezTo>
                  <a:pt x="859" y="84"/>
                  <a:pt x="859" y="84"/>
                  <a:pt x="859" y="84"/>
                </a:cubicBezTo>
                <a:cubicBezTo>
                  <a:pt x="859" y="112"/>
                  <a:pt x="880" y="134"/>
                  <a:pt x="909" y="134"/>
                </a:cubicBezTo>
                <a:cubicBezTo>
                  <a:pt x="928" y="134"/>
                  <a:pt x="939" y="127"/>
                  <a:pt x="948" y="117"/>
                </a:cubicBezTo>
                <a:cubicBezTo>
                  <a:pt x="932" y="100"/>
                  <a:pt x="932" y="100"/>
                  <a:pt x="932" y="100"/>
                </a:cubicBezTo>
                <a:cubicBezTo>
                  <a:pt x="925" y="107"/>
                  <a:pt x="919" y="111"/>
                  <a:pt x="910" y="111"/>
                </a:cubicBezTo>
                <a:close/>
                <a:moveTo>
                  <a:pt x="1945" y="35"/>
                </a:moveTo>
                <a:cubicBezTo>
                  <a:pt x="1929" y="35"/>
                  <a:pt x="1918" y="38"/>
                  <a:pt x="1908" y="42"/>
                </a:cubicBezTo>
                <a:cubicBezTo>
                  <a:pt x="1915" y="63"/>
                  <a:pt x="1915" y="63"/>
                  <a:pt x="1915" y="63"/>
                </a:cubicBezTo>
                <a:cubicBezTo>
                  <a:pt x="1923" y="60"/>
                  <a:pt x="1931" y="58"/>
                  <a:pt x="1941" y="58"/>
                </a:cubicBezTo>
                <a:cubicBezTo>
                  <a:pt x="1955" y="58"/>
                  <a:pt x="1962" y="64"/>
                  <a:pt x="1962" y="76"/>
                </a:cubicBezTo>
                <a:cubicBezTo>
                  <a:pt x="1962" y="77"/>
                  <a:pt x="1962" y="77"/>
                  <a:pt x="1962" y="77"/>
                </a:cubicBezTo>
                <a:cubicBezTo>
                  <a:pt x="1955" y="75"/>
                  <a:pt x="1948" y="73"/>
                  <a:pt x="1938" y="73"/>
                </a:cubicBezTo>
                <a:cubicBezTo>
                  <a:pt x="1915" y="73"/>
                  <a:pt x="1899" y="83"/>
                  <a:pt x="1899" y="104"/>
                </a:cubicBezTo>
                <a:cubicBezTo>
                  <a:pt x="1899" y="104"/>
                  <a:pt x="1899" y="104"/>
                  <a:pt x="1899" y="104"/>
                </a:cubicBezTo>
                <a:cubicBezTo>
                  <a:pt x="1899" y="123"/>
                  <a:pt x="1914" y="134"/>
                  <a:pt x="1932" y="134"/>
                </a:cubicBezTo>
                <a:cubicBezTo>
                  <a:pt x="1946" y="134"/>
                  <a:pt x="1955" y="129"/>
                  <a:pt x="1962" y="122"/>
                </a:cubicBezTo>
                <a:cubicBezTo>
                  <a:pt x="1962" y="132"/>
                  <a:pt x="1962" y="132"/>
                  <a:pt x="1962" y="132"/>
                </a:cubicBezTo>
                <a:cubicBezTo>
                  <a:pt x="1988" y="132"/>
                  <a:pt x="1988" y="132"/>
                  <a:pt x="1988" y="132"/>
                </a:cubicBezTo>
                <a:cubicBezTo>
                  <a:pt x="1988" y="76"/>
                  <a:pt x="1988" y="76"/>
                  <a:pt x="1988" y="76"/>
                </a:cubicBezTo>
                <a:cubicBezTo>
                  <a:pt x="1988" y="63"/>
                  <a:pt x="1985" y="53"/>
                  <a:pt x="1978" y="46"/>
                </a:cubicBezTo>
                <a:cubicBezTo>
                  <a:pt x="1971" y="39"/>
                  <a:pt x="1960" y="35"/>
                  <a:pt x="1945" y="35"/>
                </a:cubicBezTo>
                <a:close/>
                <a:moveTo>
                  <a:pt x="1962" y="98"/>
                </a:moveTo>
                <a:cubicBezTo>
                  <a:pt x="1962" y="108"/>
                  <a:pt x="1953" y="115"/>
                  <a:pt x="1941" y="115"/>
                </a:cubicBezTo>
                <a:cubicBezTo>
                  <a:pt x="1932" y="115"/>
                  <a:pt x="1926" y="111"/>
                  <a:pt x="1926" y="103"/>
                </a:cubicBezTo>
                <a:cubicBezTo>
                  <a:pt x="1926" y="103"/>
                  <a:pt x="1926" y="103"/>
                  <a:pt x="1926" y="103"/>
                </a:cubicBezTo>
                <a:cubicBezTo>
                  <a:pt x="1926" y="94"/>
                  <a:pt x="1933" y="90"/>
                  <a:pt x="1945" y="90"/>
                </a:cubicBezTo>
                <a:cubicBezTo>
                  <a:pt x="1951" y="90"/>
                  <a:pt x="1957" y="91"/>
                  <a:pt x="1962" y="93"/>
                </a:cubicBezTo>
                <a:lnTo>
                  <a:pt x="1962" y="98"/>
                </a:lnTo>
                <a:close/>
                <a:moveTo>
                  <a:pt x="1193" y="34"/>
                </a:moveTo>
                <a:cubicBezTo>
                  <a:pt x="1163" y="34"/>
                  <a:pt x="1141" y="56"/>
                  <a:pt x="1141" y="84"/>
                </a:cubicBezTo>
                <a:cubicBezTo>
                  <a:pt x="1141" y="84"/>
                  <a:pt x="1141" y="84"/>
                  <a:pt x="1141" y="84"/>
                </a:cubicBezTo>
                <a:cubicBezTo>
                  <a:pt x="1141" y="112"/>
                  <a:pt x="1163" y="134"/>
                  <a:pt x="1193" y="134"/>
                </a:cubicBezTo>
                <a:cubicBezTo>
                  <a:pt x="1223" y="134"/>
                  <a:pt x="1245" y="112"/>
                  <a:pt x="1245" y="84"/>
                </a:cubicBezTo>
                <a:cubicBezTo>
                  <a:pt x="1245" y="84"/>
                  <a:pt x="1245" y="84"/>
                  <a:pt x="1245" y="84"/>
                </a:cubicBezTo>
                <a:cubicBezTo>
                  <a:pt x="1245" y="56"/>
                  <a:pt x="1223" y="34"/>
                  <a:pt x="1193" y="34"/>
                </a:cubicBezTo>
                <a:close/>
                <a:moveTo>
                  <a:pt x="1218" y="84"/>
                </a:moveTo>
                <a:cubicBezTo>
                  <a:pt x="1218" y="99"/>
                  <a:pt x="1209" y="111"/>
                  <a:pt x="1193" y="111"/>
                </a:cubicBezTo>
                <a:cubicBezTo>
                  <a:pt x="1178" y="111"/>
                  <a:pt x="1168" y="98"/>
                  <a:pt x="1168" y="84"/>
                </a:cubicBezTo>
                <a:cubicBezTo>
                  <a:pt x="1168" y="84"/>
                  <a:pt x="1168" y="84"/>
                  <a:pt x="1168" y="84"/>
                </a:cubicBezTo>
                <a:cubicBezTo>
                  <a:pt x="1168" y="70"/>
                  <a:pt x="1177" y="58"/>
                  <a:pt x="1193" y="58"/>
                </a:cubicBezTo>
                <a:cubicBezTo>
                  <a:pt x="1208" y="58"/>
                  <a:pt x="1218" y="70"/>
                  <a:pt x="1218" y="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45767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0A3FDCC7-BA62-4365-BA68-B2059C6747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5"/>
            <a:ext cx="12188825" cy="6857929"/>
          </a:xfrm>
          <a:prstGeom prst="rect">
            <a:avLst/>
          </a:prstGeom>
        </p:spPr>
      </p:pic>
      <p:sp>
        <p:nvSpPr>
          <p:cNvPr id="56" name="Title 16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750334" y="1524000"/>
            <a:ext cx="9912096" cy="3273368"/>
          </a:xfrm>
          <a:prstGeom prst="rect">
            <a:avLst/>
          </a:prstGeom>
        </p:spPr>
        <p:txBody>
          <a:bodyPr lIns="0" tIns="0" rIns="121899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80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55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760414" y="5046115"/>
            <a:ext cx="9912096" cy="3566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600" b="0" kern="1200" cap="none" spc="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Date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178D7C6-5801-6B30-A6A7-963788E95D85}"/>
              </a:ext>
            </a:extLst>
          </p:cNvPr>
          <p:cNvGrpSpPr>
            <a:grpSpLocks noChangeAspect="1"/>
          </p:cNvGrpSpPr>
          <p:nvPr userDrawn="1"/>
        </p:nvGrpSpPr>
        <p:grpSpPr>
          <a:xfrm rot="16200000">
            <a:off x="10149589" y="2542923"/>
            <a:ext cx="3058160" cy="1020314"/>
            <a:chOff x="547688" y="952500"/>
            <a:chExt cx="12190413" cy="4067175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9E9C34A-28EF-207E-149B-9EBED2862D6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7">
              <a:extLst>
                <a:ext uri="{FF2B5EF4-FFF2-40B4-BE49-F238E27FC236}">
                  <a16:creationId xmlns:a16="http://schemas.microsoft.com/office/drawing/2014/main" id="{158C3A6B-F5BB-E37E-DB3D-C1ABEA07F21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8">
              <a:extLst>
                <a:ext uri="{FF2B5EF4-FFF2-40B4-BE49-F238E27FC236}">
                  <a16:creationId xmlns:a16="http://schemas.microsoft.com/office/drawing/2014/main" id="{A56AE87F-217D-4207-F227-987A2E7FEBF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Freeform 9">
              <a:extLst>
                <a:ext uri="{FF2B5EF4-FFF2-40B4-BE49-F238E27FC236}">
                  <a16:creationId xmlns:a16="http://schemas.microsoft.com/office/drawing/2014/main" id="{D65BCC2D-74A9-8E37-6BBC-33B74966DA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10">
              <a:extLst>
                <a:ext uri="{FF2B5EF4-FFF2-40B4-BE49-F238E27FC236}">
                  <a16:creationId xmlns:a16="http://schemas.microsoft.com/office/drawing/2014/main" id="{BA8558ED-E4BF-D888-EF3B-A311AFE8C47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Freeform 10">
              <a:extLst>
                <a:ext uri="{FF2B5EF4-FFF2-40B4-BE49-F238E27FC236}">
                  <a16:creationId xmlns:a16="http://schemas.microsoft.com/office/drawing/2014/main" id="{AFF1776F-9DBA-D51E-8F71-E1FB30D7679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Freeform 11">
              <a:extLst>
                <a:ext uri="{FF2B5EF4-FFF2-40B4-BE49-F238E27FC236}">
                  <a16:creationId xmlns:a16="http://schemas.microsoft.com/office/drawing/2014/main" id="{820D6E3B-9704-EBDF-9D0D-A571A36CB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76" name="Freeform 5">
            <a:extLst>
              <a:ext uri="{FF2B5EF4-FFF2-40B4-BE49-F238E27FC236}">
                <a16:creationId xmlns:a16="http://schemas.microsoft.com/office/drawing/2014/main" id="{C002511A-253F-7F55-6C4F-3D51611D3CBF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750334" y="762000"/>
            <a:ext cx="3941064" cy="312470"/>
          </a:xfrm>
          <a:custGeom>
            <a:avLst/>
            <a:gdLst>
              <a:gd name="T0" fmla="*/ 557 w 2065"/>
              <a:gd name="T1" fmla="*/ 102 h 161"/>
              <a:gd name="T2" fmla="*/ 510 w 2065"/>
              <a:gd name="T3" fmla="*/ 76 h 161"/>
              <a:gd name="T4" fmla="*/ 583 w 2065"/>
              <a:gd name="T5" fmla="*/ 36 h 161"/>
              <a:gd name="T6" fmla="*/ 641 w 2065"/>
              <a:gd name="T7" fmla="*/ 34 h 161"/>
              <a:gd name="T8" fmla="*/ 2038 w 2065"/>
              <a:gd name="T9" fmla="*/ 1 h 161"/>
              <a:gd name="T10" fmla="*/ 706 w 2065"/>
              <a:gd name="T11" fmla="*/ 59 h 161"/>
              <a:gd name="T12" fmla="*/ 733 w 2065"/>
              <a:gd name="T13" fmla="*/ 100 h 161"/>
              <a:gd name="T14" fmla="*/ 1999 w 2065"/>
              <a:gd name="T15" fmla="*/ 132 h 161"/>
              <a:gd name="T16" fmla="*/ 760 w 2065"/>
              <a:gd name="T17" fmla="*/ 84 h 161"/>
              <a:gd name="T18" fmla="*/ 787 w 2065"/>
              <a:gd name="T19" fmla="*/ 93 h 161"/>
              <a:gd name="T20" fmla="*/ 828 w 2065"/>
              <a:gd name="T21" fmla="*/ 76 h 161"/>
              <a:gd name="T22" fmla="*/ 133 w 2065"/>
              <a:gd name="T23" fmla="*/ 36 h 161"/>
              <a:gd name="T24" fmla="*/ 166 w 2065"/>
              <a:gd name="T25" fmla="*/ 78 h 161"/>
              <a:gd name="T26" fmla="*/ 225 w 2065"/>
              <a:gd name="T27" fmla="*/ 132 h 161"/>
              <a:gd name="T28" fmla="*/ 32 w 2065"/>
              <a:gd name="T29" fmla="*/ 40 h 161"/>
              <a:gd name="T30" fmla="*/ 5 w 2065"/>
              <a:gd name="T31" fmla="*/ 43 h 161"/>
              <a:gd name="T32" fmla="*/ 0 w 2065"/>
              <a:gd name="T33" fmla="*/ 114 h 161"/>
              <a:gd name="T34" fmla="*/ 266 w 2065"/>
              <a:gd name="T35" fmla="*/ 43 h 161"/>
              <a:gd name="T36" fmla="*/ 258 w 2065"/>
              <a:gd name="T37" fmla="*/ 104 h 161"/>
              <a:gd name="T38" fmla="*/ 347 w 2065"/>
              <a:gd name="T39" fmla="*/ 76 h 161"/>
              <a:gd name="T40" fmla="*/ 285 w 2065"/>
              <a:gd name="T41" fmla="*/ 103 h 161"/>
              <a:gd name="T42" fmla="*/ 429 w 2065"/>
              <a:gd name="T43" fmla="*/ 36 h 161"/>
              <a:gd name="T44" fmla="*/ 479 w 2065"/>
              <a:gd name="T45" fmla="*/ 128 h 161"/>
              <a:gd name="T46" fmla="*/ 479 w 2065"/>
              <a:gd name="T47" fmla="*/ 36 h 161"/>
              <a:gd name="T48" fmla="*/ 354 w 2065"/>
              <a:gd name="T49" fmla="*/ 132 h 161"/>
              <a:gd name="T50" fmla="*/ 382 w 2065"/>
              <a:gd name="T51" fmla="*/ 55 h 161"/>
              <a:gd name="T52" fmla="*/ 1387 w 2065"/>
              <a:gd name="T53" fmla="*/ 84 h 161"/>
              <a:gd name="T54" fmla="*/ 1335 w 2065"/>
              <a:gd name="T55" fmla="*/ 58 h 161"/>
              <a:gd name="T56" fmla="*/ 1834 w 2065"/>
              <a:gd name="T57" fmla="*/ 132 h 161"/>
              <a:gd name="T58" fmla="*/ 1748 w 2065"/>
              <a:gd name="T59" fmla="*/ 34 h 161"/>
              <a:gd name="T60" fmla="*/ 1748 w 2065"/>
              <a:gd name="T61" fmla="*/ 34 h 161"/>
              <a:gd name="T62" fmla="*/ 1773 w 2065"/>
              <a:gd name="T63" fmla="*/ 84 h 161"/>
              <a:gd name="T64" fmla="*/ 1465 w 2065"/>
              <a:gd name="T65" fmla="*/ 109 h 161"/>
              <a:gd name="T66" fmla="*/ 1480 w 2065"/>
              <a:gd name="T67" fmla="*/ 148 h 161"/>
              <a:gd name="T68" fmla="*/ 1442 w 2065"/>
              <a:gd name="T69" fmla="*/ 102 h 161"/>
              <a:gd name="T70" fmla="*/ 1675 w 2065"/>
              <a:gd name="T71" fmla="*/ 37 h 161"/>
              <a:gd name="T72" fmla="*/ 1655 w 2065"/>
              <a:gd name="T73" fmla="*/ 7 h 161"/>
              <a:gd name="T74" fmla="*/ 1648 w 2065"/>
              <a:gd name="T75" fmla="*/ 132 h 161"/>
              <a:gd name="T76" fmla="*/ 1526 w 2065"/>
              <a:gd name="T77" fmla="*/ 36 h 161"/>
              <a:gd name="T78" fmla="*/ 1528 w 2065"/>
              <a:gd name="T79" fmla="*/ 161 h 161"/>
              <a:gd name="T80" fmla="*/ 980 w 2065"/>
              <a:gd name="T81" fmla="*/ 49 h 161"/>
              <a:gd name="T82" fmla="*/ 997 w 2065"/>
              <a:gd name="T83" fmla="*/ 59 h 161"/>
              <a:gd name="T84" fmla="*/ 1250 w 2065"/>
              <a:gd name="T85" fmla="*/ 132 h 161"/>
              <a:gd name="T86" fmla="*/ 1075 w 2065"/>
              <a:gd name="T87" fmla="*/ 49 h 161"/>
              <a:gd name="T88" fmla="*/ 1092 w 2065"/>
              <a:gd name="T89" fmla="*/ 59 h 161"/>
              <a:gd name="T90" fmla="*/ 910 w 2065"/>
              <a:gd name="T91" fmla="*/ 111 h 161"/>
              <a:gd name="T92" fmla="*/ 909 w 2065"/>
              <a:gd name="T93" fmla="*/ 34 h 161"/>
              <a:gd name="T94" fmla="*/ 910 w 2065"/>
              <a:gd name="T95" fmla="*/ 111 h 161"/>
              <a:gd name="T96" fmla="*/ 1962 w 2065"/>
              <a:gd name="T97" fmla="*/ 77 h 161"/>
              <a:gd name="T98" fmla="*/ 1962 w 2065"/>
              <a:gd name="T99" fmla="*/ 132 h 161"/>
              <a:gd name="T100" fmla="*/ 1941 w 2065"/>
              <a:gd name="T101" fmla="*/ 115 h 161"/>
              <a:gd name="T102" fmla="*/ 1193 w 2065"/>
              <a:gd name="T103" fmla="*/ 34 h 161"/>
              <a:gd name="T104" fmla="*/ 1193 w 2065"/>
              <a:gd name="T105" fmla="*/ 34 h 161"/>
              <a:gd name="T106" fmla="*/ 1218 w 2065"/>
              <a:gd name="T107" fmla="*/ 84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065" h="161">
                <a:moveTo>
                  <a:pt x="530" y="34"/>
                </a:moveTo>
                <a:cubicBezTo>
                  <a:pt x="502" y="34"/>
                  <a:pt x="483" y="57"/>
                  <a:pt x="483" y="84"/>
                </a:cubicBezTo>
                <a:cubicBezTo>
                  <a:pt x="483" y="84"/>
                  <a:pt x="483" y="84"/>
                  <a:pt x="483" y="84"/>
                </a:cubicBezTo>
                <a:cubicBezTo>
                  <a:pt x="483" y="114"/>
                  <a:pt x="504" y="134"/>
                  <a:pt x="533" y="134"/>
                </a:cubicBezTo>
                <a:cubicBezTo>
                  <a:pt x="551" y="134"/>
                  <a:pt x="563" y="127"/>
                  <a:pt x="572" y="116"/>
                </a:cubicBezTo>
                <a:cubicBezTo>
                  <a:pt x="557" y="102"/>
                  <a:pt x="557" y="102"/>
                  <a:pt x="557" y="102"/>
                </a:cubicBezTo>
                <a:cubicBezTo>
                  <a:pt x="549" y="109"/>
                  <a:pt x="543" y="112"/>
                  <a:pt x="533" y="112"/>
                </a:cubicBezTo>
                <a:cubicBezTo>
                  <a:pt x="521" y="112"/>
                  <a:pt x="513" y="106"/>
                  <a:pt x="510" y="93"/>
                </a:cubicBezTo>
                <a:cubicBezTo>
                  <a:pt x="577" y="93"/>
                  <a:pt x="577" y="93"/>
                  <a:pt x="577" y="93"/>
                </a:cubicBezTo>
                <a:cubicBezTo>
                  <a:pt x="577" y="91"/>
                  <a:pt x="577" y="88"/>
                  <a:pt x="577" y="86"/>
                </a:cubicBezTo>
                <a:cubicBezTo>
                  <a:pt x="577" y="59"/>
                  <a:pt x="563" y="34"/>
                  <a:pt x="530" y="34"/>
                </a:cubicBezTo>
                <a:close/>
                <a:moveTo>
                  <a:pt x="510" y="76"/>
                </a:moveTo>
                <a:cubicBezTo>
                  <a:pt x="512" y="64"/>
                  <a:pt x="519" y="56"/>
                  <a:pt x="530" y="56"/>
                </a:cubicBezTo>
                <a:cubicBezTo>
                  <a:pt x="542" y="56"/>
                  <a:pt x="549" y="64"/>
                  <a:pt x="551" y="76"/>
                </a:cubicBezTo>
                <a:lnTo>
                  <a:pt x="510" y="76"/>
                </a:lnTo>
                <a:close/>
                <a:moveTo>
                  <a:pt x="610" y="55"/>
                </a:moveTo>
                <a:cubicBezTo>
                  <a:pt x="610" y="36"/>
                  <a:pt x="610" y="36"/>
                  <a:pt x="610" y="36"/>
                </a:cubicBezTo>
                <a:cubicBezTo>
                  <a:pt x="583" y="36"/>
                  <a:pt x="583" y="36"/>
                  <a:pt x="583" y="36"/>
                </a:cubicBezTo>
                <a:cubicBezTo>
                  <a:pt x="583" y="132"/>
                  <a:pt x="583" y="132"/>
                  <a:pt x="583" y="132"/>
                </a:cubicBezTo>
                <a:cubicBezTo>
                  <a:pt x="610" y="132"/>
                  <a:pt x="610" y="132"/>
                  <a:pt x="610" y="132"/>
                </a:cubicBezTo>
                <a:cubicBezTo>
                  <a:pt x="610" y="97"/>
                  <a:pt x="610" y="97"/>
                  <a:pt x="610" y="97"/>
                </a:cubicBezTo>
                <a:cubicBezTo>
                  <a:pt x="610" y="74"/>
                  <a:pt x="621" y="63"/>
                  <a:pt x="640" y="63"/>
                </a:cubicBezTo>
                <a:cubicBezTo>
                  <a:pt x="641" y="63"/>
                  <a:pt x="641" y="63"/>
                  <a:pt x="641" y="63"/>
                </a:cubicBezTo>
                <a:cubicBezTo>
                  <a:pt x="641" y="34"/>
                  <a:pt x="641" y="34"/>
                  <a:pt x="641" y="34"/>
                </a:cubicBezTo>
                <a:cubicBezTo>
                  <a:pt x="625" y="33"/>
                  <a:pt x="616" y="42"/>
                  <a:pt x="610" y="55"/>
                </a:cubicBezTo>
                <a:close/>
                <a:moveTo>
                  <a:pt x="2038" y="1"/>
                </a:moveTo>
                <a:cubicBezTo>
                  <a:pt x="2038" y="132"/>
                  <a:pt x="2038" y="132"/>
                  <a:pt x="2038" y="132"/>
                </a:cubicBezTo>
                <a:cubicBezTo>
                  <a:pt x="2065" y="132"/>
                  <a:pt x="2065" y="132"/>
                  <a:pt x="2065" y="132"/>
                </a:cubicBezTo>
                <a:cubicBezTo>
                  <a:pt x="2065" y="1"/>
                  <a:pt x="2065" y="1"/>
                  <a:pt x="2065" y="1"/>
                </a:cubicBezTo>
                <a:lnTo>
                  <a:pt x="2038" y="1"/>
                </a:lnTo>
                <a:close/>
                <a:moveTo>
                  <a:pt x="733" y="11"/>
                </a:moveTo>
                <a:cubicBezTo>
                  <a:pt x="706" y="11"/>
                  <a:pt x="706" y="11"/>
                  <a:pt x="706" y="11"/>
                </a:cubicBezTo>
                <a:cubicBezTo>
                  <a:pt x="706" y="36"/>
                  <a:pt x="706" y="36"/>
                  <a:pt x="706" y="36"/>
                </a:cubicBezTo>
                <a:cubicBezTo>
                  <a:pt x="694" y="36"/>
                  <a:pt x="694" y="36"/>
                  <a:pt x="694" y="36"/>
                </a:cubicBezTo>
                <a:cubicBezTo>
                  <a:pt x="694" y="59"/>
                  <a:pt x="694" y="59"/>
                  <a:pt x="694" y="59"/>
                </a:cubicBezTo>
                <a:cubicBezTo>
                  <a:pt x="706" y="59"/>
                  <a:pt x="706" y="59"/>
                  <a:pt x="706" y="59"/>
                </a:cubicBezTo>
                <a:cubicBezTo>
                  <a:pt x="706" y="105"/>
                  <a:pt x="706" y="105"/>
                  <a:pt x="706" y="105"/>
                </a:cubicBezTo>
                <a:cubicBezTo>
                  <a:pt x="706" y="127"/>
                  <a:pt x="717" y="134"/>
                  <a:pt x="734" y="134"/>
                </a:cubicBezTo>
                <a:cubicBezTo>
                  <a:pt x="743" y="134"/>
                  <a:pt x="750" y="132"/>
                  <a:pt x="755" y="128"/>
                </a:cubicBezTo>
                <a:cubicBezTo>
                  <a:pt x="755" y="106"/>
                  <a:pt x="755" y="106"/>
                  <a:pt x="755" y="106"/>
                </a:cubicBezTo>
                <a:cubicBezTo>
                  <a:pt x="752" y="108"/>
                  <a:pt x="747" y="110"/>
                  <a:pt x="742" y="110"/>
                </a:cubicBezTo>
                <a:cubicBezTo>
                  <a:pt x="736" y="110"/>
                  <a:pt x="733" y="107"/>
                  <a:pt x="733" y="100"/>
                </a:cubicBezTo>
                <a:cubicBezTo>
                  <a:pt x="733" y="59"/>
                  <a:pt x="733" y="59"/>
                  <a:pt x="733" y="59"/>
                </a:cubicBezTo>
                <a:cubicBezTo>
                  <a:pt x="756" y="59"/>
                  <a:pt x="756" y="59"/>
                  <a:pt x="756" y="59"/>
                </a:cubicBezTo>
                <a:cubicBezTo>
                  <a:pt x="756" y="36"/>
                  <a:pt x="756" y="36"/>
                  <a:pt x="756" y="36"/>
                </a:cubicBezTo>
                <a:cubicBezTo>
                  <a:pt x="733" y="36"/>
                  <a:pt x="733" y="36"/>
                  <a:pt x="733" y="36"/>
                </a:cubicBezTo>
                <a:lnTo>
                  <a:pt x="733" y="11"/>
                </a:lnTo>
                <a:close/>
                <a:moveTo>
                  <a:pt x="1999" y="132"/>
                </a:moveTo>
                <a:cubicBezTo>
                  <a:pt x="2027" y="132"/>
                  <a:pt x="2027" y="132"/>
                  <a:pt x="2027" y="132"/>
                </a:cubicBezTo>
                <a:cubicBezTo>
                  <a:pt x="2027" y="1"/>
                  <a:pt x="2027" y="1"/>
                  <a:pt x="2027" y="1"/>
                </a:cubicBezTo>
                <a:cubicBezTo>
                  <a:pt x="1999" y="1"/>
                  <a:pt x="1999" y="1"/>
                  <a:pt x="1999" y="1"/>
                </a:cubicBezTo>
                <a:lnTo>
                  <a:pt x="1999" y="132"/>
                </a:lnTo>
                <a:close/>
                <a:moveTo>
                  <a:pt x="807" y="34"/>
                </a:moveTo>
                <a:cubicBezTo>
                  <a:pt x="779" y="34"/>
                  <a:pt x="760" y="57"/>
                  <a:pt x="760" y="84"/>
                </a:cubicBezTo>
                <a:cubicBezTo>
                  <a:pt x="760" y="84"/>
                  <a:pt x="760" y="84"/>
                  <a:pt x="760" y="84"/>
                </a:cubicBezTo>
                <a:cubicBezTo>
                  <a:pt x="760" y="114"/>
                  <a:pt x="781" y="134"/>
                  <a:pt x="810" y="134"/>
                </a:cubicBezTo>
                <a:cubicBezTo>
                  <a:pt x="827" y="134"/>
                  <a:pt x="840" y="127"/>
                  <a:pt x="849" y="116"/>
                </a:cubicBezTo>
                <a:cubicBezTo>
                  <a:pt x="834" y="102"/>
                  <a:pt x="834" y="102"/>
                  <a:pt x="834" y="102"/>
                </a:cubicBezTo>
                <a:cubicBezTo>
                  <a:pt x="826" y="109"/>
                  <a:pt x="820" y="112"/>
                  <a:pt x="810" y="112"/>
                </a:cubicBezTo>
                <a:cubicBezTo>
                  <a:pt x="798" y="112"/>
                  <a:pt x="790" y="106"/>
                  <a:pt x="787" y="93"/>
                </a:cubicBezTo>
                <a:cubicBezTo>
                  <a:pt x="854" y="93"/>
                  <a:pt x="854" y="93"/>
                  <a:pt x="854" y="93"/>
                </a:cubicBezTo>
                <a:cubicBezTo>
                  <a:pt x="854" y="91"/>
                  <a:pt x="854" y="88"/>
                  <a:pt x="854" y="86"/>
                </a:cubicBezTo>
                <a:cubicBezTo>
                  <a:pt x="854" y="59"/>
                  <a:pt x="839" y="34"/>
                  <a:pt x="807" y="34"/>
                </a:cubicBezTo>
                <a:close/>
                <a:moveTo>
                  <a:pt x="787" y="76"/>
                </a:moveTo>
                <a:cubicBezTo>
                  <a:pt x="789" y="64"/>
                  <a:pt x="796" y="56"/>
                  <a:pt x="807" y="56"/>
                </a:cubicBezTo>
                <a:cubicBezTo>
                  <a:pt x="819" y="56"/>
                  <a:pt x="826" y="64"/>
                  <a:pt x="828" y="76"/>
                </a:cubicBezTo>
                <a:lnTo>
                  <a:pt x="787" y="76"/>
                </a:lnTo>
                <a:close/>
                <a:moveTo>
                  <a:pt x="220" y="34"/>
                </a:moveTo>
                <a:cubicBezTo>
                  <a:pt x="207" y="34"/>
                  <a:pt x="197" y="39"/>
                  <a:pt x="189" y="49"/>
                </a:cubicBezTo>
                <a:cubicBezTo>
                  <a:pt x="184" y="40"/>
                  <a:pt x="174" y="34"/>
                  <a:pt x="161" y="34"/>
                </a:cubicBezTo>
                <a:cubicBezTo>
                  <a:pt x="148" y="34"/>
                  <a:pt x="139" y="41"/>
                  <a:pt x="133" y="50"/>
                </a:cubicBezTo>
                <a:cubicBezTo>
                  <a:pt x="133" y="36"/>
                  <a:pt x="133" y="36"/>
                  <a:pt x="133" y="36"/>
                </a:cubicBezTo>
                <a:cubicBezTo>
                  <a:pt x="106" y="36"/>
                  <a:pt x="106" y="36"/>
                  <a:pt x="106" y="36"/>
                </a:cubicBezTo>
                <a:cubicBezTo>
                  <a:pt x="106" y="132"/>
                  <a:pt x="106" y="132"/>
                  <a:pt x="106" y="132"/>
                </a:cubicBezTo>
                <a:cubicBezTo>
                  <a:pt x="133" y="132"/>
                  <a:pt x="133" y="132"/>
                  <a:pt x="133" y="132"/>
                </a:cubicBezTo>
                <a:cubicBezTo>
                  <a:pt x="133" y="78"/>
                  <a:pt x="133" y="78"/>
                  <a:pt x="133" y="78"/>
                </a:cubicBezTo>
                <a:cubicBezTo>
                  <a:pt x="133" y="65"/>
                  <a:pt x="139" y="59"/>
                  <a:pt x="150" y="59"/>
                </a:cubicBezTo>
                <a:cubicBezTo>
                  <a:pt x="160" y="59"/>
                  <a:pt x="166" y="65"/>
                  <a:pt x="166" y="78"/>
                </a:cubicBezTo>
                <a:cubicBezTo>
                  <a:pt x="166" y="132"/>
                  <a:pt x="166" y="132"/>
                  <a:pt x="166" y="132"/>
                </a:cubicBezTo>
                <a:cubicBezTo>
                  <a:pt x="193" y="132"/>
                  <a:pt x="193" y="132"/>
                  <a:pt x="193" y="132"/>
                </a:cubicBezTo>
                <a:cubicBezTo>
                  <a:pt x="193" y="78"/>
                  <a:pt x="193" y="78"/>
                  <a:pt x="193" y="78"/>
                </a:cubicBezTo>
                <a:cubicBezTo>
                  <a:pt x="193" y="65"/>
                  <a:pt x="199" y="59"/>
                  <a:pt x="209" y="59"/>
                </a:cubicBezTo>
                <a:cubicBezTo>
                  <a:pt x="220" y="59"/>
                  <a:pt x="225" y="65"/>
                  <a:pt x="225" y="78"/>
                </a:cubicBezTo>
                <a:cubicBezTo>
                  <a:pt x="225" y="132"/>
                  <a:pt x="225" y="132"/>
                  <a:pt x="225" y="132"/>
                </a:cubicBezTo>
                <a:cubicBezTo>
                  <a:pt x="253" y="132"/>
                  <a:pt x="253" y="132"/>
                  <a:pt x="253" y="132"/>
                </a:cubicBezTo>
                <a:cubicBezTo>
                  <a:pt x="253" y="69"/>
                  <a:pt x="253" y="69"/>
                  <a:pt x="253" y="69"/>
                </a:cubicBezTo>
                <a:cubicBezTo>
                  <a:pt x="253" y="46"/>
                  <a:pt x="240" y="34"/>
                  <a:pt x="220" y="34"/>
                </a:cubicBezTo>
                <a:close/>
                <a:moveTo>
                  <a:pt x="59" y="57"/>
                </a:moveTo>
                <a:cubicBezTo>
                  <a:pt x="38" y="51"/>
                  <a:pt x="32" y="49"/>
                  <a:pt x="32" y="40"/>
                </a:cubicBezTo>
                <a:cubicBezTo>
                  <a:pt x="32" y="40"/>
                  <a:pt x="32" y="40"/>
                  <a:pt x="32" y="40"/>
                </a:cubicBezTo>
                <a:cubicBezTo>
                  <a:pt x="32" y="34"/>
                  <a:pt x="38" y="29"/>
                  <a:pt x="48" y="29"/>
                </a:cubicBezTo>
                <a:cubicBezTo>
                  <a:pt x="59" y="29"/>
                  <a:pt x="70" y="34"/>
                  <a:pt x="81" y="41"/>
                </a:cubicBezTo>
                <a:cubicBezTo>
                  <a:pt x="95" y="21"/>
                  <a:pt x="95" y="21"/>
                  <a:pt x="95" y="21"/>
                </a:cubicBezTo>
                <a:cubicBezTo>
                  <a:pt x="83" y="10"/>
                  <a:pt x="67" y="5"/>
                  <a:pt x="49" y="5"/>
                </a:cubicBezTo>
                <a:cubicBezTo>
                  <a:pt x="23" y="5"/>
                  <a:pt x="5" y="20"/>
                  <a:pt x="5" y="43"/>
                </a:cubicBezTo>
                <a:cubicBezTo>
                  <a:pt x="5" y="43"/>
                  <a:pt x="5" y="43"/>
                  <a:pt x="5" y="43"/>
                </a:cubicBezTo>
                <a:cubicBezTo>
                  <a:pt x="5" y="68"/>
                  <a:pt x="21" y="75"/>
                  <a:pt x="46" y="81"/>
                </a:cubicBezTo>
                <a:cubicBezTo>
                  <a:pt x="67" y="87"/>
                  <a:pt x="72" y="90"/>
                  <a:pt x="72" y="97"/>
                </a:cubicBezTo>
                <a:cubicBezTo>
                  <a:pt x="72" y="98"/>
                  <a:pt x="72" y="98"/>
                  <a:pt x="72" y="98"/>
                </a:cubicBezTo>
                <a:cubicBezTo>
                  <a:pt x="72" y="105"/>
                  <a:pt x="65" y="109"/>
                  <a:pt x="54" y="109"/>
                </a:cubicBezTo>
                <a:cubicBezTo>
                  <a:pt x="39" y="109"/>
                  <a:pt x="27" y="104"/>
                  <a:pt x="16" y="94"/>
                </a:cubicBezTo>
                <a:cubicBezTo>
                  <a:pt x="0" y="114"/>
                  <a:pt x="0" y="114"/>
                  <a:pt x="0" y="114"/>
                </a:cubicBezTo>
                <a:cubicBezTo>
                  <a:pt x="15" y="127"/>
                  <a:pt x="34" y="134"/>
                  <a:pt x="53" y="134"/>
                </a:cubicBezTo>
                <a:cubicBezTo>
                  <a:pt x="80" y="134"/>
                  <a:pt x="99" y="120"/>
                  <a:pt x="99" y="95"/>
                </a:cubicBezTo>
                <a:cubicBezTo>
                  <a:pt x="99" y="95"/>
                  <a:pt x="99" y="95"/>
                  <a:pt x="99" y="95"/>
                </a:cubicBezTo>
                <a:cubicBezTo>
                  <a:pt x="99" y="73"/>
                  <a:pt x="85" y="63"/>
                  <a:pt x="59" y="57"/>
                </a:cubicBezTo>
                <a:close/>
                <a:moveTo>
                  <a:pt x="304" y="35"/>
                </a:moveTo>
                <a:cubicBezTo>
                  <a:pt x="287" y="35"/>
                  <a:pt x="277" y="38"/>
                  <a:pt x="266" y="43"/>
                </a:cubicBezTo>
                <a:cubicBezTo>
                  <a:pt x="273" y="63"/>
                  <a:pt x="273" y="63"/>
                  <a:pt x="273" y="63"/>
                </a:cubicBezTo>
                <a:cubicBezTo>
                  <a:pt x="282" y="60"/>
                  <a:pt x="289" y="58"/>
                  <a:pt x="300" y="58"/>
                </a:cubicBezTo>
                <a:cubicBezTo>
                  <a:pt x="313" y="58"/>
                  <a:pt x="320" y="64"/>
                  <a:pt x="320" y="76"/>
                </a:cubicBezTo>
                <a:cubicBezTo>
                  <a:pt x="320" y="77"/>
                  <a:pt x="320" y="77"/>
                  <a:pt x="320" y="77"/>
                </a:cubicBezTo>
                <a:cubicBezTo>
                  <a:pt x="314" y="75"/>
                  <a:pt x="307" y="73"/>
                  <a:pt x="297" y="73"/>
                </a:cubicBezTo>
                <a:cubicBezTo>
                  <a:pt x="274" y="73"/>
                  <a:pt x="258" y="83"/>
                  <a:pt x="258" y="104"/>
                </a:cubicBezTo>
                <a:cubicBezTo>
                  <a:pt x="258" y="104"/>
                  <a:pt x="258" y="104"/>
                  <a:pt x="258" y="104"/>
                </a:cubicBezTo>
                <a:cubicBezTo>
                  <a:pt x="258" y="123"/>
                  <a:pt x="273" y="134"/>
                  <a:pt x="291" y="134"/>
                </a:cubicBezTo>
                <a:cubicBezTo>
                  <a:pt x="304" y="134"/>
                  <a:pt x="314" y="129"/>
                  <a:pt x="320" y="122"/>
                </a:cubicBezTo>
                <a:cubicBezTo>
                  <a:pt x="320" y="132"/>
                  <a:pt x="320" y="132"/>
                  <a:pt x="320" y="132"/>
                </a:cubicBezTo>
                <a:cubicBezTo>
                  <a:pt x="347" y="132"/>
                  <a:pt x="347" y="132"/>
                  <a:pt x="347" y="132"/>
                </a:cubicBezTo>
                <a:cubicBezTo>
                  <a:pt x="347" y="76"/>
                  <a:pt x="347" y="76"/>
                  <a:pt x="347" y="76"/>
                </a:cubicBezTo>
                <a:cubicBezTo>
                  <a:pt x="347" y="63"/>
                  <a:pt x="343" y="53"/>
                  <a:pt x="336" y="46"/>
                </a:cubicBezTo>
                <a:cubicBezTo>
                  <a:pt x="329" y="39"/>
                  <a:pt x="319" y="35"/>
                  <a:pt x="304" y="35"/>
                </a:cubicBezTo>
                <a:close/>
                <a:moveTo>
                  <a:pt x="321" y="98"/>
                </a:moveTo>
                <a:cubicBezTo>
                  <a:pt x="321" y="108"/>
                  <a:pt x="312" y="115"/>
                  <a:pt x="299" y="115"/>
                </a:cubicBezTo>
                <a:cubicBezTo>
                  <a:pt x="291" y="115"/>
                  <a:pt x="285" y="111"/>
                  <a:pt x="285" y="103"/>
                </a:cubicBezTo>
                <a:cubicBezTo>
                  <a:pt x="285" y="103"/>
                  <a:pt x="285" y="103"/>
                  <a:pt x="285" y="103"/>
                </a:cubicBezTo>
                <a:cubicBezTo>
                  <a:pt x="285" y="94"/>
                  <a:pt x="292" y="90"/>
                  <a:pt x="303" y="90"/>
                </a:cubicBezTo>
                <a:cubicBezTo>
                  <a:pt x="310" y="90"/>
                  <a:pt x="316" y="91"/>
                  <a:pt x="321" y="93"/>
                </a:cubicBezTo>
                <a:lnTo>
                  <a:pt x="321" y="98"/>
                </a:lnTo>
                <a:close/>
                <a:moveTo>
                  <a:pt x="457" y="11"/>
                </a:moveTo>
                <a:cubicBezTo>
                  <a:pt x="429" y="11"/>
                  <a:pt x="429" y="11"/>
                  <a:pt x="429" y="11"/>
                </a:cubicBezTo>
                <a:cubicBezTo>
                  <a:pt x="429" y="36"/>
                  <a:pt x="429" y="36"/>
                  <a:pt x="429" y="36"/>
                </a:cubicBezTo>
                <a:cubicBezTo>
                  <a:pt x="418" y="36"/>
                  <a:pt x="418" y="36"/>
                  <a:pt x="418" y="36"/>
                </a:cubicBezTo>
                <a:cubicBezTo>
                  <a:pt x="418" y="59"/>
                  <a:pt x="418" y="59"/>
                  <a:pt x="418" y="59"/>
                </a:cubicBezTo>
                <a:cubicBezTo>
                  <a:pt x="429" y="59"/>
                  <a:pt x="429" y="59"/>
                  <a:pt x="429" y="59"/>
                </a:cubicBezTo>
                <a:cubicBezTo>
                  <a:pt x="429" y="105"/>
                  <a:pt x="429" y="105"/>
                  <a:pt x="429" y="105"/>
                </a:cubicBezTo>
                <a:cubicBezTo>
                  <a:pt x="429" y="127"/>
                  <a:pt x="441" y="134"/>
                  <a:pt x="457" y="134"/>
                </a:cubicBezTo>
                <a:cubicBezTo>
                  <a:pt x="466" y="134"/>
                  <a:pt x="473" y="132"/>
                  <a:pt x="479" y="128"/>
                </a:cubicBezTo>
                <a:cubicBezTo>
                  <a:pt x="479" y="106"/>
                  <a:pt x="479" y="106"/>
                  <a:pt x="479" y="106"/>
                </a:cubicBezTo>
                <a:cubicBezTo>
                  <a:pt x="475" y="108"/>
                  <a:pt x="470" y="110"/>
                  <a:pt x="465" y="110"/>
                </a:cubicBezTo>
                <a:cubicBezTo>
                  <a:pt x="459" y="110"/>
                  <a:pt x="457" y="107"/>
                  <a:pt x="457" y="100"/>
                </a:cubicBezTo>
                <a:cubicBezTo>
                  <a:pt x="457" y="59"/>
                  <a:pt x="457" y="59"/>
                  <a:pt x="457" y="59"/>
                </a:cubicBezTo>
                <a:cubicBezTo>
                  <a:pt x="479" y="59"/>
                  <a:pt x="479" y="59"/>
                  <a:pt x="479" y="59"/>
                </a:cubicBezTo>
                <a:cubicBezTo>
                  <a:pt x="479" y="36"/>
                  <a:pt x="479" y="36"/>
                  <a:pt x="479" y="36"/>
                </a:cubicBezTo>
                <a:cubicBezTo>
                  <a:pt x="457" y="36"/>
                  <a:pt x="457" y="36"/>
                  <a:pt x="457" y="36"/>
                </a:cubicBezTo>
                <a:lnTo>
                  <a:pt x="457" y="11"/>
                </a:lnTo>
                <a:close/>
                <a:moveTo>
                  <a:pt x="382" y="55"/>
                </a:moveTo>
                <a:cubicBezTo>
                  <a:pt x="382" y="36"/>
                  <a:pt x="382" y="36"/>
                  <a:pt x="382" y="36"/>
                </a:cubicBezTo>
                <a:cubicBezTo>
                  <a:pt x="354" y="36"/>
                  <a:pt x="354" y="36"/>
                  <a:pt x="354" y="36"/>
                </a:cubicBezTo>
                <a:cubicBezTo>
                  <a:pt x="354" y="132"/>
                  <a:pt x="354" y="132"/>
                  <a:pt x="354" y="132"/>
                </a:cubicBezTo>
                <a:cubicBezTo>
                  <a:pt x="382" y="132"/>
                  <a:pt x="382" y="132"/>
                  <a:pt x="382" y="132"/>
                </a:cubicBezTo>
                <a:cubicBezTo>
                  <a:pt x="382" y="97"/>
                  <a:pt x="382" y="97"/>
                  <a:pt x="382" y="97"/>
                </a:cubicBezTo>
                <a:cubicBezTo>
                  <a:pt x="382" y="74"/>
                  <a:pt x="393" y="63"/>
                  <a:pt x="411" y="63"/>
                </a:cubicBezTo>
                <a:cubicBezTo>
                  <a:pt x="412" y="63"/>
                  <a:pt x="412" y="63"/>
                  <a:pt x="412" y="63"/>
                </a:cubicBezTo>
                <a:cubicBezTo>
                  <a:pt x="412" y="34"/>
                  <a:pt x="412" y="34"/>
                  <a:pt x="412" y="34"/>
                </a:cubicBezTo>
                <a:cubicBezTo>
                  <a:pt x="396" y="33"/>
                  <a:pt x="387" y="42"/>
                  <a:pt x="382" y="55"/>
                </a:cubicBezTo>
                <a:close/>
                <a:moveTo>
                  <a:pt x="1335" y="34"/>
                </a:moveTo>
                <a:cubicBezTo>
                  <a:pt x="1305" y="34"/>
                  <a:pt x="1283" y="56"/>
                  <a:pt x="1283" y="84"/>
                </a:cubicBezTo>
                <a:cubicBezTo>
                  <a:pt x="1283" y="84"/>
                  <a:pt x="1283" y="84"/>
                  <a:pt x="1283" y="84"/>
                </a:cubicBezTo>
                <a:cubicBezTo>
                  <a:pt x="1283" y="112"/>
                  <a:pt x="1305" y="134"/>
                  <a:pt x="1335" y="134"/>
                </a:cubicBezTo>
                <a:cubicBezTo>
                  <a:pt x="1365" y="134"/>
                  <a:pt x="1387" y="112"/>
                  <a:pt x="1387" y="84"/>
                </a:cubicBezTo>
                <a:cubicBezTo>
                  <a:pt x="1387" y="84"/>
                  <a:pt x="1387" y="84"/>
                  <a:pt x="1387" y="84"/>
                </a:cubicBezTo>
                <a:cubicBezTo>
                  <a:pt x="1387" y="56"/>
                  <a:pt x="1365" y="34"/>
                  <a:pt x="1335" y="34"/>
                </a:cubicBezTo>
                <a:close/>
                <a:moveTo>
                  <a:pt x="1360" y="84"/>
                </a:moveTo>
                <a:cubicBezTo>
                  <a:pt x="1360" y="99"/>
                  <a:pt x="1351" y="111"/>
                  <a:pt x="1335" y="111"/>
                </a:cubicBezTo>
                <a:cubicBezTo>
                  <a:pt x="1320" y="111"/>
                  <a:pt x="1310" y="98"/>
                  <a:pt x="1310" y="84"/>
                </a:cubicBezTo>
                <a:cubicBezTo>
                  <a:pt x="1310" y="84"/>
                  <a:pt x="1310" y="84"/>
                  <a:pt x="1310" y="84"/>
                </a:cubicBezTo>
                <a:cubicBezTo>
                  <a:pt x="1310" y="70"/>
                  <a:pt x="1319" y="58"/>
                  <a:pt x="1335" y="58"/>
                </a:cubicBezTo>
                <a:cubicBezTo>
                  <a:pt x="1350" y="58"/>
                  <a:pt x="1360" y="70"/>
                  <a:pt x="1360" y="84"/>
                </a:cubicBezTo>
                <a:close/>
                <a:moveTo>
                  <a:pt x="1834" y="55"/>
                </a:moveTo>
                <a:cubicBezTo>
                  <a:pt x="1834" y="36"/>
                  <a:pt x="1834" y="36"/>
                  <a:pt x="1834" y="36"/>
                </a:cubicBezTo>
                <a:cubicBezTo>
                  <a:pt x="1807" y="36"/>
                  <a:pt x="1807" y="36"/>
                  <a:pt x="1807" y="36"/>
                </a:cubicBezTo>
                <a:cubicBezTo>
                  <a:pt x="1807" y="132"/>
                  <a:pt x="1807" y="132"/>
                  <a:pt x="1807" y="132"/>
                </a:cubicBezTo>
                <a:cubicBezTo>
                  <a:pt x="1834" y="132"/>
                  <a:pt x="1834" y="132"/>
                  <a:pt x="1834" y="132"/>
                </a:cubicBezTo>
                <a:cubicBezTo>
                  <a:pt x="1834" y="97"/>
                  <a:pt x="1834" y="97"/>
                  <a:pt x="1834" y="97"/>
                </a:cubicBezTo>
                <a:cubicBezTo>
                  <a:pt x="1834" y="74"/>
                  <a:pt x="1845" y="63"/>
                  <a:pt x="1863" y="63"/>
                </a:cubicBezTo>
                <a:cubicBezTo>
                  <a:pt x="1865" y="63"/>
                  <a:pt x="1865" y="63"/>
                  <a:pt x="1865" y="63"/>
                </a:cubicBezTo>
                <a:cubicBezTo>
                  <a:pt x="1865" y="34"/>
                  <a:pt x="1865" y="34"/>
                  <a:pt x="1865" y="34"/>
                </a:cubicBezTo>
                <a:cubicBezTo>
                  <a:pt x="1848" y="33"/>
                  <a:pt x="1839" y="42"/>
                  <a:pt x="1834" y="55"/>
                </a:cubicBezTo>
                <a:close/>
                <a:moveTo>
                  <a:pt x="1748" y="34"/>
                </a:moveTo>
                <a:cubicBezTo>
                  <a:pt x="1718" y="34"/>
                  <a:pt x="1696" y="56"/>
                  <a:pt x="1696" y="84"/>
                </a:cubicBezTo>
                <a:cubicBezTo>
                  <a:pt x="1696" y="84"/>
                  <a:pt x="1696" y="84"/>
                  <a:pt x="1696" y="84"/>
                </a:cubicBezTo>
                <a:cubicBezTo>
                  <a:pt x="1696" y="112"/>
                  <a:pt x="1718" y="134"/>
                  <a:pt x="1748" y="134"/>
                </a:cubicBezTo>
                <a:cubicBezTo>
                  <a:pt x="1778" y="134"/>
                  <a:pt x="1800" y="112"/>
                  <a:pt x="1800" y="84"/>
                </a:cubicBezTo>
                <a:cubicBezTo>
                  <a:pt x="1800" y="84"/>
                  <a:pt x="1800" y="84"/>
                  <a:pt x="1800" y="84"/>
                </a:cubicBezTo>
                <a:cubicBezTo>
                  <a:pt x="1800" y="56"/>
                  <a:pt x="1778" y="34"/>
                  <a:pt x="1748" y="34"/>
                </a:cubicBezTo>
                <a:close/>
                <a:moveTo>
                  <a:pt x="1773" y="84"/>
                </a:moveTo>
                <a:cubicBezTo>
                  <a:pt x="1773" y="99"/>
                  <a:pt x="1764" y="111"/>
                  <a:pt x="1748" y="111"/>
                </a:cubicBezTo>
                <a:cubicBezTo>
                  <a:pt x="1733" y="111"/>
                  <a:pt x="1723" y="98"/>
                  <a:pt x="1723" y="84"/>
                </a:cubicBezTo>
                <a:cubicBezTo>
                  <a:pt x="1723" y="84"/>
                  <a:pt x="1723" y="84"/>
                  <a:pt x="1723" y="84"/>
                </a:cubicBezTo>
                <a:cubicBezTo>
                  <a:pt x="1723" y="70"/>
                  <a:pt x="1732" y="58"/>
                  <a:pt x="1748" y="58"/>
                </a:cubicBezTo>
                <a:cubicBezTo>
                  <a:pt x="1763" y="58"/>
                  <a:pt x="1773" y="70"/>
                  <a:pt x="1773" y="84"/>
                </a:cubicBezTo>
                <a:close/>
                <a:moveTo>
                  <a:pt x="1465" y="48"/>
                </a:moveTo>
                <a:cubicBezTo>
                  <a:pt x="1458" y="40"/>
                  <a:pt x="1449" y="34"/>
                  <a:pt x="1434" y="34"/>
                </a:cubicBezTo>
                <a:cubicBezTo>
                  <a:pt x="1412" y="34"/>
                  <a:pt x="1391" y="50"/>
                  <a:pt x="1391" y="79"/>
                </a:cubicBezTo>
                <a:cubicBezTo>
                  <a:pt x="1391" y="79"/>
                  <a:pt x="1391" y="79"/>
                  <a:pt x="1391" y="79"/>
                </a:cubicBezTo>
                <a:cubicBezTo>
                  <a:pt x="1391" y="108"/>
                  <a:pt x="1412" y="124"/>
                  <a:pt x="1434" y="124"/>
                </a:cubicBezTo>
                <a:cubicBezTo>
                  <a:pt x="1448" y="124"/>
                  <a:pt x="1457" y="118"/>
                  <a:pt x="1465" y="109"/>
                </a:cubicBezTo>
                <a:cubicBezTo>
                  <a:pt x="1465" y="113"/>
                  <a:pt x="1465" y="113"/>
                  <a:pt x="1465" y="113"/>
                </a:cubicBezTo>
                <a:cubicBezTo>
                  <a:pt x="1465" y="130"/>
                  <a:pt x="1457" y="139"/>
                  <a:pt x="1438" y="139"/>
                </a:cubicBezTo>
                <a:cubicBezTo>
                  <a:pt x="1425" y="139"/>
                  <a:pt x="1415" y="136"/>
                  <a:pt x="1405" y="131"/>
                </a:cubicBezTo>
                <a:cubicBezTo>
                  <a:pt x="1396" y="151"/>
                  <a:pt x="1396" y="151"/>
                  <a:pt x="1396" y="151"/>
                </a:cubicBezTo>
                <a:cubicBezTo>
                  <a:pt x="1408" y="158"/>
                  <a:pt x="1423" y="161"/>
                  <a:pt x="1439" y="161"/>
                </a:cubicBezTo>
                <a:cubicBezTo>
                  <a:pt x="1457" y="161"/>
                  <a:pt x="1471" y="157"/>
                  <a:pt x="1480" y="148"/>
                </a:cubicBezTo>
                <a:cubicBezTo>
                  <a:pt x="1488" y="140"/>
                  <a:pt x="1492" y="128"/>
                  <a:pt x="1492" y="110"/>
                </a:cubicBezTo>
                <a:cubicBezTo>
                  <a:pt x="1492" y="36"/>
                  <a:pt x="1492" y="36"/>
                  <a:pt x="1492" y="36"/>
                </a:cubicBezTo>
                <a:cubicBezTo>
                  <a:pt x="1465" y="36"/>
                  <a:pt x="1465" y="36"/>
                  <a:pt x="1465" y="36"/>
                </a:cubicBezTo>
                <a:lnTo>
                  <a:pt x="1465" y="48"/>
                </a:lnTo>
                <a:close/>
                <a:moveTo>
                  <a:pt x="1465" y="79"/>
                </a:moveTo>
                <a:cubicBezTo>
                  <a:pt x="1465" y="92"/>
                  <a:pt x="1455" y="102"/>
                  <a:pt x="1442" y="102"/>
                </a:cubicBezTo>
                <a:cubicBezTo>
                  <a:pt x="1429" y="102"/>
                  <a:pt x="1419" y="93"/>
                  <a:pt x="1419" y="79"/>
                </a:cubicBezTo>
                <a:cubicBezTo>
                  <a:pt x="1419" y="79"/>
                  <a:pt x="1419" y="79"/>
                  <a:pt x="1419" y="79"/>
                </a:cubicBezTo>
                <a:cubicBezTo>
                  <a:pt x="1419" y="66"/>
                  <a:pt x="1429" y="57"/>
                  <a:pt x="1442" y="57"/>
                </a:cubicBezTo>
                <a:cubicBezTo>
                  <a:pt x="1455" y="57"/>
                  <a:pt x="1465" y="66"/>
                  <a:pt x="1465" y="79"/>
                </a:cubicBezTo>
                <a:close/>
                <a:moveTo>
                  <a:pt x="1697" y="37"/>
                </a:moveTo>
                <a:cubicBezTo>
                  <a:pt x="1675" y="37"/>
                  <a:pt x="1675" y="37"/>
                  <a:pt x="1675" y="37"/>
                </a:cubicBezTo>
                <a:cubicBezTo>
                  <a:pt x="1675" y="33"/>
                  <a:pt x="1675" y="33"/>
                  <a:pt x="1675" y="33"/>
                </a:cubicBezTo>
                <a:cubicBezTo>
                  <a:pt x="1675" y="26"/>
                  <a:pt x="1678" y="23"/>
                  <a:pt x="1684" y="23"/>
                </a:cubicBezTo>
                <a:cubicBezTo>
                  <a:pt x="1689" y="23"/>
                  <a:pt x="1693" y="24"/>
                  <a:pt x="1697" y="25"/>
                </a:cubicBezTo>
                <a:cubicBezTo>
                  <a:pt x="1697" y="2"/>
                  <a:pt x="1697" y="2"/>
                  <a:pt x="1697" y="2"/>
                </a:cubicBezTo>
                <a:cubicBezTo>
                  <a:pt x="1692" y="1"/>
                  <a:pt x="1686" y="0"/>
                  <a:pt x="1677" y="0"/>
                </a:cubicBezTo>
                <a:cubicBezTo>
                  <a:pt x="1668" y="0"/>
                  <a:pt x="1660" y="2"/>
                  <a:pt x="1655" y="7"/>
                </a:cubicBezTo>
                <a:cubicBezTo>
                  <a:pt x="1650" y="12"/>
                  <a:pt x="1648" y="20"/>
                  <a:pt x="1648" y="31"/>
                </a:cubicBezTo>
                <a:cubicBezTo>
                  <a:pt x="1648" y="37"/>
                  <a:pt x="1648" y="37"/>
                  <a:pt x="1648" y="37"/>
                </a:cubicBezTo>
                <a:cubicBezTo>
                  <a:pt x="1636" y="37"/>
                  <a:pt x="1636" y="37"/>
                  <a:pt x="1636" y="37"/>
                </a:cubicBezTo>
                <a:cubicBezTo>
                  <a:pt x="1636" y="59"/>
                  <a:pt x="1636" y="59"/>
                  <a:pt x="1636" y="59"/>
                </a:cubicBezTo>
                <a:cubicBezTo>
                  <a:pt x="1648" y="59"/>
                  <a:pt x="1648" y="59"/>
                  <a:pt x="1648" y="59"/>
                </a:cubicBezTo>
                <a:cubicBezTo>
                  <a:pt x="1648" y="132"/>
                  <a:pt x="1648" y="132"/>
                  <a:pt x="1648" y="132"/>
                </a:cubicBezTo>
                <a:cubicBezTo>
                  <a:pt x="1675" y="132"/>
                  <a:pt x="1675" y="132"/>
                  <a:pt x="1675" y="132"/>
                </a:cubicBezTo>
                <a:cubicBezTo>
                  <a:pt x="1675" y="59"/>
                  <a:pt x="1675" y="59"/>
                  <a:pt x="1675" y="59"/>
                </a:cubicBezTo>
                <a:cubicBezTo>
                  <a:pt x="1697" y="59"/>
                  <a:pt x="1697" y="59"/>
                  <a:pt x="1697" y="59"/>
                </a:cubicBezTo>
                <a:lnTo>
                  <a:pt x="1697" y="37"/>
                </a:lnTo>
                <a:close/>
                <a:moveTo>
                  <a:pt x="1548" y="101"/>
                </a:moveTo>
                <a:cubicBezTo>
                  <a:pt x="1526" y="36"/>
                  <a:pt x="1526" y="36"/>
                  <a:pt x="1526" y="36"/>
                </a:cubicBezTo>
                <a:cubicBezTo>
                  <a:pt x="1497" y="36"/>
                  <a:pt x="1497" y="36"/>
                  <a:pt x="1497" y="36"/>
                </a:cubicBezTo>
                <a:cubicBezTo>
                  <a:pt x="1535" y="132"/>
                  <a:pt x="1535" y="132"/>
                  <a:pt x="1535" y="132"/>
                </a:cubicBezTo>
                <a:cubicBezTo>
                  <a:pt x="1532" y="137"/>
                  <a:pt x="1530" y="139"/>
                  <a:pt x="1525" y="139"/>
                </a:cubicBezTo>
                <a:cubicBezTo>
                  <a:pt x="1521" y="139"/>
                  <a:pt x="1517" y="137"/>
                  <a:pt x="1513" y="135"/>
                </a:cubicBezTo>
                <a:cubicBezTo>
                  <a:pt x="1504" y="155"/>
                  <a:pt x="1504" y="155"/>
                  <a:pt x="1504" y="155"/>
                </a:cubicBezTo>
                <a:cubicBezTo>
                  <a:pt x="1511" y="159"/>
                  <a:pt x="1519" y="161"/>
                  <a:pt x="1528" y="161"/>
                </a:cubicBezTo>
                <a:cubicBezTo>
                  <a:pt x="1545" y="161"/>
                  <a:pt x="1553" y="154"/>
                  <a:pt x="1560" y="134"/>
                </a:cubicBezTo>
                <a:cubicBezTo>
                  <a:pt x="1597" y="36"/>
                  <a:pt x="1597" y="36"/>
                  <a:pt x="1597" y="36"/>
                </a:cubicBezTo>
                <a:cubicBezTo>
                  <a:pt x="1569" y="36"/>
                  <a:pt x="1569" y="36"/>
                  <a:pt x="1569" y="36"/>
                </a:cubicBezTo>
                <a:lnTo>
                  <a:pt x="1548" y="101"/>
                </a:lnTo>
                <a:close/>
                <a:moveTo>
                  <a:pt x="1008" y="34"/>
                </a:moveTo>
                <a:cubicBezTo>
                  <a:pt x="994" y="34"/>
                  <a:pt x="986" y="41"/>
                  <a:pt x="980" y="49"/>
                </a:cubicBezTo>
                <a:cubicBezTo>
                  <a:pt x="980" y="1"/>
                  <a:pt x="980" y="1"/>
                  <a:pt x="980" y="1"/>
                </a:cubicBezTo>
                <a:cubicBezTo>
                  <a:pt x="952" y="1"/>
                  <a:pt x="952" y="1"/>
                  <a:pt x="952" y="1"/>
                </a:cubicBezTo>
                <a:cubicBezTo>
                  <a:pt x="952" y="132"/>
                  <a:pt x="952" y="132"/>
                  <a:pt x="952" y="132"/>
                </a:cubicBezTo>
                <a:cubicBezTo>
                  <a:pt x="980" y="132"/>
                  <a:pt x="980" y="132"/>
                  <a:pt x="980" y="132"/>
                </a:cubicBezTo>
                <a:cubicBezTo>
                  <a:pt x="980" y="78"/>
                  <a:pt x="980" y="78"/>
                  <a:pt x="980" y="78"/>
                </a:cubicBezTo>
                <a:cubicBezTo>
                  <a:pt x="980" y="65"/>
                  <a:pt x="986" y="59"/>
                  <a:pt x="997" y="59"/>
                </a:cubicBezTo>
                <a:cubicBezTo>
                  <a:pt x="1007" y="59"/>
                  <a:pt x="1013" y="65"/>
                  <a:pt x="1013" y="78"/>
                </a:cubicBezTo>
                <a:cubicBezTo>
                  <a:pt x="1013" y="132"/>
                  <a:pt x="1013" y="132"/>
                  <a:pt x="1013" y="132"/>
                </a:cubicBezTo>
                <a:cubicBezTo>
                  <a:pt x="1040" y="132"/>
                  <a:pt x="1040" y="132"/>
                  <a:pt x="1040" y="132"/>
                </a:cubicBezTo>
                <a:cubicBezTo>
                  <a:pt x="1040" y="70"/>
                  <a:pt x="1040" y="70"/>
                  <a:pt x="1040" y="70"/>
                </a:cubicBezTo>
                <a:cubicBezTo>
                  <a:pt x="1040" y="48"/>
                  <a:pt x="1028" y="34"/>
                  <a:pt x="1008" y="34"/>
                </a:cubicBezTo>
                <a:close/>
                <a:moveTo>
                  <a:pt x="1250" y="132"/>
                </a:moveTo>
                <a:cubicBezTo>
                  <a:pt x="1278" y="132"/>
                  <a:pt x="1278" y="132"/>
                  <a:pt x="1278" y="132"/>
                </a:cubicBezTo>
                <a:cubicBezTo>
                  <a:pt x="1278" y="1"/>
                  <a:pt x="1278" y="1"/>
                  <a:pt x="1278" y="1"/>
                </a:cubicBezTo>
                <a:cubicBezTo>
                  <a:pt x="1250" y="1"/>
                  <a:pt x="1250" y="1"/>
                  <a:pt x="1250" y="1"/>
                </a:cubicBezTo>
                <a:lnTo>
                  <a:pt x="1250" y="132"/>
                </a:lnTo>
                <a:close/>
                <a:moveTo>
                  <a:pt x="1103" y="34"/>
                </a:moveTo>
                <a:cubicBezTo>
                  <a:pt x="1089" y="34"/>
                  <a:pt x="1081" y="41"/>
                  <a:pt x="1075" y="49"/>
                </a:cubicBezTo>
                <a:cubicBezTo>
                  <a:pt x="1075" y="36"/>
                  <a:pt x="1075" y="36"/>
                  <a:pt x="1075" y="36"/>
                </a:cubicBezTo>
                <a:cubicBezTo>
                  <a:pt x="1047" y="36"/>
                  <a:pt x="1047" y="36"/>
                  <a:pt x="1047" y="36"/>
                </a:cubicBezTo>
                <a:cubicBezTo>
                  <a:pt x="1047" y="132"/>
                  <a:pt x="1047" y="132"/>
                  <a:pt x="1047" y="132"/>
                </a:cubicBezTo>
                <a:cubicBezTo>
                  <a:pt x="1075" y="132"/>
                  <a:pt x="1075" y="132"/>
                  <a:pt x="1075" y="132"/>
                </a:cubicBezTo>
                <a:cubicBezTo>
                  <a:pt x="1075" y="78"/>
                  <a:pt x="1075" y="78"/>
                  <a:pt x="1075" y="78"/>
                </a:cubicBezTo>
                <a:cubicBezTo>
                  <a:pt x="1075" y="65"/>
                  <a:pt x="1081" y="59"/>
                  <a:pt x="1092" y="59"/>
                </a:cubicBezTo>
                <a:cubicBezTo>
                  <a:pt x="1102" y="59"/>
                  <a:pt x="1108" y="65"/>
                  <a:pt x="1108" y="78"/>
                </a:cubicBezTo>
                <a:cubicBezTo>
                  <a:pt x="1108" y="132"/>
                  <a:pt x="1108" y="132"/>
                  <a:pt x="1108" y="132"/>
                </a:cubicBezTo>
                <a:cubicBezTo>
                  <a:pt x="1135" y="132"/>
                  <a:pt x="1135" y="132"/>
                  <a:pt x="1135" y="132"/>
                </a:cubicBezTo>
                <a:cubicBezTo>
                  <a:pt x="1135" y="70"/>
                  <a:pt x="1135" y="70"/>
                  <a:pt x="1135" y="70"/>
                </a:cubicBezTo>
                <a:cubicBezTo>
                  <a:pt x="1135" y="48"/>
                  <a:pt x="1123" y="34"/>
                  <a:pt x="1103" y="34"/>
                </a:cubicBezTo>
                <a:close/>
                <a:moveTo>
                  <a:pt x="910" y="111"/>
                </a:moveTo>
                <a:cubicBezTo>
                  <a:pt x="895" y="111"/>
                  <a:pt x="885" y="99"/>
                  <a:pt x="885" y="84"/>
                </a:cubicBezTo>
                <a:cubicBezTo>
                  <a:pt x="885" y="84"/>
                  <a:pt x="885" y="84"/>
                  <a:pt x="885" y="84"/>
                </a:cubicBezTo>
                <a:cubicBezTo>
                  <a:pt x="885" y="70"/>
                  <a:pt x="895" y="58"/>
                  <a:pt x="909" y="58"/>
                </a:cubicBezTo>
                <a:cubicBezTo>
                  <a:pt x="918" y="58"/>
                  <a:pt x="925" y="62"/>
                  <a:pt x="931" y="68"/>
                </a:cubicBezTo>
                <a:cubicBezTo>
                  <a:pt x="947" y="50"/>
                  <a:pt x="947" y="50"/>
                  <a:pt x="947" y="50"/>
                </a:cubicBezTo>
                <a:cubicBezTo>
                  <a:pt x="938" y="40"/>
                  <a:pt x="927" y="34"/>
                  <a:pt x="909" y="34"/>
                </a:cubicBezTo>
                <a:cubicBezTo>
                  <a:pt x="880" y="34"/>
                  <a:pt x="859" y="57"/>
                  <a:pt x="859" y="84"/>
                </a:cubicBezTo>
                <a:cubicBezTo>
                  <a:pt x="859" y="84"/>
                  <a:pt x="859" y="84"/>
                  <a:pt x="859" y="84"/>
                </a:cubicBezTo>
                <a:cubicBezTo>
                  <a:pt x="859" y="112"/>
                  <a:pt x="880" y="134"/>
                  <a:pt x="909" y="134"/>
                </a:cubicBezTo>
                <a:cubicBezTo>
                  <a:pt x="928" y="134"/>
                  <a:pt x="939" y="127"/>
                  <a:pt x="948" y="117"/>
                </a:cubicBezTo>
                <a:cubicBezTo>
                  <a:pt x="932" y="100"/>
                  <a:pt x="932" y="100"/>
                  <a:pt x="932" y="100"/>
                </a:cubicBezTo>
                <a:cubicBezTo>
                  <a:pt x="925" y="107"/>
                  <a:pt x="919" y="111"/>
                  <a:pt x="910" y="111"/>
                </a:cubicBezTo>
                <a:close/>
                <a:moveTo>
                  <a:pt x="1945" y="35"/>
                </a:moveTo>
                <a:cubicBezTo>
                  <a:pt x="1929" y="35"/>
                  <a:pt x="1918" y="38"/>
                  <a:pt x="1908" y="42"/>
                </a:cubicBezTo>
                <a:cubicBezTo>
                  <a:pt x="1915" y="63"/>
                  <a:pt x="1915" y="63"/>
                  <a:pt x="1915" y="63"/>
                </a:cubicBezTo>
                <a:cubicBezTo>
                  <a:pt x="1923" y="60"/>
                  <a:pt x="1931" y="58"/>
                  <a:pt x="1941" y="58"/>
                </a:cubicBezTo>
                <a:cubicBezTo>
                  <a:pt x="1955" y="58"/>
                  <a:pt x="1962" y="64"/>
                  <a:pt x="1962" y="76"/>
                </a:cubicBezTo>
                <a:cubicBezTo>
                  <a:pt x="1962" y="77"/>
                  <a:pt x="1962" y="77"/>
                  <a:pt x="1962" y="77"/>
                </a:cubicBezTo>
                <a:cubicBezTo>
                  <a:pt x="1955" y="75"/>
                  <a:pt x="1948" y="73"/>
                  <a:pt x="1938" y="73"/>
                </a:cubicBezTo>
                <a:cubicBezTo>
                  <a:pt x="1915" y="73"/>
                  <a:pt x="1899" y="83"/>
                  <a:pt x="1899" y="104"/>
                </a:cubicBezTo>
                <a:cubicBezTo>
                  <a:pt x="1899" y="104"/>
                  <a:pt x="1899" y="104"/>
                  <a:pt x="1899" y="104"/>
                </a:cubicBezTo>
                <a:cubicBezTo>
                  <a:pt x="1899" y="123"/>
                  <a:pt x="1914" y="134"/>
                  <a:pt x="1932" y="134"/>
                </a:cubicBezTo>
                <a:cubicBezTo>
                  <a:pt x="1946" y="134"/>
                  <a:pt x="1955" y="129"/>
                  <a:pt x="1962" y="122"/>
                </a:cubicBezTo>
                <a:cubicBezTo>
                  <a:pt x="1962" y="132"/>
                  <a:pt x="1962" y="132"/>
                  <a:pt x="1962" y="132"/>
                </a:cubicBezTo>
                <a:cubicBezTo>
                  <a:pt x="1988" y="132"/>
                  <a:pt x="1988" y="132"/>
                  <a:pt x="1988" y="132"/>
                </a:cubicBezTo>
                <a:cubicBezTo>
                  <a:pt x="1988" y="76"/>
                  <a:pt x="1988" y="76"/>
                  <a:pt x="1988" y="76"/>
                </a:cubicBezTo>
                <a:cubicBezTo>
                  <a:pt x="1988" y="63"/>
                  <a:pt x="1985" y="53"/>
                  <a:pt x="1978" y="46"/>
                </a:cubicBezTo>
                <a:cubicBezTo>
                  <a:pt x="1971" y="39"/>
                  <a:pt x="1960" y="35"/>
                  <a:pt x="1945" y="35"/>
                </a:cubicBezTo>
                <a:close/>
                <a:moveTo>
                  <a:pt x="1962" y="98"/>
                </a:moveTo>
                <a:cubicBezTo>
                  <a:pt x="1962" y="108"/>
                  <a:pt x="1953" y="115"/>
                  <a:pt x="1941" y="115"/>
                </a:cubicBezTo>
                <a:cubicBezTo>
                  <a:pt x="1932" y="115"/>
                  <a:pt x="1926" y="111"/>
                  <a:pt x="1926" y="103"/>
                </a:cubicBezTo>
                <a:cubicBezTo>
                  <a:pt x="1926" y="103"/>
                  <a:pt x="1926" y="103"/>
                  <a:pt x="1926" y="103"/>
                </a:cubicBezTo>
                <a:cubicBezTo>
                  <a:pt x="1926" y="94"/>
                  <a:pt x="1933" y="90"/>
                  <a:pt x="1945" y="90"/>
                </a:cubicBezTo>
                <a:cubicBezTo>
                  <a:pt x="1951" y="90"/>
                  <a:pt x="1957" y="91"/>
                  <a:pt x="1962" y="93"/>
                </a:cubicBezTo>
                <a:lnTo>
                  <a:pt x="1962" y="98"/>
                </a:lnTo>
                <a:close/>
                <a:moveTo>
                  <a:pt x="1193" y="34"/>
                </a:moveTo>
                <a:cubicBezTo>
                  <a:pt x="1163" y="34"/>
                  <a:pt x="1141" y="56"/>
                  <a:pt x="1141" y="84"/>
                </a:cubicBezTo>
                <a:cubicBezTo>
                  <a:pt x="1141" y="84"/>
                  <a:pt x="1141" y="84"/>
                  <a:pt x="1141" y="84"/>
                </a:cubicBezTo>
                <a:cubicBezTo>
                  <a:pt x="1141" y="112"/>
                  <a:pt x="1163" y="134"/>
                  <a:pt x="1193" y="134"/>
                </a:cubicBezTo>
                <a:cubicBezTo>
                  <a:pt x="1223" y="134"/>
                  <a:pt x="1245" y="112"/>
                  <a:pt x="1245" y="84"/>
                </a:cubicBezTo>
                <a:cubicBezTo>
                  <a:pt x="1245" y="84"/>
                  <a:pt x="1245" y="84"/>
                  <a:pt x="1245" y="84"/>
                </a:cubicBezTo>
                <a:cubicBezTo>
                  <a:pt x="1245" y="56"/>
                  <a:pt x="1223" y="34"/>
                  <a:pt x="1193" y="34"/>
                </a:cubicBezTo>
                <a:close/>
                <a:moveTo>
                  <a:pt x="1218" y="84"/>
                </a:moveTo>
                <a:cubicBezTo>
                  <a:pt x="1218" y="99"/>
                  <a:pt x="1209" y="111"/>
                  <a:pt x="1193" y="111"/>
                </a:cubicBezTo>
                <a:cubicBezTo>
                  <a:pt x="1178" y="111"/>
                  <a:pt x="1168" y="98"/>
                  <a:pt x="1168" y="84"/>
                </a:cubicBezTo>
                <a:cubicBezTo>
                  <a:pt x="1168" y="84"/>
                  <a:pt x="1168" y="84"/>
                  <a:pt x="1168" y="84"/>
                </a:cubicBezTo>
                <a:cubicBezTo>
                  <a:pt x="1168" y="70"/>
                  <a:pt x="1177" y="58"/>
                  <a:pt x="1193" y="58"/>
                </a:cubicBezTo>
                <a:cubicBezTo>
                  <a:pt x="1208" y="58"/>
                  <a:pt x="1218" y="70"/>
                  <a:pt x="1218" y="8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375F64-E651-1A0A-ABF1-9C38BA663F9F}"/>
              </a:ext>
            </a:extLst>
          </p:cNvPr>
          <p:cNvSpPr txBox="1"/>
          <p:nvPr userDrawn="1"/>
        </p:nvSpPr>
        <p:spPr>
          <a:xfrm>
            <a:off x="750334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 Lenovo Internal.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78680270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Black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3A0DD018-EAF2-48F3-ABFD-828A5E37F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5"/>
            <a:ext cx="12188825" cy="6857929"/>
          </a:xfrm>
          <a:prstGeom prst="rect">
            <a:avLst/>
          </a:prstGeom>
        </p:spPr>
      </p:pic>
      <p:sp>
        <p:nvSpPr>
          <p:cNvPr id="56" name="Title 16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750334" y="1524000"/>
            <a:ext cx="9912096" cy="3273368"/>
          </a:xfrm>
          <a:prstGeom prst="rect">
            <a:avLst/>
          </a:prstGeom>
        </p:spPr>
        <p:txBody>
          <a:bodyPr lIns="0" tIns="0" rIns="121899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80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55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760414" y="5046115"/>
            <a:ext cx="9912096" cy="3566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600" b="0" kern="1200" cap="none" spc="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Date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178D7C6-5801-6B30-A6A7-963788E95D85}"/>
              </a:ext>
            </a:extLst>
          </p:cNvPr>
          <p:cNvGrpSpPr>
            <a:grpSpLocks noChangeAspect="1"/>
          </p:cNvGrpSpPr>
          <p:nvPr userDrawn="1"/>
        </p:nvGrpSpPr>
        <p:grpSpPr>
          <a:xfrm rot="16200000">
            <a:off x="10149589" y="2542923"/>
            <a:ext cx="3058160" cy="1020314"/>
            <a:chOff x="547688" y="952500"/>
            <a:chExt cx="12190413" cy="4067175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9E9C34A-28EF-207E-149B-9EBED2862D6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7">
              <a:extLst>
                <a:ext uri="{FF2B5EF4-FFF2-40B4-BE49-F238E27FC236}">
                  <a16:creationId xmlns:a16="http://schemas.microsoft.com/office/drawing/2014/main" id="{158C3A6B-F5BB-E37E-DB3D-C1ABEA07F21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8">
              <a:extLst>
                <a:ext uri="{FF2B5EF4-FFF2-40B4-BE49-F238E27FC236}">
                  <a16:creationId xmlns:a16="http://schemas.microsoft.com/office/drawing/2014/main" id="{A56AE87F-217D-4207-F227-987A2E7FEBF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Freeform 9">
              <a:extLst>
                <a:ext uri="{FF2B5EF4-FFF2-40B4-BE49-F238E27FC236}">
                  <a16:creationId xmlns:a16="http://schemas.microsoft.com/office/drawing/2014/main" id="{D65BCC2D-74A9-8E37-6BBC-33B74966DA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10">
              <a:extLst>
                <a:ext uri="{FF2B5EF4-FFF2-40B4-BE49-F238E27FC236}">
                  <a16:creationId xmlns:a16="http://schemas.microsoft.com/office/drawing/2014/main" id="{BA8558ED-E4BF-D888-EF3B-A311AFE8C47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Freeform 10">
              <a:extLst>
                <a:ext uri="{FF2B5EF4-FFF2-40B4-BE49-F238E27FC236}">
                  <a16:creationId xmlns:a16="http://schemas.microsoft.com/office/drawing/2014/main" id="{AFF1776F-9DBA-D51E-8F71-E1FB30D7679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Freeform 11">
              <a:extLst>
                <a:ext uri="{FF2B5EF4-FFF2-40B4-BE49-F238E27FC236}">
                  <a16:creationId xmlns:a16="http://schemas.microsoft.com/office/drawing/2014/main" id="{820D6E3B-9704-EBDF-9D0D-A571A36CB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76" name="Freeform 5">
            <a:extLst>
              <a:ext uri="{FF2B5EF4-FFF2-40B4-BE49-F238E27FC236}">
                <a16:creationId xmlns:a16="http://schemas.microsoft.com/office/drawing/2014/main" id="{C002511A-253F-7F55-6C4F-3D51611D3CBF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750334" y="762000"/>
            <a:ext cx="3941064" cy="312470"/>
          </a:xfrm>
          <a:custGeom>
            <a:avLst/>
            <a:gdLst>
              <a:gd name="T0" fmla="*/ 557 w 2065"/>
              <a:gd name="T1" fmla="*/ 102 h 161"/>
              <a:gd name="T2" fmla="*/ 510 w 2065"/>
              <a:gd name="T3" fmla="*/ 76 h 161"/>
              <a:gd name="T4" fmla="*/ 583 w 2065"/>
              <a:gd name="T5" fmla="*/ 36 h 161"/>
              <a:gd name="T6" fmla="*/ 641 w 2065"/>
              <a:gd name="T7" fmla="*/ 34 h 161"/>
              <a:gd name="T8" fmla="*/ 2038 w 2065"/>
              <a:gd name="T9" fmla="*/ 1 h 161"/>
              <a:gd name="T10" fmla="*/ 706 w 2065"/>
              <a:gd name="T11" fmla="*/ 59 h 161"/>
              <a:gd name="T12" fmla="*/ 733 w 2065"/>
              <a:gd name="T13" fmla="*/ 100 h 161"/>
              <a:gd name="T14" fmla="*/ 1999 w 2065"/>
              <a:gd name="T15" fmla="*/ 132 h 161"/>
              <a:gd name="T16" fmla="*/ 760 w 2065"/>
              <a:gd name="T17" fmla="*/ 84 h 161"/>
              <a:gd name="T18" fmla="*/ 787 w 2065"/>
              <a:gd name="T19" fmla="*/ 93 h 161"/>
              <a:gd name="T20" fmla="*/ 828 w 2065"/>
              <a:gd name="T21" fmla="*/ 76 h 161"/>
              <a:gd name="T22" fmla="*/ 133 w 2065"/>
              <a:gd name="T23" fmla="*/ 36 h 161"/>
              <a:gd name="T24" fmla="*/ 166 w 2065"/>
              <a:gd name="T25" fmla="*/ 78 h 161"/>
              <a:gd name="T26" fmla="*/ 225 w 2065"/>
              <a:gd name="T27" fmla="*/ 132 h 161"/>
              <a:gd name="T28" fmla="*/ 32 w 2065"/>
              <a:gd name="T29" fmla="*/ 40 h 161"/>
              <a:gd name="T30" fmla="*/ 5 w 2065"/>
              <a:gd name="T31" fmla="*/ 43 h 161"/>
              <a:gd name="T32" fmla="*/ 0 w 2065"/>
              <a:gd name="T33" fmla="*/ 114 h 161"/>
              <a:gd name="T34" fmla="*/ 266 w 2065"/>
              <a:gd name="T35" fmla="*/ 43 h 161"/>
              <a:gd name="T36" fmla="*/ 258 w 2065"/>
              <a:gd name="T37" fmla="*/ 104 h 161"/>
              <a:gd name="T38" fmla="*/ 347 w 2065"/>
              <a:gd name="T39" fmla="*/ 76 h 161"/>
              <a:gd name="T40" fmla="*/ 285 w 2065"/>
              <a:gd name="T41" fmla="*/ 103 h 161"/>
              <a:gd name="T42" fmla="*/ 429 w 2065"/>
              <a:gd name="T43" fmla="*/ 36 h 161"/>
              <a:gd name="T44" fmla="*/ 479 w 2065"/>
              <a:gd name="T45" fmla="*/ 128 h 161"/>
              <a:gd name="T46" fmla="*/ 479 w 2065"/>
              <a:gd name="T47" fmla="*/ 36 h 161"/>
              <a:gd name="T48" fmla="*/ 354 w 2065"/>
              <a:gd name="T49" fmla="*/ 132 h 161"/>
              <a:gd name="T50" fmla="*/ 382 w 2065"/>
              <a:gd name="T51" fmla="*/ 55 h 161"/>
              <a:gd name="T52" fmla="*/ 1387 w 2065"/>
              <a:gd name="T53" fmla="*/ 84 h 161"/>
              <a:gd name="T54" fmla="*/ 1335 w 2065"/>
              <a:gd name="T55" fmla="*/ 58 h 161"/>
              <a:gd name="T56" fmla="*/ 1834 w 2065"/>
              <a:gd name="T57" fmla="*/ 132 h 161"/>
              <a:gd name="T58" fmla="*/ 1748 w 2065"/>
              <a:gd name="T59" fmla="*/ 34 h 161"/>
              <a:gd name="T60" fmla="*/ 1748 w 2065"/>
              <a:gd name="T61" fmla="*/ 34 h 161"/>
              <a:gd name="T62" fmla="*/ 1773 w 2065"/>
              <a:gd name="T63" fmla="*/ 84 h 161"/>
              <a:gd name="T64" fmla="*/ 1465 w 2065"/>
              <a:gd name="T65" fmla="*/ 109 h 161"/>
              <a:gd name="T66" fmla="*/ 1480 w 2065"/>
              <a:gd name="T67" fmla="*/ 148 h 161"/>
              <a:gd name="T68" fmla="*/ 1442 w 2065"/>
              <a:gd name="T69" fmla="*/ 102 h 161"/>
              <a:gd name="T70" fmla="*/ 1675 w 2065"/>
              <a:gd name="T71" fmla="*/ 37 h 161"/>
              <a:gd name="T72" fmla="*/ 1655 w 2065"/>
              <a:gd name="T73" fmla="*/ 7 h 161"/>
              <a:gd name="T74" fmla="*/ 1648 w 2065"/>
              <a:gd name="T75" fmla="*/ 132 h 161"/>
              <a:gd name="T76" fmla="*/ 1526 w 2065"/>
              <a:gd name="T77" fmla="*/ 36 h 161"/>
              <a:gd name="T78" fmla="*/ 1528 w 2065"/>
              <a:gd name="T79" fmla="*/ 161 h 161"/>
              <a:gd name="T80" fmla="*/ 980 w 2065"/>
              <a:gd name="T81" fmla="*/ 49 h 161"/>
              <a:gd name="T82" fmla="*/ 997 w 2065"/>
              <a:gd name="T83" fmla="*/ 59 h 161"/>
              <a:gd name="T84" fmla="*/ 1250 w 2065"/>
              <a:gd name="T85" fmla="*/ 132 h 161"/>
              <a:gd name="T86" fmla="*/ 1075 w 2065"/>
              <a:gd name="T87" fmla="*/ 49 h 161"/>
              <a:gd name="T88" fmla="*/ 1092 w 2065"/>
              <a:gd name="T89" fmla="*/ 59 h 161"/>
              <a:gd name="T90" fmla="*/ 910 w 2065"/>
              <a:gd name="T91" fmla="*/ 111 h 161"/>
              <a:gd name="T92" fmla="*/ 909 w 2065"/>
              <a:gd name="T93" fmla="*/ 34 h 161"/>
              <a:gd name="T94" fmla="*/ 910 w 2065"/>
              <a:gd name="T95" fmla="*/ 111 h 161"/>
              <a:gd name="T96" fmla="*/ 1962 w 2065"/>
              <a:gd name="T97" fmla="*/ 77 h 161"/>
              <a:gd name="T98" fmla="*/ 1962 w 2065"/>
              <a:gd name="T99" fmla="*/ 132 h 161"/>
              <a:gd name="T100" fmla="*/ 1941 w 2065"/>
              <a:gd name="T101" fmla="*/ 115 h 161"/>
              <a:gd name="T102" fmla="*/ 1193 w 2065"/>
              <a:gd name="T103" fmla="*/ 34 h 161"/>
              <a:gd name="T104" fmla="*/ 1193 w 2065"/>
              <a:gd name="T105" fmla="*/ 34 h 161"/>
              <a:gd name="T106" fmla="*/ 1218 w 2065"/>
              <a:gd name="T107" fmla="*/ 84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065" h="161">
                <a:moveTo>
                  <a:pt x="530" y="34"/>
                </a:moveTo>
                <a:cubicBezTo>
                  <a:pt x="502" y="34"/>
                  <a:pt x="483" y="57"/>
                  <a:pt x="483" y="84"/>
                </a:cubicBezTo>
                <a:cubicBezTo>
                  <a:pt x="483" y="84"/>
                  <a:pt x="483" y="84"/>
                  <a:pt x="483" y="84"/>
                </a:cubicBezTo>
                <a:cubicBezTo>
                  <a:pt x="483" y="114"/>
                  <a:pt x="504" y="134"/>
                  <a:pt x="533" y="134"/>
                </a:cubicBezTo>
                <a:cubicBezTo>
                  <a:pt x="551" y="134"/>
                  <a:pt x="563" y="127"/>
                  <a:pt x="572" y="116"/>
                </a:cubicBezTo>
                <a:cubicBezTo>
                  <a:pt x="557" y="102"/>
                  <a:pt x="557" y="102"/>
                  <a:pt x="557" y="102"/>
                </a:cubicBezTo>
                <a:cubicBezTo>
                  <a:pt x="549" y="109"/>
                  <a:pt x="543" y="112"/>
                  <a:pt x="533" y="112"/>
                </a:cubicBezTo>
                <a:cubicBezTo>
                  <a:pt x="521" y="112"/>
                  <a:pt x="513" y="106"/>
                  <a:pt x="510" y="93"/>
                </a:cubicBezTo>
                <a:cubicBezTo>
                  <a:pt x="577" y="93"/>
                  <a:pt x="577" y="93"/>
                  <a:pt x="577" y="93"/>
                </a:cubicBezTo>
                <a:cubicBezTo>
                  <a:pt x="577" y="91"/>
                  <a:pt x="577" y="88"/>
                  <a:pt x="577" y="86"/>
                </a:cubicBezTo>
                <a:cubicBezTo>
                  <a:pt x="577" y="59"/>
                  <a:pt x="563" y="34"/>
                  <a:pt x="530" y="34"/>
                </a:cubicBezTo>
                <a:close/>
                <a:moveTo>
                  <a:pt x="510" y="76"/>
                </a:moveTo>
                <a:cubicBezTo>
                  <a:pt x="512" y="64"/>
                  <a:pt x="519" y="56"/>
                  <a:pt x="530" y="56"/>
                </a:cubicBezTo>
                <a:cubicBezTo>
                  <a:pt x="542" y="56"/>
                  <a:pt x="549" y="64"/>
                  <a:pt x="551" y="76"/>
                </a:cubicBezTo>
                <a:lnTo>
                  <a:pt x="510" y="76"/>
                </a:lnTo>
                <a:close/>
                <a:moveTo>
                  <a:pt x="610" y="55"/>
                </a:moveTo>
                <a:cubicBezTo>
                  <a:pt x="610" y="36"/>
                  <a:pt x="610" y="36"/>
                  <a:pt x="610" y="36"/>
                </a:cubicBezTo>
                <a:cubicBezTo>
                  <a:pt x="583" y="36"/>
                  <a:pt x="583" y="36"/>
                  <a:pt x="583" y="36"/>
                </a:cubicBezTo>
                <a:cubicBezTo>
                  <a:pt x="583" y="132"/>
                  <a:pt x="583" y="132"/>
                  <a:pt x="583" y="132"/>
                </a:cubicBezTo>
                <a:cubicBezTo>
                  <a:pt x="610" y="132"/>
                  <a:pt x="610" y="132"/>
                  <a:pt x="610" y="132"/>
                </a:cubicBezTo>
                <a:cubicBezTo>
                  <a:pt x="610" y="97"/>
                  <a:pt x="610" y="97"/>
                  <a:pt x="610" y="97"/>
                </a:cubicBezTo>
                <a:cubicBezTo>
                  <a:pt x="610" y="74"/>
                  <a:pt x="621" y="63"/>
                  <a:pt x="640" y="63"/>
                </a:cubicBezTo>
                <a:cubicBezTo>
                  <a:pt x="641" y="63"/>
                  <a:pt x="641" y="63"/>
                  <a:pt x="641" y="63"/>
                </a:cubicBezTo>
                <a:cubicBezTo>
                  <a:pt x="641" y="34"/>
                  <a:pt x="641" y="34"/>
                  <a:pt x="641" y="34"/>
                </a:cubicBezTo>
                <a:cubicBezTo>
                  <a:pt x="625" y="33"/>
                  <a:pt x="616" y="42"/>
                  <a:pt x="610" y="55"/>
                </a:cubicBezTo>
                <a:close/>
                <a:moveTo>
                  <a:pt x="2038" y="1"/>
                </a:moveTo>
                <a:cubicBezTo>
                  <a:pt x="2038" y="132"/>
                  <a:pt x="2038" y="132"/>
                  <a:pt x="2038" y="132"/>
                </a:cubicBezTo>
                <a:cubicBezTo>
                  <a:pt x="2065" y="132"/>
                  <a:pt x="2065" y="132"/>
                  <a:pt x="2065" y="132"/>
                </a:cubicBezTo>
                <a:cubicBezTo>
                  <a:pt x="2065" y="1"/>
                  <a:pt x="2065" y="1"/>
                  <a:pt x="2065" y="1"/>
                </a:cubicBezTo>
                <a:lnTo>
                  <a:pt x="2038" y="1"/>
                </a:lnTo>
                <a:close/>
                <a:moveTo>
                  <a:pt x="733" y="11"/>
                </a:moveTo>
                <a:cubicBezTo>
                  <a:pt x="706" y="11"/>
                  <a:pt x="706" y="11"/>
                  <a:pt x="706" y="11"/>
                </a:cubicBezTo>
                <a:cubicBezTo>
                  <a:pt x="706" y="36"/>
                  <a:pt x="706" y="36"/>
                  <a:pt x="706" y="36"/>
                </a:cubicBezTo>
                <a:cubicBezTo>
                  <a:pt x="694" y="36"/>
                  <a:pt x="694" y="36"/>
                  <a:pt x="694" y="36"/>
                </a:cubicBezTo>
                <a:cubicBezTo>
                  <a:pt x="694" y="59"/>
                  <a:pt x="694" y="59"/>
                  <a:pt x="694" y="59"/>
                </a:cubicBezTo>
                <a:cubicBezTo>
                  <a:pt x="706" y="59"/>
                  <a:pt x="706" y="59"/>
                  <a:pt x="706" y="59"/>
                </a:cubicBezTo>
                <a:cubicBezTo>
                  <a:pt x="706" y="105"/>
                  <a:pt x="706" y="105"/>
                  <a:pt x="706" y="105"/>
                </a:cubicBezTo>
                <a:cubicBezTo>
                  <a:pt x="706" y="127"/>
                  <a:pt x="717" y="134"/>
                  <a:pt x="734" y="134"/>
                </a:cubicBezTo>
                <a:cubicBezTo>
                  <a:pt x="743" y="134"/>
                  <a:pt x="750" y="132"/>
                  <a:pt x="755" y="128"/>
                </a:cubicBezTo>
                <a:cubicBezTo>
                  <a:pt x="755" y="106"/>
                  <a:pt x="755" y="106"/>
                  <a:pt x="755" y="106"/>
                </a:cubicBezTo>
                <a:cubicBezTo>
                  <a:pt x="752" y="108"/>
                  <a:pt x="747" y="110"/>
                  <a:pt x="742" y="110"/>
                </a:cubicBezTo>
                <a:cubicBezTo>
                  <a:pt x="736" y="110"/>
                  <a:pt x="733" y="107"/>
                  <a:pt x="733" y="100"/>
                </a:cubicBezTo>
                <a:cubicBezTo>
                  <a:pt x="733" y="59"/>
                  <a:pt x="733" y="59"/>
                  <a:pt x="733" y="59"/>
                </a:cubicBezTo>
                <a:cubicBezTo>
                  <a:pt x="756" y="59"/>
                  <a:pt x="756" y="59"/>
                  <a:pt x="756" y="59"/>
                </a:cubicBezTo>
                <a:cubicBezTo>
                  <a:pt x="756" y="36"/>
                  <a:pt x="756" y="36"/>
                  <a:pt x="756" y="36"/>
                </a:cubicBezTo>
                <a:cubicBezTo>
                  <a:pt x="733" y="36"/>
                  <a:pt x="733" y="36"/>
                  <a:pt x="733" y="36"/>
                </a:cubicBezTo>
                <a:lnTo>
                  <a:pt x="733" y="11"/>
                </a:lnTo>
                <a:close/>
                <a:moveTo>
                  <a:pt x="1999" y="132"/>
                </a:moveTo>
                <a:cubicBezTo>
                  <a:pt x="2027" y="132"/>
                  <a:pt x="2027" y="132"/>
                  <a:pt x="2027" y="132"/>
                </a:cubicBezTo>
                <a:cubicBezTo>
                  <a:pt x="2027" y="1"/>
                  <a:pt x="2027" y="1"/>
                  <a:pt x="2027" y="1"/>
                </a:cubicBezTo>
                <a:cubicBezTo>
                  <a:pt x="1999" y="1"/>
                  <a:pt x="1999" y="1"/>
                  <a:pt x="1999" y="1"/>
                </a:cubicBezTo>
                <a:lnTo>
                  <a:pt x="1999" y="132"/>
                </a:lnTo>
                <a:close/>
                <a:moveTo>
                  <a:pt x="807" y="34"/>
                </a:moveTo>
                <a:cubicBezTo>
                  <a:pt x="779" y="34"/>
                  <a:pt x="760" y="57"/>
                  <a:pt x="760" y="84"/>
                </a:cubicBezTo>
                <a:cubicBezTo>
                  <a:pt x="760" y="84"/>
                  <a:pt x="760" y="84"/>
                  <a:pt x="760" y="84"/>
                </a:cubicBezTo>
                <a:cubicBezTo>
                  <a:pt x="760" y="114"/>
                  <a:pt x="781" y="134"/>
                  <a:pt x="810" y="134"/>
                </a:cubicBezTo>
                <a:cubicBezTo>
                  <a:pt x="827" y="134"/>
                  <a:pt x="840" y="127"/>
                  <a:pt x="849" y="116"/>
                </a:cubicBezTo>
                <a:cubicBezTo>
                  <a:pt x="834" y="102"/>
                  <a:pt x="834" y="102"/>
                  <a:pt x="834" y="102"/>
                </a:cubicBezTo>
                <a:cubicBezTo>
                  <a:pt x="826" y="109"/>
                  <a:pt x="820" y="112"/>
                  <a:pt x="810" y="112"/>
                </a:cubicBezTo>
                <a:cubicBezTo>
                  <a:pt x="798" y="112"/>
                  <a:pt x="790" y="106"/>
                  <a:pt x="787" y="93"/>
                </a:cubicBezTo>
                <a:cubicBezTo>
                  <a:pt x="854" y="93"/>
                  <a:pt x="854" y="93"/>
                  <a:pt x="854" y="93"/>
                </a:cubicBezTo>
                <a:cubicBezTo>
                  <a:pt x="854" y="91"/>
                  <a:pt x="854" y="88"/>
                  <a:pt x="854" y="86"/>
                </a:cubicBezTo>
                <a:cubicBezTo>
                  <a:pt x="854" y="59"/>
                  <a:pt x="839" y="34"/>
                  <a:pt x="807" y="34"/>
                </a:cubicBezTo>
                <a:close/>
                <a:moveTo>
                  <a:pt x="787" y="76"/>
                </a:moveTo>
                <a:cubicBezTo>
                  <a:pt x="789" y="64"/>
                  <a:pt x="796" y="56"/>
                  <a:pt x="807" y="56"/>
                </a:cubicBezTo>
                <a:cubicBezTo>
                  <a:pt x="819" y="56"/>
                  <a:pt x="826" y="64"/>
                  <a:pt x="828" y="76"/>
                </a:cubicBezTo>
                <a:lnTo>
                  <a:pt x="787" y="76"/>
                </a:lnTo>
                <a:close/>
                <a:moveTo>
                  <a:pt x="220" y="34"/>
                </a:moveTo>
                <a:cubicBezTo>
                  <a:pt x="207" y="34"/>
                  <a:pt x="197" y="39"/>
                  <a:pt x="189" y="49"/>
                </a:cubicBezTo>
                <a:cubicBezTo>
                  <a:pt x="184" y="40"/>
                  <a:pt x="174" y="34"/>
                  <a:pt x="161" y="34"/>
                </a:cubicBezTo>
                <a:cubicBezTo>
                  <a:pt x="148" y="34"/>
                  <a:pt x="139" y="41"/>
                  <a:pt x="133" y="50"/>
                </a:cubicBezTo>
                <a:cubicBezTo>
                  <a:pt x="133" y="36"/>
                  <a:pt x="133" y="36"/>
                  <a:pt x="133" y="36"/>
                </a:cubicBezTo>
                <a:cubicBezTo>
                  <a:pt x="106" y="36"/>
                  <a:pt x="106" y="36"/>
                  <a:pt x="106" y="36"/>
                </a:cubicBezTo>
                <a:cubicBezTo>
                  <a:pt x="106" y="132"/>
                  <a:pt x="106" y="132"/>
                  <a:pt x="106" y="132"/>
                </a:cubicBezTo>
                <a:cubicBezTo>
                  <a:pt x="133" y="132"/>
                  <a:pt x="133" y="132"/>
                  <a:pt x="133" y="132"/>
                </a:cubicBezTo>
                <a:cubicBezTo>
                  <a:pt x="133" y="78"/>
                  <a:pt x="133" y="78"/>
                  <a:pt x="133" y="78"/>
                </a:cubicBezTo>
                <a:cubicBezTo>
                  <a:pt x="133" y="65"/>
                  <a:pt x="139" y="59"/>
                  <a:pt x="150" y="59"/>
                </a:cubicBezTo>
                <a:cubicBezTo>
                  <a:pt x="160" y="59"/>
                  <a:pt x="166" y="65"/>
                  <a:pt x="166" y="78"/>
                </a:cubicBezTo>
                <a:cubicBezTo>
                  <a:pt x="166" y="132"/>
                  <a:pt x="166" y="132"/>
                  <a:pt x="166" y="132"/>
                </a:cubicBezTo>
                <a:cubicBezTo>
                  <a:pt x="193" y="132"/>
                  <a:pt x="193" y="132"/>
                  <a:pt x="193" y="132"/>
                </a:cubicBezTo>
                <a:cubicBezTo>
                  <a:pt x="193" y="78"/>
                  <a:pt x="193" y="78"/>
                  <a:pt x="193" y="78"/>
                </a:cubicBezTo>
                <a:cubicBezTo>
                  <a:pt x="193" y="65"/>
                  <a:pt x="199" y="59"/>
                  <a:pt x="209" y="59"/>
                </a:cubicBezTo>
                <a:cubicBezTo>
                  <a:pt x="220" y="59"/>
                  <a:pt x="225" y="65"/>
                  <a:pt x="225" y="78"/>
                </a:cubicBezTo>
                <a:cubicBezTo>
                  <a:pt x="225" y="132"/>
                  <a:pt x="225" y="132"/>
                  <a:pt x="225" y="132"/>
                </a:cubicBezTo>
                <a:cubicBezTo>
                  <a:pt x="253" y="132"/>
                  <a:pt x="253" y="132"/>
                  <a:pt x="253" y="132"/>
                </a:cubicBezTo>
                <a:cubicBezTo>
                  <a:pt x="253" y="69"/>
                  <a:pt x="253" y="69"/>
                  <a:pt x="253" y="69"/>
                </a:cubicBezTo>
                <a:cubicBezTo>
                  <a:pt x="253" y="46"/>
                  <a:pt x="240" y="34"/>
                  <a:pt x="220" y="34"/>
                </a:cubicBezTo>
                <a:close/>
                <a:moveTo>
                  <a:pt x="59" y="57"/>
                </a:moveTo>
                <a:cubicBezTo>
                  <a:pt x="38" y="51"/>
                  <a:pt x="32" y="49"/>
                  <a:pt x="32" y="40"/>
                </a:cubicBezTo>
                <a:cubicBezTo>
                  <a:pt x="32" y="40"/>
                  <a:pt x="32" y="40"/>
                  <a:pt x="32" y="40"/>
                </a:cubicBezTo>
                <a:cubicBezTo>
                  <a:pt x="32" y="34"/>
                  <a:pt x="38" y="29"/>
                  <a:pt x="48" y="29"/>
                </a:cubicBezTo>
                <a:cubicBezTo>
                  <a:pt x="59" y="29"/>
                  <a:pt x="70" y="34"/>
                  <a:pt x="81" y="41"/>
                </a:cubicBezTo>
                <a:cubicBezTo>
                  <a:pt x="95" y="21"/>
                  <a:pt x="95" y="21"/>
                  <a:pt x="95" y="21"/>
                </a:cubicBezTo>
                <a:cubicBezTo>
                  <a:pt x="83" y="10"/>
                  <a:pt x="67" y="5"/>
                  <a:pt x="49" y="5"/>
                </a:cubicBezTo>
                <a:cubicBezTo>
                  <a:pt x="23" y="5"/>
                  <a:pt x="5" y="20"/>
                  <a:pt x="5" y="43"/>
                </a:cubicBezTo>
                <a:cubicBezTo>
                  <a:pt x="5" y="43"/>
                  <a:pt x="5" y="43"/>
                  <a:pt x="5" y="43"/>
                </a:cubicBezTo>
                <a:cubicBezTo>
                  <a:pt x="5" y="68"/>
                  <a:pt x="21" y="75"/>
                  <a:pt x="46" y="81"/>
                </a:cubicBezTo>
                <a:cubicBezTo>
                  <a:pt x="67" y="87"/>
                  <a:pt x="72" y="90"/>
                  <a:pt x="72" y="97"/>
                </a:cubicBezTo>
                <a:cubicBezTo>
                  <a:pt x="72" y="98"/>
                  <a:pt x="72" y="98"/>
                  <a:pt x="72" y="98"/>
                </a:cubicBezTo>
                <a:cubicBezTo>
                  <a:pt x="72" y="105"/>
                  <a:pt x="65" y="109"/>
                  <a:pt x="54" y="109"/>
                </a:cubicBezTo>
                <a:cubicBezTo>
                  <a:pt x="39" y="109"/>
                  <a:pt x="27" y="104"/>
                  <a:pt x="16" y="94"/>
                </a:cubicBezTo>
                <a:cubicBezTo>
                  <a:pt x="0" y="114"/>
                  <a:pt x="0" y="114"/>
                  <a:pt x="0" y="114"/>
                </a:cubicBezTo>
                <a:cubicBezTo>
                  <a:pt x="15" y="127"/>
                  <a:pt x="34" y="134"/>
                  <a:pt x="53" y="134"/>
                </a:cubicBezTo>
                <a:cubicBezTo>
                  <a:pt x="80" y="134"/>
                  <a:pt x="99" y="120"/>
                  <a:pt x="99" y="95"/>
                </a:cubicBezTo>
                <a:cubicBezTo>
                  <a:pt x="99" y="95"/>
                  <a:pt x="99" y="95"/>
                  <a:pt x="99" y="95"/>
                </a:cubicBezTo>
                <a:cubicBezTo>
                  <a:pt x="99" y="73"/>
                  <a:pt x="85" y="63"/>
                  <a:pt x="59" y="57"/>
                </a:cubicBezTo>
                <a:close/>
                <a:moveTo>
                  <a:pt x="304" y="35"/>
                </a:moveTo>
                <a:cubicBezTo>
                  <a:pt x="287" y="35"/>
                  <a:pt x="277" y="38"/>
                  <a:pt x="266" y="43"/>
                </a:cubicBezTo>
                <a:cubicBezTo>
                  <a:pt x="273" y="63"/>
                  <a:pt x="273" y="63"/>
                  <a:pt x="273" y="63"/>
                </a:cubicBezTo>
                <a:cubicBezTo>
                  <a:pt x="282" y="60"/>
                  <a:pt x="289" y="58"/>
                  <a:pt x="300" y="58"/>
                </a:cubicBezTo>
                <a:cubicBezTo>
                  <a:pt x="313" y="58"/>
                  <a:pt x="320" y="64"/>
                  <a:pt x="320" y="76"/>
                </a:cubicBezTo>
                <a:cubicBezTo>
                  <a:pt x="320" y="77"/>
                  <a:pt x="320" y="77"/>
                  <a:pt x="320" y="77"/>
                </a:cubicBezTo>
                <a:cubicBezTo>
                  <a:pt x="314" y="75"/>
                  <a:pt x="307" y="73"/>
                  <a:pt x="297" y="73"/>
                </a:cubicBezTo>
                <a:cubicBezTo>
                  <a:pt x="274" y="73"/>
                  <a:pt x="258" y="83"/>
                  <a:pt x="258" y="104"/>
                </a:cubicBezTo>
                <a:cubicBezTo>
                  <a:pt x="258" y="104"/>
                  <a:pt x="258" y="104"/>
                  <a:pt x="258" y="104"/>
                </a:cubicBezTo>
                <a:cubicBezTo>
                  <a:pt x="258" y="123"/>
                  <a:pt x="273" y="134"/>
                  <a:pt x="291" y="134"/>
                </a:cubicBezTo>
                <a:cubicBezTo>
                  <a:pt x="304" y="134"/>
                  <a:pt x="314" y="129"/>
                  <a:pt x="320" y="122"/>
                </a:cubicBezTo>
                <a:cubicBezTo>
                  <a:pt x="320" y="132"/>
                  <a:pt x="320" y="132"/>
                  <a:pt x="320" y="132"/>
                </a:cubicBezTo>
                <a:cubicBezTo>
                  <a:pt x="347" y="132"/>
                  <a:pt x="347" y="132"/>
                  <a:pt x="347" y="132"/>
                </a:cubicBezTo>
                <a:cubicBezTo>
                  <a:pt x="347" y="76"/>
                  <a:pt x="347" y="76"/>
                  <a:pt x="347" y="76"/>
                </a:cubicBezTo>
                <a:cubicBezTo>
                  <a:pt x="347" y="63"/>
                  <a:pt x="343" y="53"/>
                  <a:pt x="336" y="46"/>
                </a:cubicBezTo>
                <a:cubicBezTo>
                  <a:pt x="329" y="39"/>
                  <a:pt x="319" y="35"/>
                  <a:pt x="304" y="35"/>
                </a:cubicBezTo>
                <a:close/>
                <a:moveTo>
                  <a:pt x="321" y="98"/>
                </a:moveTo>
                <a:cubicBezTo>
                  <a:pt x="321" y="108"/>
                  <a:pt x="312" y="115"/>
                  <a:pt x="299" y="115"/>
                </a:cubicBezTo>
                <a:cubicBezTo>
                  <a:pt x="291" y="115"/>
                  <a:pt x="285" y="111"/>
                  <a:pt x="285" y="103"/>
                </a:cubicBezTo>
                <a:cubicBezTo>
                  <a:pt x="285" y="103"/>
                  <a:pt x="285" y="103"/>
                  <a:pt x="285" y="103"/>
                </a:cubicBezTo>
                <a:cubicBezTo>
                  <a:pt x="285" y="94"/>
                  <a:pt x="292" y="90"/>
                  <a:pt x="303" y="90"/>
                </a:cubicBezTo>
                <a:cubicBezTo>
                  <a:pt x="310" y="90"/>
                  <a:pt x="316" y="91"/>
                  <a:pt x="321" y="93"/>
                </a:cubicBezTo>
                <a:lnTo>
                  <a:pt x="321" y="98"/>
                </a:lnTo>
                <a:close/>
                <a:moveTo>
                  <a:pt x="457" y="11"/>
                </a:moveTo>
                <a:cubicBezTo>
                  <a:pt x="429" y="11"/>
                  <a:pt x="429" y="11"/>
                  <a:pt x="429" y="11"/>
                </a:cubicBezTo>
                <a:cubicBezTo>
                  <a:pt x="429" y="36"/>
                  <a:pt x="429" y="36"/>
                  <a:pt x="429" y="36"/>
                </a:cubicBezTo>
                <a:cubicBezTo>
                  <a:pt x="418" y="36"/>
                  <a:pt x="418" y="36"/>
                  <a:pt x="418" y="36"/>
                </a:cubicBezTo>
                <a:cubicBezTo>
                  <a:pt x="418" y="59"/>
                  <a:pt x="418" y="59"/>
                  <a:pt x="418" y="59"/>
                </a:cubicBezTo>
                <a:cubicBezTo>
                  <a:pt x="429" y="59"/>
                  <a:pt x="429" y="59"/>
                  <a:pt x="429" y="59"/>
                </a:cubicBezTo>
                <a:cubicBezTo>
                  <a:pt x="429" y="105"/>
                  <a:pt x="429" y="105"/>
                  <a:pt x="429" y="105"/>
                </a:cubicBezTo>
                <a:cubicBezTo>
                  <a:pt x="429" y="127"/>
                  <a:pt x="441" y="134"/>
                  <a:pt x="457" y="134"/>
                </a:cubicBezTo>
                <a:cubicBezTo>
                  <a:pt x="466" y="134"/>
                  <a:pt x="473" y="132"/>
                  <a:pt x="479" y="128"/>
                </a:cubicBezTo>
                <a:cubicBezTo>
                  <a:pt x="479" y="106"/>
                  <a:pt x="479" y="106"/>
                  <a:pt x="479" y="106"/>
                </a:cubicBezTo>
                <a:cubicBezTo>
                  <a:pt x="475" y="108"/>
                  <a:pt x="470" y="110"/>
                  <a:pt x="465" y="110"/>
                </a:cubicBezTo>
                <a:cubicBezTo>
                  <a:pt x="459" y="110"/>
                  <a:pt x="457" y="107"/>
                  <a:pt x="457" y="100"/>
                </a:cubicBezTo>
                <a:cubicBezTo>
                  <a:pt x="457" y="59"/>
                  <a:pt x="457" y="59"/>
                  <a:pt x="457" y="59"/>
                </a:cubicBezTo>
                <a:cubicBezTo>
                  <a:pt x="479" y="59"/>
                  <a:pt x="479" y="59"/>
                  <a:pt x="479" y="59"/>
                </a:cubicBezTo>
                <a:cubicBezTo>
                  <a:pt x="479" y="36"/>
                  <a:pt x="479" y="36"/>
                  <a:pt x="479" y="36"/>
                </a:cubicBezTo>
                <a:cubicBezTo>
                  <a:pt x="457" y="36"/>
                  <a:pt x="457" y="36"/>
                  <a:pt x="457" y="36"/>
                </a:cubicBezTo>
                <a:lnTo>
                  <a:pt x="457" y="11"/>
                </a:lnTo>
                <a:close/>
                <a:moveTo>
                  <a:pt x="382" y="55"/>
                </a:moveTo>
                <a:cubicBezTo>
                  <a:pt x="382" y="36"/>
                  <a:pt x="382" y="36"/>
                  <a:pt x="382" y="36"/>
                </a:cubicBezTo>
                <a:cubicBezTo>
                  <a:pt x="354" y="36"/>
                  <a:pt x="354" y="36"/>
                  <a:pt x="354" y="36"/>
                </a:cubicBezTo>
                <a:cubicBezTo>
                  <a:pt x="354" y="132"/>
                  <a:pt x="354" y="132"/>
                  <a:pt x="354" y="132"/>
                </a:cubicBezTo>
                <a:cubicBezTo>
                  <a:pt x="382" y="132"/>
                  <a:pt x="382" y="132"/>
                  <a:pt x="382" y="132"/>
                </a:cubicBezTo>
                <a:cubicBezTo>
                  <a:pt x="382" y="97"/>
                  <a:pt x="382" y="97"/>
                  <a:pt x="382" y="97"/>
                </a:cubicBezTo>
                <a:cubicBezTo>
                  <a:pt x="382" y="74"/>
                  <a:pt x="393" y="63"/>
                  <a:pt x="411" y="63"/>
                </a:cubicBezTo>
                <a:cubicBezTo>
                  <a:pt x="412" y="63"/>
                  <a:pt x="412" y="63"/>
                  <a:pt x="412" y="63"/>
                </a:cubicBezTo>
                <a:cubicBezTo>
                  <a:pt x="412" y="34"/>
                  <a:pt x="412" y="34"/>
                  <a:pt x="412" y="34"/>
                </a:cubicBezTo>
                <a:cubicBezTo>
                  <a:pt x="396" y="33"/>
                  <a:pt x="387" y="42"/>
                  <a:pt x="382" y="55"/>
                </a:cubicBezTo>
                <a:close/>
                <a:moveTo>
                  <a:pt x="1335" y="34"/>
                </a:moveTo>
                <a:cubicBezTo>
                  <a:pt x="1305" y="34"/>
                  <a:pt x="1283" y="56"/>
                  <a:pt x="1283" y="84"/>
                </a:cubicBezTo>
                <a:cubicBezTo>
                  <a:pt x="1283" y="84"/>
                  <a:pt x="1283" y="84"/>
                  <a:pt x="1283" y="84"/>
                </a:cubicBezTo>
                <a:cubicBezTo>
                  <a:pt x="1283" y="112"/>
                  <a:pt x="1305" y="134"/>
                  <a:pt x="1335" y="134"/>
                </a:cubicBezTo>
                <a:cubicBezTo>
                  <a:pt x="1365" y="134"/>
                  <a:pt x="1387" y="112"/>
                  <a:pt x="1387" y="84"/>
                </a:cubicBezTo>
                <a:cubicBezTo>
                  <a:pt x="1387" y="84"/>
                  <a:pt x="1387" y="84"/>
                  <a:pt x="1387" y="84"/>
                </a:cubicBezTo>
                <a:cubicBezTo>
                  <a:pt x="1387" y="56"/>
                  <a:pt x="1365" y="34"/>
                  <a:pt x="1335" y="34"/>
                </a:cubicBezTo>
                <a:close/>
                <a:moveTo>
                  <a:pt x="1360" y="84"/>
                </a:moveTo>
                <a:cubicBezTo>
                  <a:pt x="1360" y="99"/>
                  <a:pt x="1351" y="111"/>
                  <a:pt x="1335" y="111"/>
                </a:cubicBezTo>
                <a:cubicBezTo>
                  <a:pt x="1320" y="111"/>
                  <a:pt x="1310" y="98"/>
                  <a:pt x="1310" y="84"/>
                </a:cubicBezTo>
                <a:cubicBezTo>
                  <a:pt x="1310" y="84"/>
                  <a:pt x="1310" y="84"/>
                  <a:pt x="1310" y="84"/>
                </a:cubicBezTo>
                <a:cubicBezTo>
                  <a:pt x="1310" y="70"/>
                  <a:pt x="1319" y="58"/>
                  <a:pt x="1335" y="58"/>
                </a:cubicBezTo>
                <a:cubicBezTo>
                  <a:pt x="1350" y="58"/>
                  <a:pt x="1360" y="70"/>
                  <a:pt x="1360" y="84"/>
                </a:cubicBezTo>
                <a:close/>
                <a:moveTo>
                  <a:pt x="1834" y="55"/>
                </a:moveTo>
                <a:cubicBezTo>
                  <a:pt x="1834" y="36"/>
                  <a:pt x="1834" y="36"/>
                  <a:pt x="1834" y="36"/>
                </a:cubicBezTo>
                <a:cubicBezTo>
                  <a:pt x="1807" y="36"/>
                  <a:pt x="1807" y="36"/>
                  <a:pt x="1807" y="36"/>
                </a:cubicBezTo>
                <a:cubicBezTo>
                  <a:pt x="1807" y="132"/>
                  <a:pt x="1807" y="132"/>
                  <a:pt x="1807" y="132"/>
                </a:cubicBezTo>
                <a:cubicBezTo>
                  <a:pt x="1834" y="132"/>
                  <a:pt x="1834" y="132"/>
                  <a:pt x="1834" y="132"/>
                </a:cubicBezTo>
                <a:cubicBezTo>
                  <a:pt x="1834" y="97"/>
                  <a:pt x="1834" y="97"/>
                  <a:pt x="1834" y="97"/>
                </a:cubicBezTo>
                <a:cubicBezTo>
                  <a:pt x="1834" y="74"/>
                  <a:pt x="1845" y="63"/>
                  <a:pt x="1863" y="63"/>
                </a:cubicBezTo>
                <a:cubicBezTo>
                  <a:pt x="1865" y="63"/>
                  <a:pt x="1865" y="63"/>
                  <a:pt x="1865" y="63"/>
                </a:cubicBezTo>
                <a:cubicBezTo>
                  <a:pt x="1865" y="34"/>
                  <a:pt x="1865" y="34"/>
                  <a:pt x="1865" y="34"/>
                </a:cubicBezTo>
                <a:cubicBezTo>
                  <a:pt x="1848" y="33"/>
                  <a:pt x="1839" y="42"/>
                  <a:pt x="1834" y="55"/>
                </a:cubicBezTo>
                <a:close/>
                <a:moveTo>
                  <a:pt x="1748" y="34"/>
                </a:moveTo>
                <a:cubicBezTo>
                  <a:pt x="1718" y="34"/>
                  <a:pt x="1696" y="56"/>
                  <a:pt x="1696" y="84"/>
                </a:cubicBezTo>
                <a:cubicBezTo>
                  <a:pt x="1696" y="84"/>
                  <a:pt x="1696" y="84"/>
                  <a:pt x="1696" y="84"/>
                </a:cubicBezTo>
                <a:cubicBezTo>
                  <a:pt x="1696" y="112"/>
                  <a:pt x="1718" y="134"/>
                  <a:pt x="1748" y="134"/>
                </a:cubicBezTo>
                <a:cubicBezTo>
                  <a:pt x="1778" y="134"/>
                  <a:pt x="1800" y="112"/>
                  <a:pt x="1800" y="84"/>
                </a:cubicBezTo>
                <a:cubicBezTo>
                  <a:pt x="1800" y="84"/>
                  <a:pt x="1800" y="84"/>
                  <a:pt x="1800" y="84"/>
                </a:cubicBezTo>
                <a:cubicBezTo>
                  <a:pt x="1800" y="56"/>
                  <a:pt x="1778" y="34"/>
                  <a:pt x="1748" y="34"/>
                </a:cubicBezTo>
                <a:close/>
                <a:moveTo>
                  <a:pt x="1773" y="84"/>
                </a:moveTo>
                <a:cubicBezTo>
                  <a:pt x="1773" y="99"/>
                  <a:pt x="1764" y="111"/>
                  <a:pt x="1748" y="111"/>
                </a:cubicBezTo>
                <a:cubicBezTo>
                  <a:pt x="1733" y="111"/>
                  <a:pt x="1723" y="98"/>
                  <a:pt x="1723" y="84"/>
                </a:cubicBezTo>
                <a:cubicBezTo>
                  <a:pt x="1723" y="84"/>
                  <a:pt x="1723" y="84"/>
                  <a:pt x="1723" y="84"/>
                </a:cubicBezTo>
                <a:cubicBezTo>
                  <a:pt x="1723" y="70"/>
                  <a:pt x="1732" y="58"/>
                  <a:pt x="1748" y="58"/>
                </a:cubicBezTo>
                <a:cubicBezTo>
                  <a:pt x="1763" y="58"/>
                  <a:pt x="1773" y="70"/>
                  <a:pt x="1773" y="84"/>
                </a:cubicBezTo>
                <a:close/>
                <a:moveTo>
                  <a:pt x="1465" y="48"/>
                </a:moveTo>
                <a:cubicBezTo>
                  <a:pt x="1458" y="40"/>
                  <a:pt x="1449" y="34"/>
                  <a:pt x="1434" y="34"/>
                </a:cubicBezTo>
                <a:cubicBezTo>
                  <a:pt x="1412" y="34"/>
                  <a:pt x="1391" y="50"/>
                  <a:pt x="1391" y="79"/>
                </a:cubicBezTo>
                <a:cubicBezTo>
                  <a:pt x="1391" y="79"/>
                  <a:pt x="1391" y="79"/>
                  <a:pt x="1391" y="79"/>
                </a:cubicBezTo>
                <a:cubicBezTo>
                  <a:pt x="1391" y="108"/>
                  <a:pt x="1412" y="124"/>
                  <a:pt x="1434" y="124"/>
                </a:cubicBezTo>
                <a:cubicBezTo>
                  <a:pt x="1448" y="124"/>
                  <a:pt x="1457" y="118"/>
                  <a:pt x="1465" y="109"/>
                </a:cubicBezTo>
                <a:cubicBezTo>
                  <a:pt x="1465" y="113"/>
                  <a:pt x="1465" y="113"/>
                  <a:pt x="1465" y="113"/>
                </a:cubicBezTo>
                <a:cubicBezTo>
                  <a:pt x="1465" y="130"/>
                  <a:pt x="1457" y="139"/>
                  <a:pt x="1438" y="139"/>
                </a:cubicBezTo>
                <a:cubicBezTo>
                  <a:pt x="1425" y="139"/>
                  <a:pt x="1415" y="136"/>
                  <a:pt x="1405" y="131"/>
                </a:cubicBezTo>
                <a:cubicBezTo>
                  <a:pt x="1396" y="151"/>
                  <a:pt x="1396" y="151"/>
                  <a:pt x="1396" y="151"/>
                </a:cubicBezTo>
                <a:cubicBezTo>
                  <a:pt x="1408" y="158"/>
                  <a:pt x="1423" y="161"/>
                  <a:pt x="1439" y="161"/>
                </a:cubicBezTo>
                <a:cubicBezTo>
                  <a:pt x="1457" y="161"/>
                  <a:pt x="1471" y="157"/>
                  <a:pt x="1480" y="148"/>
                </a:cubicBezTo>
                <a:cubicBezTo>
                  <a:pt x="1488" y="140"/>
                  <a:pt x="1492" y="128"/>
                  <a:pt x="1492" y="110"/>
                </a:cubicBezTo>
                <a:cubicBezTo>
                  <a:pt x="1492" y="36"/>
                  <a:pt x="1492" y="36"/>
                  <a:pt x="1492" y="36"/>
                </a:cubicBezTo>
                <a:cubicBezTo>
                  <a:pt x="1465" y="36"/>
                  <a:pt x="1465" y="36"/>
                  <a:pt x="1465" y="36"/>
                </a:cubicBezTo>
                <a:lnTo>
                  <a:pt x="1465" y="48"/>
                </a:lnTo>
                <a:close/>
                <a:moveTo>
                  <a:pt x="1465" y="79"/>
                </a:moveTo>
                <a:cubicBezTo>
                  <a:pt x="1465" y="92"/>
                  <a:pt x="1455" y="102"/>
                  <a:pt x="1442" y="102"/>
                </a:cubicBezTo>
                <a:cubicBezTo>
                  <a:pt x="1429" y="102"/>
                  <a:pt x="1419" y="93"/>
                  <a:pt x="1419" y="79"/>
                </a:cubicBezTo>
                <a:cubicBezTo>
                  <a:pt x="1419" y="79"/>
                  <a:pt x="1419" y="79"/>
                  <a:pt x="1419" y="79"/>
                </a:cubicBezTo>
                <a:cubicBezTo>
                  <a:pt x="1419" y="66"/>
                  <a:pt x="1429" y="57"/>
                  <a:pt x="1442" y="57"/>
                </a:cubicBezTo>
                <a:cubicBezTo>
                  <a:pt x="1455" y="57"/>
                  <a:pt x="1465" y="66"/>
                  <a:pt x="1465" y="79"/>
                </a:cubicBezTo>
                <a:close/>
                <a:moveTo>
                  <a:pt x="1697" y="37"/>
                </a:moveTo>
                <a:cubicBezTo>
                  <a:pt x="1675" y="37"/>
                  <a:pt x="1675" y="37"/>
                  <a:pt x="1675" y="37"/>
                </a:cubicBezTo>
                <a:cubicBezTo>
                  <a:pt x="1675" y="33"/>
                  <a:pt x="1675" y="33"/>
                  <a:pt x="1675" y="33"/>
                </a:cubicBezTo>
                <a:cubicBezTo>
                  <a:pt x="1675" y="26"/>
                  <a:pt x="1678" y="23"/>
                  <a:pt x="1684" y="23"/>
                </a:cubicBezTo>
                <a:cubicBezTo>
                  <a:pt x="1689" y="23"/>
                  <a:pt x="1693" y="24"/>
                  <a:pt x="1697" y="25"/>
                </a:cubicBezTo>
                <a:cubicBezTo>
                  <a:pt x="1697" y="2"/>
                  <a:pt x="1697" y="2"/>
                  <a:pt x="1697" y="2"/>
                </a:cubicBezTo>
                <a:cubicBezTo>
                  <a:pt x="1692" y="1"/>
                  <a:pt x="1686" y="0"/>
                  <a:pt x="1677" y="0"/>
                </a:cubicBezTo>
                <a:cubicBezTo>
                  <a:pt x="1668" y="0"/>
                  <a:pt x="1660" y="2"/>
                  <a:pt x="1655" y="7"/>
                </a:cubicBezTo>
                <a:cubicBezTo>
                  <a:pt x="1650" y="12"/>
                  <a:pt x="1648" y="20"/>
                  <a:pt x="1648" y="31"/>
                </a:cubicBezTo>
                <a:cubicBezTo>
                  <a:pt x="1648" y="37"/>
                  <a:pt x="1648" y="37"/>
                  <a:pt x="1648" y="37"/>
                </a:cubicBezTo>
                <a:cubicBezTo>
                  <a:pt x="1636" y="37"/>
                  <a:pt x="1636" y="37"/>
                  <a:pt x="1636" y="37"/>
                </a:cubicBezTo>
                <a:cubicBezTo>
                  <a:pt x="1636" y="59"/>
                  <a:pt x="1636" y="59"/>
                  <a:pt x="1636" y="59"/>
                </a:cubicBezTo>
                <a:cubicBezTo>
                  <a:pt x="1648" y="59"/>
                  <a:pt x="1648" y="59"/>
                  <a:pt x="1648" y="59"/>
                </a:cubicBezTo>
                <a:cubicBezTo>
                  <a:pt x="1648" y="132"/>
                  <a:pt x="1648" y="132"/>
                  <a:pt x="1648" y="132"/>
                </a:cubicBezTo>
                <a:cubicBezTo>
                  <a:pt x="1675" y="132"/>
                  <a:pt x="1675" y="132"/>
                  <a:pt x="1675" y="132"/>
                </a:cubicBezTo>
                <a:cubicBezTo>
                  <a:pt x="1675" y="59"/>
                  <a:pt x="1675" y="59"/>
                  <a:pt x="1675" y="59"/>
                </a:cubicBezTo>
                <a:cubicBezTo>
                  <a:pt x="1697" y="59"/>
                  <a:pt x="1697" y="59"/>
                  <a:pt x="1697" y="59"/>
                </a:cubicBezTo>
                <a:lnTo>
                  <a:pt x="1697" y="37"/>
                </a:lnTo>
                <a:close/>
                <a:moveTo>
                  <a:pt x="1548" y="101"/>
                </a:moveTo>
                <a:cubicBezTo>
                  <a:pt x="1526" y="36"/>
                  <a:pt x="1526" y="36"/>
                  <a:pt x="1526" y="36"/>
                </a:cubicBezTo>
                <a:cubicBezTo>
                  <a:pt x="1497" y="36"/>
                  <a:pt x="1497" y="36"/>
                  <a:pt x="1497" y="36"/>
                </a:cubicBezTo>
                <a:cubicBezTo>
                  <a:pt x="1535" y="132"/>
                  <a:pt x="1535" y="132"/>
                  <a:pt x="1535" y="132"/>
                </a:cubicBezTo>
                <a:cubicBezTo>
                  <a:pt x="1532" y="137"/>
                  <a:pt x="1530" y="139"/>
                  <a:pt x="1525" y="139"/>
                </a:cubicBezTo>
                <a:cubicBezTo>
                  <a:pt x="1521" y="139"/>
                  <a:pt x="1517" y="137"/>
                  <a:pt x="1513" y="135"/>
                </a:cubicBezTo>
                <a:cubicBezTo>
                  <a:pt x="1504" y="155"/>
                  <a:pt x="1504" y="155"/>
                  <a:pt x="1504" y="155"/>
                </a:cubicBezTo>
                <a:cubicBezTo>
                  <a:pt x="1511" y="159"/>
                  <a:pt x="1519" y="161"/>
                  <a:pt x="1528" y="161"/>
                </a:cubicBezTo>
                <a:cubicBezTo>
                  <a:pt x="1545" y="161"/>
                  <a:pt x="1553" y="154"/>
                  <a:pt x="1560" y="134"/>
                </a:cubicBezTo>
                <a:cubicBezTo>
                  <a:pt x="1597" y="36"/>
                  <a:pt x="1597" y="36"/>
                  <a:pt x="1597" y="36"/>
                </a:cubicBezTo>
                <a:cubicBezTo>
                  <a:pt x="1569" y="36"/>
                  <a:pt x="1569" y="36"/>
                  <a:pt x="1569" y="36"/>
                </a:cubicBezTo>
                <a:lnTo>
                  <a:pt x="1548" y="101"/>
                </a:lnTo>
                <a:close/>
                <a:moveTo>
                  <a:pt x="1008" y="34"/>
                </a:moveTo>
                <a:cubicBezTo>
                  <a:pt x="994" y="34"/>
                  <a:pt x="986" y="41"/>
                  <a:pt x="980" y="49"/>
                </a:cubicBezTo>
                <a:cubicBezTo>
                  <a:pt x="980" y="1"/>
                  <a:pt x="980" y="1"/>
                  <a:pt x="980" y="1"/>
                </a:cubicBezTo>
                <a:cubicBezTo>
                  <a:pt x="952" y="1"/>
                  <a:pt x="952" y="1"/>
                  <a:pt x="952" y="1"/>
                </a:cubicBezTo>
                <a:cubicBezTo>
                  <a:pt x="952" y="132"/>
                  <a:pt x="952" y="132"/>
                  <a:pt x="952" y="132"/>
                </a:cubicBezTo>
                <a:cubicBezTo>
                  <a:pt x="980" y="132"/>
                  <a:pt x="980" y="132"/>
                  <a:pt x="980" y="132"/>
                </a:cubicBezTo>
                <a:cubicBezTo>
                  <a:pt x="980" y="78"/>
                  <a:pt x="980" y="78"/>
                  <a:pt x="980" y="78"/>
                </a:cubicBezTo>
                <a:cubicBezTo>
                  <a:pt x="980" y="65"/>
                  <a:pt x="986" y="59"/>
                  <a:pt x="997" y="59"/>
                </a:cubicBezTo>
                <a:cubicBezTo>
                  <a:pt x="1007" y="59"/>
                  <a:pt x="1013" y="65"/>
                  <a:pt x="1013" y="78"/>
                </a:cubicBezTo>
                <a:cubicBezTo>
                  <a:pt x="1013" y="132"/>
                  <a:pt x="1013" y="132"/>
                  <a:pt x="1013" y="132"/>
                </a:cubicBezTo>
                <a:cubicBezTo>
                  <a:pt x="1040" y="132"/>
                  <a:pt x="1040" y="132"/>
                  <a:pt x="1040" y="132"/>
                </a:cubicBezTo>
                <a:cubicBezTo>
                  <a:pt x="1040" y="70"/>
                  <a:pt x="1040" y="70"/>
                  <a:pt x="1040" y="70"/>
                </a:cubicBezTo>
                <a:cubicBezTo>
                  <a:pt x="1040" y="48"/>
                  <a:pt x="1028" y="34"/>
                  <a:pt x="1008" y="34"/>
                </a:cubicBezTo>
                <a:close/>
                <a:moveTo>
                  <a:pt x="1250" y="132"/>
                </a:moveTo>
                <a:cubicBezTo>
                  <a:pt x="1278" y="132"/>
                  <a:pt x="1278" y="132"/>
                  <a:pt x="1278" y="132"/>
                </a:cubicBezTo>
                <a:cubicBezTo>
                  <a:pt x="1278" y="1"/>
                  <a:pt x="1278" y="1"/>
                  <a:pt x="1278" y="1"/>
                </a:cubicBezTo>
                <a:cubicBezTo>
                  <a:pt x="1250" y="1"/>
                  <a:pt x="1250" y="1"/>
                  <a:pt x="1250" y="1"/>
                </a:cubicBezTo>
                <a:lnTo>
                  <a:pt x="1250" y="132"/>
                </a:lnTo>
                <a:close/>
                <a:moveTo>
                  <a:pt x="1103" y="34"/>
                </a:moveTo>
                <a:cubicBezTo>
                  <a:pt x="1089" y="34"/>
                  <a:pt x="1081" y="41"/>
                  <a:pt x="1075" y="49"/>
                </a:cubicBezTo>
                <a:cubicBezTo>
                  <a:pt x="1075" y="36"/>
                  <a:pt x="1075" y="36"/>
                  <a:pt x="1075" y="36"/>
                </a:cubicBezTo>
                <a:cubicBezTo>
                  <a:pt x="1047" y="36"/>
                  <a:pt x="1047" y="36"/>
                  <a:pt x="1047" y="36"/>
                </a:cubicBezTo>
                <a:cubicBezTo>
                  <a:pt x="1047" y="132"/>
                  <a:pt x="1047" y="132"/>
                  <a:pt x="1047" y="132"/>
                </a:cubicBezTo>
                <a:cubicBezTo>
                  <a:pt x="1075" y="132"/>
                  <a:pt x="1075" y="132"/>
                  <a:pt x="1075" y="132"/>
                </a:cubicBezTo>
                <a:cubicBezTo>
                  <a:pt x="1075" y="78"/>
                  <a:pt x="1075" y="78"/>
                  <a:pt x="1075" y="78"/>
                </a:cubicBezTo>
                <a:cubicBezTo>
                  <a:pt x="1075" y="65"/>
                  <a:pt x="1081" y="59"/>
                  <a:pt x="1092" y="59"/>
                </a:cubicBezTo>
                <a:cubicBezTo>
                  <a:pt x="1102" y="59"/>
                  <a:pt x="1108" y="65"/>
                  <a:pt x="1108" y="78"/>
                </a:cubicBezTo>
                <a:cubicBezTo>
                  <a:pt x="1108" y="132"/>
                  <a:pt x="1108" y="132"/>
                  <a:pt x="1108" y="132"/>
                </a:cubicBezTo>
                <a:cubicBezTo>
                  <a:pt x="1135" y="132"/>
                  <a:pt x="1135" y="132"/>
                  <a:pt x="1135" y="132"/>
                </a:cubicBezTo>
                <a:cubicBezTo>
                  <a:pt x="1135" y="70"/>
                  <a:pt x="1135" y="70"/>
                  <a:pt x="1135" y="70"/>
                </a:cubicBezTo>
                <a:cubicBezTo>
                  <a:pt x="1135" y="48"/>
                  <a:pt x="1123" y="34"/>
                  <a:pt x="1103" y="34"/>
                </a:cubicBezTo>
                <a:close/>
                <a:moveTo>
                  <a:pt x="910" y="111"/>
                </a:moveTo>
                <a:cubicBezTo>
                  <a:pt x="895" y="111"/>
                  <a:pt x="885" y="99"/>
                  <a:pt x="885" y="84"/>
                </a:cubicBezTo>
                <a:cubicBezTo>
                  <a:pt x="885" y="84"/>
                  <a:pt x="885" y="84"/>
                  <a:pt x="885" y="84"/>
                </a:cubicBezTo>
                <a:cubicBezTo>
                  <a:pt x="885" y="70"/>
                  <a:pt x="895" y="58"/>
                  <a:pt x="909" y="58"/>
                </a:cubicBezTo>
                <a:cubicBezTo>
                  <a:pt x="918" y="58"/>
                  <a:pt x="925" y="62"/>
                  <a:pt x="931" y="68"/>
                </a:cubicBezTo>
                <a:cubicBezTo>
                  <a:pt x="947" y="50"/>
                  <a:pt x="947" y="50"/>
                  <a:pt x="947" y="50"/>
                </a:cubicBezTo>
                <a:cubicBezTo>
                  <a:pt x="938" y="40"/>
                  <a:pt x="927" y="34"/>
                  <a:pt x="909" y="34"/>
                </a:cubicBezTo>
                <a:cubicBezTo>
                  <a:pt x="880" y="34"/>
                  <a:pt x="859" y="57"/>
                  <a:pt x="859" y="84"/>
                </a:cubicBezTo>
                <a:cubicBezTo>
                  <a:pt x="859" y="84"/>
                  <a:pt x="859" y="84"/>
                  <a:pt x="859" y="84"/>
                </a:cubicBezTo>
                <a:cubicBezTo>
                  <a:pt x="859" y="112"/>
                  <a:pt x="880" y="134"/>
                  <a:pt x="909" y="134"/>
                </a:cubicBezTo>
                <a:cubicBezTo>
                  <a:pt x="928" y="134"/>
                  <a:pt x="939" y="127"/>
                  <a:pt x="948" y="117"/>
                </a:cubicBezTo>
                <a:cubicBezTo>
                  <a:pt x="932" y="100"/>
                  <a:pt x="932" y="100"/>
                  <a:pt x="932" y="100"/>
                </a:cubicBezTo>
                <a:cubicBezTo>
                  <a:pt x="925" y="107"/>
                  <a:pt x="919" y="111"/>
                  <a:pt x="910" y="111"/>
                </a:cubicBezTo>
                <a:close/>
                <a:moveTo>
                  <a:pt x="1945" y="35"/>
                </a:moveTo>
                <a:cubicBezTo>
                  <a:pt x="1929" y="35"/>
                  <a:pt x="1918" y="38"/>
                  <a:pt x="1908" y="42"/>
                </a:cubicBezTo>
                <a:cubicBezTo>
                  <a:pt x="1915" y="63"/>
                  <a:pt x="1915" y="63"/>
                  <a:pt x="1915" y="63"/>
                </a:cubicBezTo>
                <a:cubicBezTo>
                  <a:pt x="1923" y="60"/>
                  <a:pt x="1931" y="58"/>
                  <a:pt x="1941" y="58"/>
                </a:cubicBezTo>
                <a:cubicBezTo>
                  <a:pt x="1955" y="58"/>
                  <a:pt x="1962" y="64"/>
                  <a:pt x="1962" y="76"/>
                </a:cubicBezTo>
                <a:cubicBezTo>
                  <a:pt x="1962" y="77"/>
                  <a:pt x="1962" y="77"/>
                  <a:pt x="1962" y="77"/>
                </a:cubicBezTo>
                <a:cubicBezTo>
                  <a:pt x="1955" y="75"/>
                  <a:pt x="1948" y="73"/>
                  <a:pt x="1938" y="73"/>
                </a:cubicBezTo>
                <a:cubicBezTo>
                  <a:pt x="1915" y="73"/>
                  <a:pt x="1899" y="83"/>
                  <a:pt x="1899" y="104"/>
                </a:cubicBezTo>
                <a:cubicBezTo>
                  <a:pt x="1899" y="104"/>
                  <a:pt x="1899" y="104"/>
                  <a:pt x="1899" y="104"/>
                </a:cubicBezTo>
                <a:cubicBezTo>
                  <a:pt x="1899" y="123"/>
                  <a:pt x="1914" y="134"/>
                  <a:pt x="1932" y="134"/>
                </a:cubicBezTo>
                <a:cubicBezTo>
                  <a:pt x="1946" y="134"/>
                  <a:pt x="1955" y="129"/>
                  <a:pt x="1962" y="122"/>
                </a:cubicBezTo>
                <a:cubicBezTo>
                  <a:pt x="1962" y="132"/>
                  <a:pt x="1962" y="132"/>
                  <a:pt x="1962" y="132"/>
                </a:cubicBezTo>
                <a:cubicBezTo>
                  <a:pt x="1988" y="132"/>
                  <a:pt x="1988" y="132"/>
                  <a:pt x="1988" y="132"/>
                </a:cubicBezTo>
                <a:cubicBezTo>
                  <a:pt x="1988" y="76"/>
                  <a:pt x="1988" y="76"/>
                  <a:pt x="1988" y="76"/>
                </a:cubicBezTo>
                <a:cubicBezTo>
                  <a:pt x="1988" y="63"/>
                  <a:pt x="1985" y="53"/>
                  <a:pt x="1978" y="46"/>
                </a:cubicBezTo>
                <a:cubicBezTo>
                  <a:pt x="1971" y="39"/>
                  <a:pt x="1960" y="35"/>
                  <a:pt x="1945" y="35"/>
                </a:cubicBezTo>
                <a:close/>
                <a:moveTo>
                  <a:pt x="1962" y="98"/>
                </a:moveTo>
                <a:cubicBezTo>
                  <a:pt x="1962" y="108"/>
                  <a:pt x="1953" y="115"/>
                  <a:pt x="1941" y="115"/>
                </a:cubicBezTo>
                <a:cubicBezTo>
                  <a:pt x="1932" y="115"/>
                  <a:pt x="1926" y="111"/>
                  <a:pt x="1926" y="103"/>
                </a:cubicBezTo>
                <a:cubicBezTo>
                  <a:pt x="1926" y="103"/>
                  <a:pt x="1926" y="103"/>
                  <a:pt x="1926" y="103"/>
                </a:cubicBezTo>
                <a:cubicBezTo>
                  <a:pt x="1926" y="94"/>
                  <a:pt x="1933" y="90"/>
                  <a:pt x="1945" y="90"/>
                </a:cubicBezTo>
                <a:cubicBezTo>
                  <a:pt x="1951" y="90"/>
                  <a:pt x="1957" y="91"/>
                  <a:pt x="1962" y="93"/>
                </a:cubicBezTo>
                <a:lnTo>
                  <a:pt x="1962" y="98"/>
                </a:lnTo>
                <a:close/>
                <a:moveTo>
                  <a:pt x="1193" y="34"/>
                </a:moveTo>
                <a:cubicBezTo>
                  <a:pt x="1163" y="34"/>
                  <a:pt x="1141" y="56"/>
                  <a:pt x="1141" y="84"/>
                </a:cubicBezTo>
                <a:cubicBezTo>
                  <a:pt x="1141" y="84"/>
                  <a:pt x="1141" y="84"/>
                  <a:pt x="1141" y="84"/>
                </a:cubicBezTo>
                <a:cubicBezTo>
                  <a:pt x="1141" y="112"/>
                  <a:pt x="1163" y="134"/>
                  <a:pt x="1193" y="134"/>
                </a:cubicBezTo>
                <a:cubicBezTo>
                  <a:pt x="1223" y="134"/>
                  <a:pt x="1245" y="112"/>
                  <a:pt x="1245" y="84"/>
                </a:cubicBezTo>
                <a:cubicBezTo>
                  <a:pt x="1245" y="84"/>
                  <a:pt x="1245" y="84"/>
                  <a:pt x="1245" y="84"/>
                </a:cubicBezTo>
                <a:cubicBezTo>
                  <a:pt x="1245" y="56"/>
                  <a:pt x="1223" y="34"/>
                  <a:pt x="1193" y="34"/>
                </a:cubicBezTo>
                <a:close/>
                <a:moveTo>
                  <a:pt x="1218" y="84"/>
                </a:moveTo>
                <a:cubicBezTo>
                  <a:pt x="1218" y="99"/>
                  <a:pt x="1209" y="111"/>
                  <a:pt x="1193" y="111"/>
                </a:cubicBezTo>
                <a:cubicBezTo>
                  <a:pt x="1178" y="111"/>
                  <a:pt x="1168" y="98"/>
                  <a:pt x="1168" y="84"/>
                </a:cubicBezTo>
                <a:cubicBezTo>
                  <a:pt x="1168" y="84"/>
                  <a:pt x="1168" y="84"/>
                  <a:pt x="1168" y="84"/>
                </a:cubicBezTo>
                <a:cubicBezTo>
                  <a:pt x="1168" y="70"/>
                  <a:pt x="1177" y="58"/>
                  <a:pt x="1193" y="58"/>
                </a:cubicBezTo>
                <a:cubicBezTo>
                  <a:pt x="1208" y="58"/>
                  <a:pt x="1218" y="70"/>
                  <a:pt x="1218" y="8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375F64-E651-1A0A-ABF1-9C38BA663F9F}"/>
              </a:ext>
            </a:extLst>
          </p:cNvPr>
          <p:cNvSpPr txBox="1"/>
          <p:nvPr userDrawn="1"/>
        </p:nvSpPr>
        <p:spPr>
          <a:xfrm>
            <a:off x="750334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70938018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Background pattern&#10;&#10;Description automatically generated">
            <a:extLst>
              <a:ext uri="{FF2B5EF4-FFF2-40B4-BE49-F238E27FC236}">
                <a16:creationId xmlns:a16="http://schemas.microsoft.com/office/drawing/2014/main" id="{C08B439B-E84A-4380-B725-5C2E2A3578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5"/>
            <a:ext cx="12188825" cy="68579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D813522-5B75-F893-0706-7E3AB7106A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00"/>
          <a:stretch/>
        </p:blipFill>
        <p:spPr>
          <a:xfrm flipH="1">
            <a:off x="7616825" y="34"/>
            <a:ext cx="4572000" cy="685796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9C3EB64-A851-71DD-8882-1FDB7C2E99CB}"/>
              </a:ext>
            </a:extLst>
          </p:cNvPr>
          <p:cNvSpPr txBox="1"/>
          <p:nvPr userDrawn="1"/>
        </p:nvSpPr>
        <p:spPr>
          <a:xfrm>
            <a:off x="1603354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4C2BE-620B-6B7D-1426-F9CB0B9DB68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C002FA1-87AB-10E7-DF14-BCD2904245D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AFC16D85-BEED-1820-DFF9-5D8B0AACAC2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1F2566FE-64C0-16F6-945D-2961668799E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D3B60C47-FE53-B519-B5B0-91907EAADB5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51BD7309-4598-0B4D-F955-25A4778655B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3AB317A1-606F-084E-CD32-A64A53D259C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3ECEF077-D5E5-A906-C26A-748935BA5E8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46" name="Title 16"/>
          <p:cNvSpPr>
            <a:spLocks noGrp="1"/>
          </p:cNvSpPr>
          <p:nvPr>
            <p:ph type="title" hasCustomPrompt="1"/>
          </p:nvPr>
        </p:nvSpPr>
        <p:spPr bwMode="gray">
          <a:xfrm>
            <a:off x="750333" y="1549491"/>
            <a:ext cx="6263640" cy="2405203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6000" b="1" kern="1200" cap="none" spc="-15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750333" y="4328649"/>
            <a:ext cx="6263640" cy="32701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500" spc="0" baseline="0">
                <a:solidFill>
                  <a:schemeClr val="accent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C22F89-ADF9-0A52-8877-914CA372E2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866921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White_A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Background pattern&#10;&#10;Description automatically generated">
            <a:extLst>
              <a:ext uri="{FF2B5EF4-FFF2-40B4-BE49-F238E27FC236}">
                <a16:creationId xmlns:a16="http://schemas.microsoft.com/office/drawing/2014/main" id="{D5C4C27E-C20F-40CB-85CF-27223BC9C5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5"/>
            <a:ext cx="12188825" cy="6857929"/>
          </a:xfrm>
          <a:prstGeom prst="rect">
            <a:avLst/>
          </a:prstGeom>
        </p:spPr>
      </p:pic>
      <p:pic>
        <p:nvPicPr>
          <p:cNvPr id="4" name="Picture 3" descr="A person in a white dress&#10;&#10;Description automatically generated with low confidence">
            <a:extLst>
              <a:ext uri="{FF2B5EF4-FFF2-40B4-BE49-F238E27FC236}">
                <a16:creationId xmlns:a16="http://schemas.microsoft.com/office/drawing/2014/main" id="{1852C0BD-7572-C8B3-D29B-44B7409BB26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6825" y="0"/>
            <a:ext cx="4572000" cy="6858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9C3EB64-A851-71DD-8882-1FDB7C2E99CB}"/>
              </a:ext>
            </a:extLst>
          </p:cNvPr>
          <p:cNvSpPr txBox="1"/>
          <p:nvPr userDrawn="1"/>
        </p:nvSpPr>
        <p:spPr>
          <a:xfrm>
            <a:off x="1603354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4C2BE-620B-6B7D-1426-F9CB0B9DB68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C002FA1-87AB-10E7-DF14-BCD2904245D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AFC16D85-BEED-1820-DFF9-5D8B0AACAC2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1F2566FE-64C0-16F6-945D-2961668799E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D3B60C47-FE53-B519-B5B0-91907EAADB5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51BD7309-4598-0B4D-F955-25A4778655B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3AB317A1-606F-084E-CD32-A64A53D259C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3ECEF077-D5E5-A906-C26A-748935BA5E8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46" name="Title 16"/>
          <p:cNvSpPr>
            <a:spLocks noGrp="1"/>
          </p:cNvSpPr>
          <p:nvPr>
            <p:ph type="title" hasCustomPrompt="1"/>
          </p:nvPr>
        </p:nvSpPr>
        <p:spPr bwMode="gray">
          <a:xfrm>
            <a:off x="750333" y="1549491"/>
            <a:ext cx="6263640" cy="2405203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6000" b="1" kern="1200" cap="none" spc="-15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750333" y="4328649"/>
            <a:ext cx="6263640" cy="32701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500" spc="0" baseline="0">
                <a:solidFill>
                  <a:schemeClr val="accent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C22F89-ADF9-0A52-8877-914CA372E2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278037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Background pattern&#10;&#10;Description automatically generated">
            <a:extLst>
              <a:ext uri="{FF2B5EF4-FFF2-40B4-BE49-F238E27FC236}">
                <a16:creationId xmlns:a16="http://schemas.microsoft.com/office/drawing/2014/main" id="{BCB70D7F-DA6D-4CCD-81E9-90248EF64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71"/>
            <a:ext cx="12188825" cy="685792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412EDD-C562-F92D-41A2-18849B2F30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16825" y="35"/>
            <a:ext cx="4572000" cy="685792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50D814F-EE5B-C084-7424-D39C0DE54FF7}"/>
              </a:ext>
            </a:extLst>
          </p:cNvPr>
          <p:cNvSpPr txBox="1"/>
          <p:nvPr userDrawn="1"/>
        </p:nvSpPr>
        <p:spPr>
          <a:xfrm>
            <a:off x="1603354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C498D60-2F6C-6ADE-BB9A-D957660E073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8414641-DA5A-BDF2-889C-1430A63E358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6CAA72E6-FAE3-6740-34C0-7A08091254B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0EE70422-5E10-8634-79CC-15428116CD0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F9B9866C-878A-3BAE-D601-6317EEEB78A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20DD7C9B-A88C-7ECB-27AE-CB4579CDB9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084B2859-A58F-9171-5328-94CFD162F58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DC1829C2-6CD9-FE35-3F45-EEC10E2F169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46" name="Title 16"/>
          <p:cNvSpPr>
            <a:spLocks noGrp="1"/>
          </p:cNvSpPr>
          <p:nvPr>
            <p:ph type="title" hasCustomPrompt="1"/>
          </p:nvPr>
        </p:nvSpPr>
        <p:spPr bwMode="gray">
          <a:xfrm>
            <a:off x="750334" y="1549491"/>
            <a:ext cx="6263640" cy="2405203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60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750334" y="4328649"/>
            <a:ext cx="6263640" cy="327013"/>
          </a:xfrm>
          <a:prstGeom prst="rect">
            <a:avLst/>
          </a:prstGeom>
        </p:spPr>
        <p:txBody>
          <a:bodyPr lIns="0" tIns="0" rIns="0" bIns="0" anchor="t" anchorCtr="0">
            <a:sp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500" spc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here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1CC465-FDF1-C0A2-5A83-FB03B2F0F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381990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Black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Background pattern&#10;&#10;Description automatically generated">
            <a:extLst>
              <a:ext uri="{FF2B5EF4-FFF2-40B4-BE49-F238E27FC236}">
                <a16:creationId xmlns:a16="http://schemas.microsoft.com/office/drawing/2014/main" id="{D2ED0643-8C31-4A20-AE73-693EFF6654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5"/>
            <a:ext cx="12188825" cy="6857929"/>
          </a:xfrm>
          <a:prstGeom prst="rect">
            <a:avLst/>
          </a:prstGeom>
        </p:spPr>
      </p:pic>
      <p:pic>
        <p:nvPicPr>
          <p:cNvPr id="28" name="Picture 27" descr="A picture containing tree, plant&#10;&#10;Description automatically generated">
            <a:extLst>
              <a:ext uri="{FF2B5EF4-FFF2-40B4-BE49-F238E27FC236}">
                <a16:creationId xmlns:a16="http://schemas.microsoft.com/office/drawing/2014/main" id="{9C99B980-13C4-5E34-911C-94CDEEA606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6825" y="0"/>
            <a:ext cx="4572000" cy="6858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50D814F-EE5B-C084-7424-D39C0DE54FF7}"/>
              </a:ext>
            </a:extLst>
          </p:cNvPr>
          <p:cNvSpPr txBox="1"/>
          <p:nvPr userDrawn="1"/>
        </p:nvSpPr>
        <p:spPr>
          <a:xfrm>
            <a:off x="1603354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C498D60-2F6C-6ADE-BB9A-D957660E073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8414641-DA5A-BDF2-889C-1430A63E358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6CAA72E6-FAE3-6740-34C0-7A08091254B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0EE70422-5E10-8634-79CC-15428116CD0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F9B9866C-878A-3BAE-D601-6317EEEB78A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20DD7C9B-A88C-7ECB-27AE-CB4579CDB9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084B2859-A58F-9171-5328-94CFD162F58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DC1829C2-6CD9-FE35-3F45-EEC10E2F169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46" name="Title 16"/>
          <p:cNvSpPr>
            <a:spLocks noGrp="1"/>
          </p:cNvSpPr>
          <p:nvPr>
            <p:ph type="title" hasCustomPrompt="1"/>
          </p:nvPr>
        </p:nvSpPr>
        <p:spPr bwMode="gray">
          <a:xfrm>
            <a:off x="750334" y="1549491"/>
            <a:ext cx="6263640" cy="2405203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60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750334" y="4328649"/>
            <a:ext cx="6263640" cy="327013"/>
          </a:xfrm>
          <a:prstGeom prst="rect">
            <a:avLst/>
          </a:prstGeom>
        </p:spPr>
        <p:txBody>
          <a:bodyPr lIns="0" tIns="0" rIns="0" bIns="0" anchor="t" anchorCtr="0">
            <a:sp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500" spc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here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1CC465-FDF1-C0A2-5A83-FB03B2F0F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309067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68001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A0C0A2-1C95-CF60-15E7-57B445A899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395853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68001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EE098D-3AB1-76DB-7D94-47416B95B315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 Lenovo Internal. All rights reserved.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D3A8838-C4DB-A234-AE13-77FD359114A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7C46987-CA04-04BE-C5FA-56E293EEB90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91EA1B80-EF2A-EAE6-2B00-FF82A140564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8">
              <a:extLst>
                <a:ext uri="{FF2B5EF4-FFF2-40B4-BE49-F238E27FC236}">
                  <a16:creationId xmlns:a16="http://schemas.microsoft.com/office/drawing/2014/main" id="{679F583A-C57A-3239-E8A4-1C575A0EA73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36324797-C488-8192-F77E-9F600E5490D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10">
              <a:extLst>
                <a:ext uri="{FF2B5EF4-FFF2-40B4-BE49-F238E27FC236}">
                  <a16:creationId xmlns:a16="http://schemas.microsoft.com/office/drawing/2014/main" id="{6A067FCF-35DE-4E09-CCD5-280D653D4A6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65171654-F4B2-F1B9-6AF4-18F3A499E48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7E3A5950-4507-5E83-F8E2-F78AD0930D0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45D89D-54AB-A7D6-4141-95E6B3C36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322121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Sub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"/>
          <p:cNvSpPr>
            <a:spLocks noGrp="1"/>
          </p:cNvSpPr>
          <p:nvPr>
            <p:ph type="body" idx="10" hasCustomPrompt="1"/>
          </p:nvPr>
        </p:nvSpPr>
        <p:spPr bwMode="gray">
          <a:xfrm>
            <a:off x="760412" y="931563"/>
            <a:ext cx="10671048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000" b="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68001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5B6443-4299-282C-565B-68E5F97027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633483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ubtitle Only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"/>
          <p:cNvSpPr>
            <a:spLocks noGrp="1"/>
          </p:cNvSpPr>
          <p:nvPr>
            <p:ph type="body" idx="10" hasCustomPrompt="1"/>
          </p:nvPr>
        </p:nvSpPr>
        <p:spPr bwMode="gray">
          <a:xfrm>
            <a:off x="760412" y="931563"/>
            <a:ext cx="10671048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000" b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71048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296FD5-38BC-1E97-5513-17F333DF59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10E5A7-B9D3-4A2B-DE64-11D11241AC78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1153D81-7548-F581-513D-B7CD48FD363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2984EA1-BF8F-D5A5-11B3-9FD6DD75D1A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303FC84A-8F52-5F1D-38A9-C64EE5C6B5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51547846-5B73-A894-F0B4-466A292FE8B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39F5F64D-B9AA-2AAA-21F6-2CAF46B091C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E093FA7E-6243-55E3-A1D8-E9A2E7479C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882876AE-214A-F90F-FAE5-C3E50982F47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11">
              <a:extLst>
                <a:ext uri="{FF2B5EF4-FFF2-40B4-BE49-F238E27FC236}">
                  <a16:creationId xmlns:a16="http://schemas.microsoft.com/office/drawing/2014/main" id="{75EC1C0B-EC3B-C973-9828-360528AEB96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4226057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71048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413" y="1308880"/>
            <a:ext cx="10671048" cy="478712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C5559F-D4D6-DA53-A720-07C2A2D68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141638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7104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413" y="1308880"/>
            <a:ext cx="10667999" cy="478712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190EFC-69A6-D92C-008E-75B891AE77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9DA9F1-36A0-76F9-4D49-1FFB30F8CFEA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573FE22-DB46-2221-24B6-EA9CED934BF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4D8FA39-BBC5-4239-E23A-6A96E07DBCB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1E3E6E29-BEC4-288C-B32B-AF774446EFC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8">
              <a:extLst>
                <a:ext uri="{FF2B5EF4-FFF2-40B4-BE49-F238E27FC236}">
                  <a16:creationId xmlns:a16="http://schemas.microsoft.com/office/drawing/2014/main" id="{E12B6CAE-326B-E34A-31F1-77AFF35385C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AF684C43-A236-A698-D9CB-1D9BB8955A7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Freeform 10">
              <a:extLst>
                <a:ext uri="{FF2B5EF4-FFF2-40B4-BE49-F238E27FC236}">
                  <a16:creationId xmlns:a16="http://schemas.microsoft.com/office/drawing/2014/main" id="{22E76D79-F84B-B7B3-36C7-DDFA1F84B46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F8B250DB-C361-A6E3-4C85-D21F8209C13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147BE96E-3F4B-84BA-6775-D41FF7C5322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097577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Subtitle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412" y="1749388"/>
            <a:ext cx="10671049" cy="4346612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0"/>
          </p:nvPr>
        </p:nvSpPr>
        <p:spPr bwMode="gray">
          <a:xfrm>
            <a:off x="760412" y="931563"/>
            <a:ext cx="10671048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000" b="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7104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7BD319-CE6A-C56C-FAF4-F7D3C4B20C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479330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ubtitle Content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412" y="1749389"/>
            <a:ext cx="10671049" cy="4346612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0" hasCustomPrompt="1"/>
          </p:nvPr>
        </p:nvSpPr>
        <p:spPr bwMode="gray">
          <a:xfrm>
            <a:off x="760412" y="931563"/>
            <a:ext cx="10671048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000" b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7104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F390D5-FAC3-3E07-D977-2FACDFA7E8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5F3551-81ED-C908-0D9D-64C876F81F0D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E1D901D-347E-CD3C-E49E-6240407331F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D379CA7-ADA1-DB35-B963-28B950F90E8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7">
              <a:extLst>
                <a:ext uri="{FF2B5EF4-FFF2-40B4-BE49-F238E27FC236}">
                  <a16:creationId xmlns:a16="http://schemas.microsoft.com/office/drawing/2014/main" id="{6CCA88FD-78DE-CEC8-8BFD-721D475ECD2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FF7D2711-8021-39A5-678E-CDC6C4470DB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C3BC8212-B451-4273-2728-F59952E7BC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FE52C8F5-D1FE-4AC8-4162-7CF0174C7F6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10">
              <a:extLst>
                <a:ext uri="{FF2B5EF4-FFF2-40B4-BE49-F238E27FC236}">
                  <a16:creationId xmlns:a16="http://schemas.microsoft.com/office/drawing/2014/main" id="{1B573B61-8792-4F95-2044-72CB5D60180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11">
              <a:extLst>
                <a:ext uri="{FF2B5EF4-FFF2-40B4-BE49-F238E27FC236}">
                  <a16:creationId xmlns:a16="http://schemas.microsoft.com/office/drawing/2014/main" id="{FEFCA5AB-AA3A-875C-1ECF-F75A93964C0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5945371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7104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412" y="1307593"/>
            <a:ext cx="5069004" cy="4788408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4"/>
          </p:nvPr>
        </p:nvSpPr>
        <p:spPr bwMode="gray">
          <a:xfrm>
            <a:off x="6339311" y="1307593"/>
            <a:ext cx="5065776" cy="4788408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FE5186-E704-46DB-A234-0339427F829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351327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Slide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68001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412" y="1307593"/>
            <a:ext cx="5069004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4"/>
          </p:nvPr>
        </p:nvSpPr>
        <p:spPr bwMode="gray">
          <a:xfrm>
            <a:off x="6339311" y="1307593"/>
            <a:ext cx="5065776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156568-E050-C688-ED26-0B21D0654CAA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432C778-5728-8296-7A9A-58D2F0D46543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15A9787-DD7C-7130-A8DF-4C258B1FA48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14D81DD-1F3B-B50D-F43D-3E209D4540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58D34C8-C6F8-F06E-7715-9288F76C9A4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6107FD63-81FF-191D-0B53-F42767D14F2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54F87762-C44E-A3F8-3E3D-46E96847746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C9782FAE-D7D9-18FB-6538-0F3C12A16C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11">
              <a:extLst>
                <a:ext uri="{FF2B5EF4-FFF2-40B4-BE49-F238E27FC236}">
                  <a16:creationId xmlns:a16="http://schemas.microsoft.com/office/drawing/2014/main" id="{0396B2B4-C495-974A-4A3B-44C71DDB91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D52F52-4191-E70A-A15D-3F4D0CF0AA2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7799921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7104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413" y="1307593"/>
            <a:ext cx="3342271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half" idx="10"/>
          </p:nvPr>
        </p:nvSpPr>
        <p:spPr bwMode="gray">
          <a:xfrm>
            <a:off x="4377258" y="1307593"/>
            <a:ext cx="3343188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1"/>
          </p:nvPr>
        </p:nvSpPr>
        <p:spPr bwMode="gray">
          <a:xfrm>
            <a:off x="8015815" y="1307593"/>
            <a:ext cx="3415646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61C74C-45BE-3DE8-0DFD-4B97D814F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4563597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Slide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7104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413" y="1307593"/>
            <a:ext cx="3342271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half" idx="10"/>
          </p:nvPr>
        </p:nvSpPr>
        <p:spPr bwMode="gray">
          <a:xfrm>
            <a:off x="4377258" y="1307593"/>
            <a:ext cx="3342271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1"/>
          </p:nvPr>
        </p:nvSpPr>
        <p:spPr bwMode="gray">
          <a:xfrm>
            <a:off x="8015815" y="1307593"/>
            <a:ext cx="3415646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06526B-689D-F225-B2C2-E0BBC08CF3D7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B227283-6F61-7A48-A890-A6560B0C46E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5B243C2-75F5-6AC0-1833-76F42C53A2A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3D61DFCD-9B7B-9CEE-09F1-B3FFBCEC4B6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8">
              <a:extLst>
                <a:ext uri="{FF2B5EF4-FFF2-40B4-BE49-F238E27FC236}">
                  <a16:creationId xmlns:a16="http://schemas.microsoft.com/office/drawing/2014/main" id="{2E7D430F-6BD5-C242-3242-1C4393E85FE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9">
              <a:extLst>
                <a:ext uri="{FF2B5EF4-FFF2-40B4-BE49-F238E27FC236}">
                  <a16:creationId xmlns:a16="http://schemas.microsoft.com/office/drawing/2014/main" id="{15AA8EC8-6FD0-6F7C-5280-A51D231177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10">
              <a:extLst>
                <a:ext uri="{FF2B5EF4-FFF2-40B4-BE49-F238E27FC236}">
                  <a16:creationId xmlns:a16="http://schemas.microsoft.com/office/drawing/2014/main" id="{E7CAAC3B-4107-FAE2-2BB7-B0E46A4F5E4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F163CF3C-7F65-26FA-53B9-F3B8000834C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FA837C5D-6026-3DC8-E17F-DE9A1A33373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92B045-EC23-B30D-E716-8FEBB279E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591086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5723515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412" y="1307593"/>
            <a:ext cx="5723515" cy="4788408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856413" y="0"/>
            <a:ext cx="5332411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F3C117-A202-AC1A-30DA-A95049B267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45591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/Image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5723515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412" y="1307592"/>
            <a:ext cx="5723515" cy="4919589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856413" y="0"/>
            <a:ext cx="5332411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A088EC-A7D4-9C0A-C322-1161E9EFEA5E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4EA4AC3-3E83-652D-5977-C213932004B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6C692C7-AF24-D9BB-14D5-5012A216981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5C4F613F-1DD6-3F3D-9BAE-708257885F1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8">
              <a:extLst>
                <a:ext uri="{FF2B5EF4-FFF2-40B4-BE49-F238E27FC236}">
                  <a16:creationId xmlns:a16="http://schemas.microsoft.com/office/drawing/2014/main" id="{78F30CC7-8DA5-9459-5823-3D7027574B6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9549D5A1-8221-2608-197C-70D3E119DD3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10">
              <a:extLst>
                <a:ext uri="{FF2B5EF4-FFF2-40B4-BE49-F238E27FC236}">
                  <a16:creationId xmlns:a16="http://schemas.microsoft.com/office/drawing/2014/main" id="{D6C29BFA-EBE0-3409-DA75-D6D86C95C50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DE56CA28-603E-6C83-560F-82347F4C929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AE3DA774-A3A9-8F32-B9A2-708F35FC0EE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7E7426-E0FB-DA60-E1E0-A41FD9009F5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496215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4061791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4061791" y="0"/>
            <a:ext cx="8127034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548640" y="849535"/>
            <a:ext cx="3513151" cy="1926795"/>
          </a:xfrm>
          <a:prstGeom prst="rect">
            <a:avLst/>
          </a:prstGeom>
          <a:noFill/>
        </p:spPr>
        <p:txBody>
          <a:bodyPr lIns="0" tIns="0" rIns="0" bIns="0" anchor="t">
            <a:noAutofit/>
          </a:bodyPr>
          <a:lstStyle>
            <a:lvl1pPr marL="0" indent="0">
              <a:lnSpc>
                <a:spcPts val="4200"/>
              </a:lnSpc>
              <a:spcBef>
                <a:spcPts val="0"/>
              </a:spcBef>
              <a:buFont typeface="Arial" panose="020B0604020202020204" pitchFamily="34" charset="0"/>
              <a:buNone/>
              <a:defRPr sz="4600" b="1" strike="noStrike" spc="-150" baseline="0">
                <a:solidFill>
                  <a:schemeClr val="tx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 dirty="0"/>
              <a:t>Photo plus</a:t>
            </a:r>
            <a:br>
              <a:rPr lang="en-US" dirty="0"/>
            </a:br>
            <a:r>
              <a:rPr lang="en-US" dirty="0"/>
              <a:t>statement</a:t>
            </a:r>
            <a:br>
              <a:rPr lang="en-US" dirty="0"/>
            </a:br>
            <a:r>
              <a:rPr lang="en-US" dirty="0"/>
              <a:t>layout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9" hasCustomPrompt="1"/>
          </p:nvPr>
        </p:nvSpPr>
        <p:spPr>
          <a:xfrm>
            <a:off x="548641" y="2943638"/>
            <a:ext cx="3513150" cy="164161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2400" baseline="0">
                <a:solidFill>
                  <a:schemeClr val="tx1"/>
                </a:solidFill>
              </a:defRPr>
            </a:lvl1pPr>
            <a:lvl2pPr marL="609494" indent="0">
              <a:buNone/>
              <a:defRPr/>
            </a:lvl2pPr>
            <a:lvl3pPr marL="1218986" indent="0">
              <a:buNone/>
              <a:defRPr/>
            </a:lvl3pPr>
            <a:lvl4pPr marL="1828480" indent="0">
              <a:buNone/>
              <a:defRPr/>
            </a:lvl4pPr>
            <a:lvl5pPr marL="2437973" indent="0">
              <a:buNone/>
              <a:defRPr/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9E4313D-4BB5-4FBE-BED7-2E337B7C6B9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669529" y="6400800"/>
            <a:ext cx="438912" cy="155448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501264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+ Statement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CB8992-3FC1-1D5A-F5A3-5A7867B1CF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E0CCBF-ECBB-8D0A-7760-9C09A8DCA070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469496-8712-48FF-8E79-3F94F23B18A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6AD4F68-2171-D53B-BE99-0870458AEC6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B934C45C-E7A5-5950-4EC8-A0C9DD2B480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584A4C2F-986E-EA32-C193-4B162580530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2F89DA65-DEB8-60CE-3119-C54CD2F81D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10A3EE42-0227-D024-FDFC-83E58AB899D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B71D7F0F-66ED-5122-7E93-2CCDC18FB89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E827DA00-4AC6-AE82-9263-31F727C178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FF9FB968-F2A9-4C72-AC3C-DC44BBB699A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61791" y="0"/>
            <a:ext cx="8127034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BB9C095A-1012-467F-9C44-B19F964C00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8640" y="849535"/>
            <a:ext cx="3513151" cy="1926795"/>
          </a:xfrm>
          <a:prstGeom prst="rect">
            <a:avLst/>
          </a:prstGeom>
          <a:noFill/>
        </p:spPr>
        <p:txBody>
          <a:bodyPr lIns="0" tIns="0" rIns="0" bIns="0" anchor="t">
            <a:noAutofit/>
          </a:bodyPr>
          <a:lstStyle>
            <a:lvl1pPr marL="0" indent="0">
              <a:lnSpc>
                <a:spcPts val="4200"/>
              </a:lnSpc>
              <a:spcBef>
                <a:spcPts val="0"/>
              </a:spcBef>
              <a:buFont typeface="Arial" panose="020B0604020202020204" pitchFamily="34" charset="0"/>
              <a:buNone/>
              <a:defRPr sz="4600" b="1" strike="noStrike" spc="-150" baseline="0">
                <a:solidFill>
                  <a:schemeClr val="bg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 dirty="0"/>
              <a:t>Photo plus</a:t>
            </a:r>
            <a:br>
              <a:rPr lang="en-US" dirty="0"/>
            </a:br>
            <a:r>
              <a:rPr lang="en-US" dirty="0"/>
              <a:t>statement</a:t>
            </a:r>
            <a:br>
              <a:rPr lang="en-US" dirty="0"/>
            </a:br>
            <a:r>
              <a:rPr lang="en-US" dirty="0"/>
              <a:t>layout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20B0D42B-CBC4-443F-B475-39C1A11F88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8641" y="2943638"/>
            <a:ext cx="3513150" cy="164161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2400" baseline="0">
                <a:solidFill>
                  <a:schemeClr val="bg1"/>
                </a:solidFill>
              </a:defRPr>
            </a:lvl1pPr>
            <a:lvl2pPr marL="609494" indent="0">
              <a:buNone/>
              <a:defRPr/>
            </a:lvl2pPr>
            <a:lvl3pPr marL="1218986" indent="0">
              <a:buNone/>
              <a:defRPr/>
            </a:lvl3pPr>
            <a:lvl4pPr marL="1828480" indent="0">
              <a:buNone/>
              <a:defRPr/>
            </a:lvl4pPr>
            <a:lvl5pPr marL="2437973" indent="0">
              <a:buNone/>
              <a:defRPr/>
            </a:lvl5pPr>
          </a:lstStyle>
          <a:p>
            <a:pPr lvl="0"/>
            <a:r>
              <a:rPr lang="en-US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827794520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Idea"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CB8992-3FC1-1D5A-F5A3-5A7867B1CF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EF7F64-EAB6-F941-857A-EB6862B0738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0413" y="1757774"/>
            <a:ext cx="10668000" cy="3342453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8800" b="1">
                <a:solidFill>
                  <a:schemeClr val="bg1"/>
                </a:solidFill>
              </a:defRPr>
            </a:lvl1pPr>
            <a:lvl2pPr marL="609494" indent="0">
              <a:buNone/>
              <a:defRPr/>
            </a:lvl2pPr>
          </a:lstStyle>
          <a:p>
            <a:pPr lvl="0"/>
            <a:r>
              <a:rPr lang="en-US" dirty="0"/>
              <a:t>Click to edit big idea, statement or subject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E0CCBF-ECBB-8D0A-7760-9C09A8DCA070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469496-8712-48FF-8E79-3F94F23B18A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6AD4F68-2171-D53B-BE99-0870458AEC6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B934C45C-E7A5-5950-4EC8-A0C9DD2B480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584A4C2F-986E-EA32-C193-4B162580530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2F89DA65-DEB8-60CE-3119-C54CD2F81D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10A3EE42-0227-D024-FDFC-83E58AB899D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B71D7F0F-66ED-5122-7E93-2CCDC18FB89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E827DA00-4AC6-AE82-9263-31F727C178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67820295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07"/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758827" y="1812555"/>
            <a:ext cx="9907588" cy="2759445"/>
          </a:xfrm>
          <a:prstGeom prst="rect">
            <a:avLst/>
          </a:prstGeom>
        </p:spPr>
        <p:txBody>
          <a:bodyPr lIns="0" anchor="t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4400" b="1" spc="-150">
                <a:solidFill>
                  <a:schemeClr val="tx1"/>
                </a:solidFill>
              </a:defRPr>
            </a:lvl1pPr>
            <a:lvl2pPr marL="341313" indent="0" algn="ctr">
              <a:buNone/>
              <a:defRPr>
                <a:solidFill>
                  <a:schemeClr val="bg1"/>
                </a:solidFill>
              </a:defRPr>
            </a:lvl2pPr>
            <a:lvl3pPr marL="679450" indent="0" algn="ctr">
              <a:buNone/>
              <a:defRPr>
                <a:solidFill>
                  <a:schemeClr val="bg1"/>
                </a:solidFill>
              </a:defRPr>
            </a:lvl3pPr>
            <a:lvl4pPr marL="966787" indent="0" algn="ctr">
              <a:buNone/>
              <a:defRPr>
                <a:solidFill>
                  <a:schemeClr val="bg1"/>
                </a:solidFill>
              </a:defRPr>
            </a:lvl4pPr>
            <a:lvl5pPr marL="1146175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7" name="Text Placeholder 110"/>
          <p:cNvSpPr>
            <a:spLocks noGrp="1"/>
          </p:cNvSpPr>
          <p:nvPr>
            <p:ph type="body" sz="quarter" idx="19" hasCustomPrompt="1"/>
          </p:nvPr>
        </p:nvSpPr>
        <p:spPr>
          <a:xfrm>
            <a:off x="758826" y="5045445"/>
            <a:ext cx="9907588" cy="406265"/>
          </a:xfrm>
          <a:prstGeom prst="rect">
            <a:avLst/>
          </a:prstGeom>
        </p:spPr>
        <p:txBody>
          <a:bodyPr lIns="0">
            <a:sp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2400" b="1" spc="-150" baseline="0">
                <a:solidFill>
                  <a:schemeClr val="tx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 dirty="0"/>
              <a:t>Click to edit quote source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815315-0D5A-DC09-BF8B-37391016484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037CD95-D004-2B21-4A36-C02C76A5C015}"/>
              </a:ext>
            </a:extLst>
          </p:cNvPr>
          <p:cNvGrpSpPr/>
          <p:nvPr userDrawn="1"/>
        </p:nvGrpSpPr>
        <p:grpSpPr>
          <a:xfrm>
            <a:off x="758826" y="788987"/>
            <a:ext cx="990600" cy="735013"/>
            <a:chOff x="657226" y="398463"/>
            <a:chExt cx="990600" cy="735013"/>
          </a:xfrm>
          <a:gradFill>
            <a:gsLst>
              <a:gs pos="100000">
                <a:srgbClr val="F5A598"/>
              </a:gs>
              <a:gs pos="47000">
                <a:srgbClr val="D2ADC9"/>
              </a:gs>
              <a:gs pos="77000">
                <a:srgbClr val="E6BDC1"/>
              </a:gs>
              <a:gs pos="9000">
                <a:srgbClr val="A7B6D3"/>
              </a:gs>
            </a:gsLst>
            <a:lin ang="13500000" scaled="1"/>
          </a:gradFill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7478010D-01FF-497C-41EB-76A4E063D3B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57226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C7C4737E-BF88-7B2F-7399-008A3E052A1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195388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38601657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ayout_Black">
    <p:bg>
      <p:bgPr>
        <a:solidFill>
          <a:srgbClr val="1E01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07"/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758827" y="1812555"/>
            <a:ext cx="9912096" cy="2763845"/>
          </a:xfrm>
          <a:prstGeom prst="rect">
            <a:avLst/>
          </a:prstGeom>
        </p:spPr>
        <p:txBody>
          <a:bodyPr lIns="0" anchor="t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4400" b="1" spc="-150">
                <a:solidFill>
                  <a:schemeClr val="bg1"/>
                </a:solidFill>
              </a:defRPr>
            </a:lvl1pPr>
            <a:lvl2pPr marL="341313" indent="0" algn="ctr">
              <a:buNone/>
              <a:defRPr>
                <a:solidFill>
                  <a:schemeClr val="bg1"/>
                </a:solidFill>
              </a:defRPr>
            </a:lvl2pPr>
            <a:lvl3pPr marL="679450" indent="0" algn="ctr">
              <a:buNone/>
              <a:defRPr>
                <a:solidFill>
                  <a:schemeClr val="bg1"/>
                </a:solidFill>
              </a:defRPr>
            </a:lvl3pPr>
            <a:lvl4pPr marL="966787" indent="0" algn="ctr">
              <a:buNone/>
              <a:defRPr>
                <a:solidFill>
                  <a:schemeClr val="bg1"/>
                </a:solidFill>
              </a:defRPr>
            </a:lvl4pPr>
            <a:lvl5pPr marL="1146175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7" name="Text Placeholder 110"/>
          <p:cNvSpPr>
            <a:spLocks noGrp="1"/>
          </p:cNvSpPr>
          <p:nvPr>
            <p:ph type="body" sz="quarter" idx="19" hasCustomPrompt="1"/>
          </p:nvPr>
        </p:nvSpPr>
        <p:spPr>
          <a:xfrm>
            <a:off x="758826" y="5045445"/>
            <a:ext cx="9912097" cy="406265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2400" b="1" spc="-150" baseline="0">
                <a:solidFill>
                  <a:schemeClr val="bg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 dirty="0"/>
              <a:t>Click to edit quote source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005ED3-DC5A-16D6-BC0D-2BC8DBC127C3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CB189A2-A5C7-0BFE-DC45-2B6C62F67C0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584051D-228D-60EF-D68E-4B4E925E178E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425E7774-98DD-0FEF-9145-91D6B46D26C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8">
              <a:extLst>
                <a:ext uri="{FF2B5EF4-FFF2-40B4-BE49-F238E27FC236}">
                  <a16:creationId xmlns:a16="http://schemas.microsoft.com/office/drawing/2014/main" id="{7F3BA1AE-9A9D-B9A4-5403-6AA4C35F1E6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437AAFBE-8A17-35F2-274B-EB0FA065C2D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10">
              <a:extLst>
                <a:ext uri="{FF2B5EF4-FFF2-40B4-BE49-F238E27FC236}">
                  <a16:creationId xmlns:a16="http://schemas.microsoft.com/office/drawing/2014/main" id="{A3380145-9EE8-3EC6-9B1C-FB9540A9C73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0BF31EAF-B3E0-97CF-2E5E-B91BC8A708C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0F3C66CC-04BD-A3C8-72CC-31B30C4C59F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5C380F-7235-3AB0-03FD-9418F9E88CA5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302BD98-6DAE-1743-EC0B-3BD86F2E6E9E}"/>
              </a:ext>
            </a:extLst>
          </p:cNvPr>
          <p:cNvGrpSpPr/>
          <p:nvPr userDrawn="1"/>
        </p:nvGrpSpPr>
        <p:grpSpPr>
          <a:xfrm>
            <a:off x="758826" y="788987"/>
            <a:ext cx="990600" cy="735013"/>
            <a:chOff x="657226" y="398463"/>
            <a:chExt cx="990600" cy="735013"/>
          </a:xfrm>
          <a:gradFill>
            <a:gsLst>
              <a:gs pos="100000">
                <a:srgbClr val="391262"/>
              </a:gs>
              <a:gs pos="26000">
                <a:srgbClr val="64131E"/>
              </a:gs>
              <a:gs pos="0">
                <a:srgbClr val="831B22"/>
              </a:gs>
              <a:gs pos="66000">
                <a:srgbClr val="4D144A"/>
              </a:gs>
            </a:gsLst>
            <a:lin ang="13500000" scaled="1"/>
          </a:gradFill>
        </p:grpSpPr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7427A43A-50DD-D6E1-5FBF-AC4CB787054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57226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10BB8F0C-C9B6-64D7-DD2C-3BDDA0FDE7B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195388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00654041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ayout_Color">
    <p:bg>
      <p:bgPr>
        <a:gradFill>
          <a:gsLst>
            <a:gs pos="100000">
              <a:srgbClr val="391262"/>
            </a:gs>
            <a:gs pos="38000">
              <a:srgbClr val="64131E"/>
            </a:gs>
            <a:gs pos="0">
              <a:srgbClr val="831B22"/>
            </a:gs>
            <a:gs pos="71000">
              <a:srgbClr val="4D144A"/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07"/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758827" y="1812555"/>
            <a:ext cx="9907586" cy="2759445"/>
          </a:xfrm>
          <a:prstGeom prst="rect">
            <a:avLst/>
          </a:prstGeom>
        </p:spPr>
        <p:txBody>
          <a:bodyPr lIns="0" anchor="t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4400" b="1" spc="-150">
                <a:solidFill>
                  <a:schemeClr val="bg1"/>
                </a:solidFill>
              </a:defRPr>
            </a:lvl1pPr>
            <a:lvl2pPr marL="341313" indent="0" algn="ctr">
              <a:buNone/>
              <a:defRPr>
                <a:solidFill>
                  <a:schemeClr val="bg1"/>
                </a:solidFill>
              </a:defRPr>
            </a:lvl2pPr>
            <a:lvl3pPr marL="679450" indent="0" algn="ctr">
              <a:buNone/>
              <a:defRPr>
                <a:solidFill>
                  <a:schemeClr val="bg1"/>
                </a:solidFill>
              </a:defRPr>
            </a:lvl3pPr>
            <a:lvl4pPr marL="966787" indent="0" algn="ctr">
              <a:buNone/>
              <a:defRPr>
                <a:solidFill>
                  <a:schemeClr val="bg1"/>
                </a:solidFill>
              </a:defRPr>
            </a:lvl4pPr>
            <a:lvl5pPr marL="1146175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7" name="Text Placeholder 110"/>
          <p:cNvSpPr>
            <a:spLocks noGrp="1"/>
          </p:cNvSpPr>
          <p:nvPr>
            <p:ph type="body" sz="quarter" idx="19" hasCustomPrompt="1"/>
          </p:nvPr>
        </p:nvSpPr>
        <p:spPr>
          <a:xfrm>
            <a:off x="758826" y="5045445"/>
            <a:ext cx="9907587" cy="406265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2400" b="1" spc="-150" baseline="0">
                <a:solidFill>
                  <a:schemeClr val="bg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 dirty="0"/>
              <a:t>Click to edit quote source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A4D94C-10A5-93DD-7545-E8A78E3E76DF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18A1024-2417-9AB8-1B11-FFC8E666406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EF2F641-C50E-7EF9-174F-C814CE79B1D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EB7F9CF2-27FB-5CFF-3AF9-F3D782AF8F4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8">
              <a:extLst>
                <a:ext uri="{FF2B5EF4-FFF2-40B4-BE49-F238E27FC236}">
                  <a16:creationId xmlns:a16="http://schemas.microsoft.com/office/drawing/2014/main" id="{A4FE0BE7-E21B-0A34-6A99-A25D9D183EA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D9344221-152E-2762-91B6-95EFB33B4E1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10">
              <a:extLst>
                <a:ext uri="{FF2B5EF4-FFF2-40B4-BE49-F238E27FC236}">
                  <a16:creationId xmlns:a16="http://schemas.microsoft.com/office/drawing/2014/main" id="{2B8FF3A7-A802-4EFD-1B3E-BE4FD55930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8E61D3F6-A1B4-B1CF-57E5-6C0A92BC8A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CECCA6D3-F3B6-26C6-0F5D-83832B6120E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A179E8-3325-1689-7216-8DD26DF9516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897E0CA-E9A9-E0E3-3CBF-4638AF7AEA37}"/>
              </a:ext>
            </a:extLst>
          </p:cNvPr>
          <p:cNvGrpSpPr/>
          <p:nvPr userDrawn="1"/>
        </p:nvGrpSpPr>
        <p:grpSpPr>
          <a:xfrm>
            <a:off x="758826" y="788987"/>
            <a:ext cx="990600" cy="735013"/>
            <a:chOff x="657226" y="398463"/>
            <a:chExt cx="990600" cy="735013"/>
          </a:xfrm>
          <a:solidFill>
            <a:schemeClr val="bg1"/>
          </a:solidFill>
        </p:grpSpPr>
        <p:sp>
          <p:nvSpPr>
            <p:cNvPr id="35" name="Freeform 5">
              <a:extLst>
                <a:ext uri="{FF2B5EF4-FFF2-40B4-BE49-F238E27FC236}">
                  <a16:creationId xmlns:a16="http://schemas.microsoft.com/office/drawing/2014/main" id="{7EEF4626-4306-CF44-30F2-238CF5A9D24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57226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Freeform 6">
              <a:extLst>
                <a:ext uri="{FF2B5EF4-FFF2-40B4-BE49-F238E27FC236}">
                  <a16:creationId xmlns:a16="http://schemas.microsoft.com/office/drawing/2014/main" id="{6E76F828-F318-AE96-8117-C054CA893D3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195388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31717141"/>
      </p:ext>
    </p:extLst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/ Produ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/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6094412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8"/>
          </p:nvPr>
        </p:nvSpPr>
        <p:spPr bwMode="gray">
          <a:xfrm>
            <a:off x="6856412" y="1307593"/>
            <a:ext cx="4572001" cy="4788408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6856412" y="442528"/>
            <a:ext cx="4572001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FBC96C-E04F-90E6-1BBE-C65ECD6E5C1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055685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/ Product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/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6094412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8"/>
          </p:nvPr>
        </p:nvSpPr>
        <p:spPr bwMode="gray">
          <a:xfrm>
            <a:off x="6856414" y="1307592"/>
            <a:ext cx="4572000" cy="4788408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6856413" y="442528"/>
            <a:ext cx="4572001" cy="41857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7B1794D-FA0C-402F-EB44-A50D8C3D4FE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37DE7D4-E216-9606-EAAF-1A8B5AF40F9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6A780702-9C9B-96F4-8B07-21C9D8C8A00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37E1B9D4-3009-CCED-240A-6514B89A344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F8592D55-D1DD-021F-F58A-C23393CDA10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46ECC017-F717-4757-9B44-6475FFD17C1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278498B7-D9E9-F174-4F80-972AA25563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11">
              <a:extLst>
                <a:ext uri="{FF2B5EF4-FFF2-40B4-BE49-F238E27FC236}">
                  <a16:creationId xmlns:a16="http://schemas.microsoft.com/office/drawing/2014/main" id="{B8B70A7C-1FE3-4C27-A360-FF4D04AB325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40BBE49-3380-52D0-1396-73ED8BD97A88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A84DA8-2577-7EF4-6122-06E4DEEB80A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97037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71049" cy="41857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10" hasCustomPrompt="1"/>
          </p:nvPr>
        </p:nvSpPr>
        <p:spPr bwMode="gray">
          <a:xfrm>
            <a:off x="760414" y="1524000"/>
            <a:ext cx="10668000" cy="4572000"/>
          </a:xfrm>
          <a:prstGeom prst="rect">
            <a:avLst/>
          </a:prstGeom>
        </p:spPr>
        <p:txBody>
          <a:bodyPr lIns="121899" tIns="853291" rIns="121899" bIns="60949" anchor="ctr" anchorCtr="0"/>
          <a:lstStyle>
            <a:lvl1pPr marL="0" indent="0" algn="ctr">
              <a:buFontTx/>
              <a:buNone/>
              <a:defRPr sz="2400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icon to create chart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E9C038-E754-006F-B382-D714EB9495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76614"/>
      </p:ext>
    </p:extLst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rt Slide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412" y="442528"/>
            <a:ext cx="10668001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10" hasCustomPrompt="1"/>
          </p:nvPr>
        </p:nvSpPr>
        <p:spPr bwMode="gray">
          <a:xfrm>
            <a:off x="760414" y="1523999"/>
            <a:ext cx="10668000" cy="4572001"/>
          </a:xfrm>
          <a:prstGeom prst="rect">
            <a:avLst/>
          </a:prstGeom>
        </p:spPr>
        <p:txBody>
          <a:bodyPr lIns="121899" tIns="853291" rIns="121899" bIns="60949" anchor="ctr" anchorCtr="0"/>
          <a:lstStyle>
            <a:lvl1pPr marL="0" indent="0" algn="ctr">
              <a:buFontTx/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create chart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034602-4EFB-8E5B-8FAA-B579A05D71D3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630DE35-2B9A-CC16-D878-AF4BA659CB03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298FF46-F393-7505-AC93-A34D0D7FD1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B10DDEA8-C62F-FFEF-8E88-937A40610A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8">
              <a:extLst>
                <a:ext uri="{FF2B5EF4-FFF2-40B4-BE49-F238E27FC236}">
                  <a16:creationId xmlns:a16="http://schemas.microsoft.com/office/drawing/2014/main" id="{A5215B45-7283-2B79-53B8-8EC24F78CF4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9C313BF5-1342-2D50-4CD8-F0843C8D59D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Freeform 10">
              <a:extLst>
                <a:ext uri="{FF2B5EF4-FFF2-40B4-BE49-F238E27FC236}">
                  <a16:creationId xmlns:a16="http://schemas.microsoft.com/office/drawing/2014/main" id="{499A91AC-5617-3A97-3CA7-56FF0F2C260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C7400D53-2A85-B307-D1F5-7E6EB77D050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8CB004BB-6761-8374-A9BD-CD2644D6614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222CEF-FCD3-E840-7AE1-E900A5D59CF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333210"/>
      </p:ext>
    </p:extLst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2E9409-35B8-57EB-2941-154C5CA02C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83593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2847966-6DB9-1FB6-9676-273C285CBBB9}"/>
              </a:ext>
            </a:extLst>
          </p:cNvPr>
          <p:cNvSpPr txBox="1"/>
          <p:nvPr userDrawn="1"/>
        </p:nvSpPr>
        <p:spPr>
          <a:xfrm>
            <a:off x="1602289" y="6401580"/>
            <a:ext cx="4114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2DC449E-FDC8-E32E-E4B6-BCA292AA370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B6D2A24-CAB4-F08D-2B8E-FD0BBEA396C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7">
              <a:extLst>
                <a:ext uri="{FF2B5EF4-FFF2-40B4-BE49-F238E27FC236}">
                  <a16:creationId xmlns:a16="http://schemas.microsoft.com/office/drawing/2014/main" id="{B5AB7E31-14A7-9501-5A1B-CA9C8DF7F97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62254130-3E7F-93A9-7119-F750B966F2A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F09E9735-A341-685A-2E0E-8E623D18233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7576E6CE-DA5C-AF50-7933-59F501DBD1B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10">
              <a:extLst>
                <a:ext uri="{FF2B5EF4-FFF2-40B4-BE49-F238E27FC236}">
                  <a16:creationId xmlns:a16="http://schemas.microsoft.com/office/drawing/2014/main" id="{69BCEF5B-3A08-5E7B-9ED1-3F71D12FBA9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11">
              <a:extLst>
                <a:ext uri="{FF2B5EF4-FFF2-40B4-BE49-F238E27FC236}">
                  <a16:creationId xmlns:a16="http://schemas.microsoft.com/office/drawing/2014/main" id="{B6FEDC4B-7FBE-AE64-86BE-07088AD5B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94B782-D6B1-E164-080E-40821B7DAF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376891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7F1298-487A-B4E6-4008-0A5D51F1C143}"/>
              </a:ext>
            </a:extLst>
          </p:cNvPr>
          <p:cNvGrpSpPr/>
          <p:nvPr userDrawn="1"/>
        </p:nvGrpSpPr>
        <p:grpSpPr>
          <a:xfrm>
            <a:off x="9390324" y="767096"/>
            <a:ext cx="2800087" cy="1898696"/>
            <a:chOff x="9390324" y="767096"/>
            <a:chExt cx="2800087" cy="189869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DBC4C027-8FC0-71EF-963F-3B8A0447C1E8}"/>
                </a:ext>
              </a:extLst>
            </p:cNvPr>
            <p:cNvGrpSpPr/>
            <p:nvPr userDrawn="1"/>
          </p:nvGrpSpPr>
          <p:grpSpPr>
            <a:xfrm>
              <a:off x="9390324" y="936748"/>
              <a:ext cx="1965963" cy="1042086"/>
              <a:chOff x="4988072" y="501936"/>
              <a:chExt cx="1978802" cy="1051017"/>
            </a:xfrm>
            <a:solidFill>
              <a:schemeClr val="accent1"/>
            </a:solidFill>
          </p:grpSpPr>
          <p:sp>
            <p:nvSpPr>
              <p:cNvPr id="72" name="Freeform 5">
                <a:extLst>
                  <a:ext uri="{FF2B5EF4-FFF2-40B4-BE49-F238E27FC236}">
                    <a16:creationId xmlns:a16="http://schemas.microsoft.com/office/drawing/2014/main" id="{AC114BA7-B808-0C61-F4C4-498846EB2C1F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559016" y="501936"/>
                <a:ext cx="218094" cy="282813"/>
              </a:xfrm>
              <a:custGeom>
                <a:avLst/>
                <a:gdLst>
                  <a:gd name="T0" fmla="*/ 0 w 502"/>
                  <a:gd name="T1" fmla="*/ 550 h 651"/>
                  <a:gd name="T2" fmla="*/ 83 w 502"/>
                  <a:gd name="T3" fmla="*/ 451 h 651"/>
                  <a:gd name="T4" fmla="*/ 272 w 502"/>
                  <a:gd name="T5" fmla="*/ 528 h 651"/>
                  <a:gd name="T6" fmla="*/ 363 w 502"/>
                  <a:gd name="T7" fmla="*/ 469 h 651"/>
                  <a:gd name="T8" fmla="*/ 363 w 502"/>
                  <a:gd name="T9" fmla="*/ 467 h 651"/>
                  <a:gd name="T10" fmla="*/ 236 w 502"/>
                  <a:gd name="T11" fmla="*/ 386 h 651"/>
                  <a:gd name="T12" fmla="*/ 26 w 502"/>
                  <a:gd name="T13" fmla="*/ 192 h 651"/>
                  <a:gd name="T14" fmla="*/ 26 w 502"/>
                  <a:gd name="T15" fmla="*/ 191 h 651"/>
                  <a:gd name="T16" fmla="*/ 247 w 502"/>
                  <a:gd name="T17" fmla="*/ 0 h 651"/>
                  <a:gd name="T18" fmla="*/ 483 w 502"/>
                  <a:gd name="T19" fmla="*/ 80 h 651"/>
                  <a:gd name="T20" fmla="*/ 410 w 502"/>
                  <a:gd name="T21" fmla="*/ 185 h 651"/>
                  <a:gd name="T22" fmla="*/ 246 w 502"/>
                  <a:gd name="T23" fmla="*/ 123 h 651"/>
                  <a:gd name="T24" fmla="*/ 164 w 502"/>
                  <a:gd name="T25" fmla="*/ 178 h 651"/>
                  <a:gd name="T26" fmla="*/ 164 w 502"/>
                  <a:gd name="T27" fmla="*/ 180 h 651"/>
                  <a:gd name="T28" fmla="*/ 301 w 502"/>
                  <a:gd name="T29" fmla="*/ 263 h 651"/>
                  <a:gd name="T30" fmla="*/ 502 w 502"/>
                  <a:gd name="T31" fmla="*/ 453 h 651"/>
                  <a:gd name="T32" fmla="*/ 502 w 502"/>
                  <a:gd name="T33" fmla="*/ 455 h 651"/>
                  <a:gd name="T34" fmla="*/ 269 w 502"/>
                  <a:gd name="T35" fmla="*/ 651 h 651"/>
                  <a:gd name="T36" fmla="*/ 0 w 502"/>
                  <a:gd name="T37" fmla="*/ 550 h 6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502" h="651">
                    <a:moveTo>
                      <a:pt x="0" y="550"/>
                    </a:moveTo>
                    <a:cubicBezTo>
                      <a:pt x="83" y="451"/>
                      <a:pt x="83" y="451"/>
                      <a:pt x="83" y="451"/>
                    </a:cubicBezTo>
                    <a:cubicBezTo>
                      <a:pt x="140" y="498"/>
                      <a:pt x="200" y="528"/>
                      <a:pt x="272" y="528"/>
                    </a:cubicBezTo>
                    <a:cubicBezTo>
                      <a:pt x="329" y="528"/>
                      <a:pt x="363" y="506"/>
                      <a:pt x="363" y="469"/>
                    </a:cubicBezTo>
                    <a:cubicBezTo>
                      <a:pt x="363" y="467"/>
                      <a:pt x="363" y="467"/>
                      <a:pt x="363" y="467"/>
                    </a:cubicBezTo>
                    <a:cubicBezTo>
                      <a:pt x="363" y="431"/>
                      <a:pt x="342" y="413"/>
                      <a:pt x="236" y="386"/>
                    </a:cubicBezTo>
                    <a:cubicBezTo>
                      <a:pt x="108" y="354"/>
                      <a:pt x="26" y="318"/>
                      <a:pt x="26" y="192"/>
                    </a:cubicBezTo>
                    <a:cubicBezTo>
                      <a:pt x="26" y="191"/>
                      <a:pt x="26" y="191"/>
                      <a:pt x="26" y="191"/>
                    </a:cubicBezTo>
                    <a:cubicBezTo>
                      <a:pt x="26" y="76"/>
                      <a:pt x="118" y="0"/>
                      <a:pt x="247" y="0"/>
                    </a:cubicBezTo>
                    <a:cubicBezTo>
                      <a:pt x="340" y="0"/>
                      <a:pt x="419" y="29"/>
                      <a:pt x="483" y="80"/>
                    </a:cubicBezTo>
                    <a:cubicBezTo>
                      <a:pt x="410" y="185"/>
                      <a:pt x="410" y="185"/>
                      <a:pt x="410" y="185"/>
                    </a:cubicBezTo>
                    <a:cubicBezTo>
                      <a:pt x="354" y="146"/>
                      <a:pt x="299" y="123"/>
                      <a:pt x="246" y="123"/>
                    </a:cubicBezTo>
                    <a:cubicBezTo>
                      <a:pt x="192" y="123"/>
                      <a:pt x="164" y="147"/>
                      <a:pt x="164" y="178"/>
                    </a:cubicBezTo>
                    <a:cubicBezTo>
                      <a:pt x="164" y="180"/>
                      <a:pt x="164" y="180"/>
                      <a:pt x="164" y="180"/>
                    </a:cubicBezTo>
                    <a:cubicBezTo>
                      <a:pt x="164" y="221"/>
                      <a:pt x="191" y="235"/>
                      <a:pt x="301" y="263"/>
                    </a:cubicBezTo>
                    <a:cubicBezTo>
                      <a:pt x="429" y="297"/>
                      <a:pt x="502" y="343"/>
                      <a:pt x="502" y="453"/>
                    </a:cubicBezTo>
                    <a:cubicBezTo>
                      <a:pt x="502" y="455"/>
                      <a:pt x="502" y="455"/>
                      <a:pt x="502" y="455"/>
                    </a:cubicBezTo>
                    <a:cubicBezTo>
                      <a:pt x="502" y="581"/>
                      <a:pt x="406" y="651"/>
                      <a:pt x="269" y="651"/>
                    </a:cubicBezTo>
                    <a:cubicBezTo>
                      <a:pt x="173" y="651"/>
                      <a:pt x="76" y="618"/>
                      <a:pt x="0" y="55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3" name="Freeform 6">
                <a:extLst>
                  <a:ext uri="{FF2B5EF4-FFF2-40B4-BE49-F238E27FC236}">
                    <a16:creationId xmlns:a16="http://schemas.microsoft.com/office/drawing/2014/main" id="{03055FF5-EB33-F09D-784D-C7AD0188032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791295" y="566212"/>
                <a:ext cx="322264" cy="214547"/>
              </a:xfrm>
              <a:custGeom>
                <a:avLst/>
                <a:gdLst>
                  <a:gd name="T0" fmla="*/ 0 w 741"/>
                  <a:gd name="T1" fmla="*/ 9 h 494"/>
                  <a:gd name="T2" fmla="*/ 138 w 741"/>
                  <a:gd name="T3" fmla="*/ 9 h 494"/>
                  <a:gd name="T4" fmla="*/ 138 w 741"/>
                  <a:gd name="T5" fmla="*/ 78 h 494"/>
                  <a:gd name="T6" fmla="*/ 281 w 741"/>
                  <a:gd name="T7" fmla="*/ 0 h 494"/>
                  <a:gd name="T8" fmla="*/ 418 w 741"/>
                  <a:gd name="T9" fmla="*/ 77 h 494"/>
                  <a:gd name="T10" fmla="*/ 577 w 741"/>
                  <a:gd name="T11" fmla="*/ 0 h 494"/>
                  <a:gd name="T12" fmla="*/ 741 w 741"/>
                  <a:gd name="T13" fmla="*/ 178 h 494"/>
                  <a:gd name="T14" fmla="*/ 741 w 741"/>
                  <a:gd name="T15" fmla="*/ 494 h 494"/>
                  <a:gd name="T16" fmla="*/ 603 w 741"/>
                  <a:gd name="T17" fmla="*/ 494 h 494"/>
                  <a:gd name="T18" fmla="*/ 603 w 741"/>
                  <a:gd name="T19" fmla="*/ 224 h 494"/>
                  <a:gd name="T20" fmla="*/ 523 w 741"/>
                  <a:gd name="T21" fmla="*/ 125 h 494"/>
                  <a:gd name="T22" fmla="*/ 439 w 741"/>
                  <a:gd name="T23" fmla="*/ 224 h 494"/>
                  <a:gd name="T24" fmla="*/ 439 w 741"/>
                  <a:gd name="T25" fmla="*/ 494 h 494"/>
                  <a:gd name="T26" fmla="*/ 302 w 741"/>
                  <a:gd name="T27" fmla="*/ 494 h 494"/>
                  <a:gd name="T28" fmla="*/ 302 w 741"/>
                  <a:gd name="T29" fmla="*/ 224 h 494"/>
                  <a:gd name="T30" fmla="*/ 221 w 741"/>
                  <a:gd name="T31" fmla="*/ 125 h 494"/>
                  <a:gd name="T32" fmla="*/ 138 w 741"/>
                  <a:gd name="T33" fmla="*/ 224 h 494"/>
                  <a:gd name="T34" fmla="*/ 138 w 741"/>
                  <a:gd name="T35" fmla="*/ 494 h 494"/>
                  <a:gd name="T36" fmla="*/ 0 w 741"/>
                  <a:gd name="T37" fmla="*/ 494 h 494"/>
                  <a:gd name="T38" fmla="*/ 0 w 741"/>
                  <a:gd name="T39" fmla="*/ 9 h 4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41" h="494">
                    <a:moveTo>
                      <a:pt x="0" y="9"/>
                    </a:moveTo>
                    <a:cubicBezTo>
                      <a:pt x="138" y="9"/>
                      <a:pt x="138" y="9"/>
                      <a:pt x="138" y="9"/>
                    </a:cubicBezTo>
                    <a:cubicBezTo>
                      <a:pt x="138" y="78"/>
                      <a:pt x="138" y="78"/>
                      <a:pt x="138" y="78"/>
                    </a:cubicBezTo>
                    <a:cubicBezTo>
                      <a:pt x="170" y="37"/>
                      <a:pt x="211" y="0"/>
                      <a:pt x="281" y="0"/>
                    </a:cubicBezTo>
                    <a:cubicBezTo>
                      <a:pt x="344" y="0"/>
                      <a:pt x="392" y="28"/>
                      <a:pt x="418" y="77"/>
                    </a:cubicBezTo>
                    <a:cubicBezTo>
                      <a:pt x="460" y="27"/>
                      <a:pt x="511" y="0"/>
                      <a:pt x="577" y="0"/>
                    </a:cubicBezTo>
                    <a:cubicBezTo>
                      <a:pt x="679" y="0"/>
                      <a:pt x="741" y="62"/>
                      <a:pt x="741" y="178"/>
                    </a:cubicBezTo>
                    <a:cubicBezTo>
                      <a:pt x="741" y="494"/>
                      <a:pt x="741" y="494"/>
                      <a:pt x="741" y="494"/>
                    </a:cubicBezTo>
                    <a:cubicBezTo>
                      <a:pt x="603" y="494"/>
                      <a:pt x="603" y="494"/>
                      <a:pt x="603" y="494"/>
                    </a:cubicBezTo>
                    <a:cubicBezTo>
                      <a:pt x="603" y="224"/>
                      <a:pt x="603" y="224"/>
                      <a:pt x="603" y="224"/>
                    </a:cubicBezTo>
                    <a:cubicBezTo>
                      <a:pt x="603" y="159"/>
                      <a:pt x="574" y="125"/>
                      <a:pt x="523" y="125"/>
                    </a:cubicBezTo>
                    <a:cubicBezTo>
                      <a:pt x="471" y="125"/>
                      <a:pt x="439" y="159"/>
                      <a:pt x="439" y="224"/>
                    </a:cubicBezTo>
                    <a:cubicBezTo>
                      <a:pt x="439" y="494"/>
                      <a:pt x="439" y="494"/>
                      <a:pt x="439" y="494"/>
                    </a:cubicBezTo>
                    <a:cubicBezTo>
                      <a:pt x="302" y="494"/>
                      <a:pt x="302" y="494"/>
                      <a:pt x="302" y="494"/>
                    </a:cubicBezTo>
                    <a:cubicBezTo>
                      <a:pt x="302" y="224"/>
                      <a:pt x="302" y="224"/>
                      <a:pt x="302" y="224"/>
                    </a:cubicBezTo>
                    <a:cubicBezTo>
                      <a:pt x="302" y="159"/>
                      <a:pt x="273" y="125"/>
                      <a:pt x="221" y="125"/>
                    </a:cubicBezTo>
                    <a:cubicBezTo>
                      <a:pt x="170" y="125"/>
                      <a:pt x="138" y="159"/>
                      <a:pt x="138" y="224"/>
                    </a:cubicBezTo>
                    <a:cubicBezTo>
                      <a:pt x="138" y="494"/>
                      <a:pt x="138" y="494"/>
                      <a:pt x="138" y="494"/>
                    </a:cubicBezTo>
                    <a:cubicBezTo>
                      <a:pt x="0" y="494"/>
                      <a:pt x="0" y="494"/>
                      <a:pt x="0" y="494"/>
                    </a:cubicBezTo>
                    <a:lnTo>
                      <a:pt x="0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EF0C28DE-3EA0-613C-F6F5-A668E5A933D2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125971" y="567985"/>
                <a:ext cx="193713" cy="216764"/>
              </a:xfrm>
              <a:custGeom>
                <a:avLst/>
                <a:gdLst>
                  <a:gd name="T0" fmla="*/ 0 w 446"/>
                  <a:gd name="T1" fmla="*/ 351 h 499"/>
                  <a:gd name="T2" fmla="*/ 0 w 446"/>
                  <a:gd name="T3" fmla="*/ 349 h 499"/>
                  <a:gd name="T4" fmla="*/ 195 w 446"/>
                  <a:gd name="T5" fmla="*/ 194 h 499"/>
                  <a:gd name="T6" fmla="*/ 314 w 446"/>
                  <a:gd name="T7" fmla="*/ 214 h 499"/>
                  <a:gd name="T8" fmla="*/ 314 w 446"/>
                  <a:gd name="T9" fmla="*/ 206 h 499"/>
                  <a:gd name="T10" fmla="*/ 210 w 446"/>
                  <a:gd name="T11" fmla="*/ 117 h 499"/>
                  <a:gd name="T12" fmla="*/ 76 w 446"/>
                  <a:gd name="T13" fmla="*/ 144 h 499"/>
                  <a:gd name="T14" fmla="*/ 42 w 446"/>
                  <a:gd name="T15" fmla="*/ 39 h 499"/>
                  <a:gd name="T16" fmla="*/ 230 w 446"/>
                  <a:gd name="T17" fmla="*/ 0 h 499"/>
                  <a:gd name="T18" fmla="*/ 394 w 446"/>
                  <a:gd name="T19" fmla="*/ 54 h 499"/>
                  <a:gd name="T20" fmla="*/ 446 w 446"/>
                  <a:gd name="T21" fmla="*/ 209 h 499"/>
                  <a:gd name="T22" fmla="*/ 446 w 446"/>
                  <a:gd name="T23" fmla="*/ 490 h 499"/>
                  <a:gd name="T24" fmla="*/ 313 w 446"/>
                  <a:gd name="T25" fmla="*/ 490 h 499"/>
                  <a:gd name="T26" fmla="*/ 313 w 446"/>
                  <a:gd name="T27" fmla="*/ 438 h 499"/>
                  <a:gd name="T28" fmla="*/ 166 w 446"/>
                  <a:gd name="T29" fmla="*/ 499 h 499"/>
                  <a:gd name="T30" fmla="*/ 0 w 446"/>
                  <a:gd name="T31" fmla="*/ 351 h 499"/>
                  <a:gd name="T32" fmla="*/ 316 w 446"/>
                  <a:gd name="T33" fmla="*/ 319 h 499"/>
                  <a:gd name="T34" fmla="*/ 316 w 446"/>
                  <a:gd name="T35" fmla="*/ 295 h 499"/>
                  <a:gd name="T36" fmla="*/ 228 w 446"/>
                  <a:gd name="T37" fmla="*/ 277 h 499"/>
                  <a:gd name="T38" fmla="*/ 133 w 446"/>
                  <a:gd name="T39" fmla="*/ 344 h 499"/>
                  <a:gd name="T40" fmla="*/ 133 w 446"/>
                  <a:gd name="T41" fmla="*/ 346 h 499"/>
                  <a:gd name="T42" fmla="*/ 208 w 446"/>
                  <a:gd name="T43" fmla="*/ 404 h 499"/>
                  <a:gd name="T44" fmla="*/ 316 w 446"/>
                  <a:gd name="T45" fmla="*/ 319 h 4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46" h="499">
                    <a:moveTo>
                      <a:pt x="0" y="351"/>
                    </a:moveTo>
                    <a:cubicBezTo>
                      <a:pt x="0" y="349"/>
                      <a:pt x="0" y="349"/>
                      <a:pt x="0" y="349"/>
                    </a:cubicBezTo>
                    <a:cubicBezTo>
                      <a:pt x="0" y="243"/>
                      <a:pt x="80" y="194"/>
                      <a:pt x="195" y="194"/>
                    </a:cubicBezTo>
                    <a:cubicBezTo>
                      <a:pt x="244" y="194"/>
                      <a:pt x="280" y="202"/>
                      <a:pt x="314" y="214"/>
                    </a:cubicBezTo>
                    <a:cubicBezTo>
                      <a:pt x="314" y="206"/>
                      <a:pt x="314" y="206"/>
                      <a:pt x="314" y="206"/>
                    </a:cubicBezTo>
                    <a:cubicBezTo>
                      <a:pt x="314" y="149"/>
                      <a:pt x="279" y="117"/>
                      <a:pt x="210" y="117"/>
                    </a:cubicBezTo>
                    <a:cubicBezTo>
                      <a:pt x="157" y="117"/>
                      <a:pt x="120" y="127"/>
                      <a:pt x="76" y="144"/>
                    </a:cubicBezTo>
                    <a:cubicBezTo>
                      <a:pt x="42" y="39"/>
                      <a:pt x="42" y="39"/>
                      <a:pt x="42" y="39"/>
                    </a:cubicBezTo>
                    <a:cubicBezTo>
                      <a:pt x="95" y="15"/>
                      <a:pt x="147" y="0"/>
                      <a:pt x="230" y="0"/>
                    </a:cubicBezTo>
                    <a:cubicBezTo>
                      <a:pt x="305" y="0"/>
                      <a:pt x="359" y="20"/>
                      <a:pt x="394" y="54"/>
                    </a:cubicBezTo>
                    <a:cubicBezTo>
                      <a:pt x="430" y="90"/>
                      <a:pt x="446" y="144"/>
                      <a:pt x="446" y="209"/>
                    </a:cubicBezTo>
                    <a:cubicBezTo>
                      <a:pt x="446" y="490"/>
                      <a:pt x="446" y="490"/>
                      <a:pt x="446" y="490"/>
                    </a:cubicBezTo>
                    <a:cubicBezTo>
                      <a:pt x="313" y="490"/>
                      <a:pt x="313" y="490"/>
                      <a:pt x="313" y="490"/>
                    </a:cubicBezTo>
                    <a:cubicBezTo>
                      <a:pt x="313" y="438"/>
                      <a:pt x="313" y="438"/>
                      <a:pt x="313" y="438"/>
                    </a:cubicBezTo>
                    <a:cubicBezTo>
                      <a:pt x="280" y="475"/>
                      <a:pt x="233" y="499"/>
                      <a:pt x="166" y="499"/>
                    </a:cubicBezTo>
                    <a:cubicBezTo>
                      <a:pt x="75" y="499"/>
                      <a:pt x="0" y="447"/>
                      <a:pt x="0" y="351"/>
                    </a:cubicBezTo>
                    <a:close/>
                    <a:moveTo>
                      <a:pt x="316" y="319"/>
                    </a:moveTo>
                    <a:cubicBezTo>
                      <a:pt x="316" y="295"/>
                      <a:pt x="316" y="295"/>
                      <a:pt x="316" y="295"/>
                    </a:cubicBezTo>
                    <a:cubicBezTo>
                      <a:pt x="292" y="284"/>
                      <a:pt x="262" y="277"/>
                      <a:pt x="228" y="277"/>
                    </a:cubicBezTo>
                    <a:cubicBezTo>
                      <a:pt x="169" y="277"/>
                      <a:pt x="133" y="300"/>
                      <a:pt x="133" y="344"/>
                    </a:cubicBezTo>
                    <a:cubicBezTo>
                      <a:pt x="133" y="346"/>
                      <a:pt x="133" y="346"/>
                      <a:pt x="133" y="346"/>
                    </a:cubicBezTo>
                    <a:cubicBezTo>
                      <a:pt x="133" y="383"/>
                      <a:pt x="164" y="404"/>
                      <a:pt x="208" y="404"/>
                    </a:cubicBezTo>
                    <a:cubicBezTo>
                      <a:pt x="272" y="404"/>
                      <a:pt x="316" y="369"/>
                      <a:pt x="316" y="3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5" name="Freeform 8">
                <a:extLst>
                  <a:ext uri="{FF2B5EF4-FFF2-40B4-BE49-F238E27FC236}">
                    <a16:creationId xmlns:a16="http://schemas.microsoft.com/office/drawing/2014/main" id="{AA3A9144-5E21-1340-D82E-781E8E03088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336529" y="564438"/>
                <a:ext cx="127665" cy="216321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1 h 498"/>
                  <a:gd name="T6" fmla="*/ 293 w 293"/>
                  <a:gd name="T7" fmla="*/ 4 h 498"/>
                  <a:gd name="T8" fmla="*/ 293 w 293"/>
                  <a:gd name="T9" fmla="*/ 148 h 498"/>
                  <a:gd name="T10" fmla="*/ 285 w 293"/>
                  <a:gd name="T11" fmla="*/ 148 h 498"/>
                  <a:gd name="T12" fmla="*/ 138 w 293"/>
                  <a:gd name="T13" fmla="*/ 319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1"/>
                      <a:pt x="138" y="111"/>
                      <a:pt x="138" y="111"/>
                    </a:cubicBezTo>
                    <a:cubicBezTo>
                      <a:pt x="166" y="44"/>
                      <a:pt x="211" y="0"/>
                      <a:pt x="293" y="4"/>
                    </a:cubicBezTo>
                    <a:cubicBezTo>
                      <a:pt x="293" y="148"/>
                      <a:pt x="293" y="148"/>
                      <a:pt x="293" y="148"/>
                    </a:cubicBezTo>
                    <a:cubicBezTo>
                      <a:pt x="285" y="148"/>
                      <a:pt x="285" y="148"/>
                      <a:pt x="285" y="148"/>
                    </a:cubicBezTo>
                    <a:cubicBezTo>
                      <a:pt x="194" y="148"/>
                      <a:pt x="138" y="203"/>
                      <a:pt x="138" y="319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6" name="Freeform 9">
                <a:extLst>
                  <a:ext uri="{FF2B5EF4-FFF2-40B4-BE49-F238E27FC236}">
                    <a16:creationId xmlns:a16="http://schemas.microsoft.com/office/drawing/2014/main" id="{16E502AF-0487-43AF-00DB-14F962B92CFF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475719" y="516121"/>
                <a:ext cx="134757" cy="268184"/>
              </a:xfrm>
              <a:custGeom>
                <a:avLst/>
                <a:gdLst>
                  <a:gd name="T0" fmla="*/ 58 w 310"/>
                  <a:gd name="T1" fmla="*/ 472 h 617"/>
                  <a:gd name="T2" fmla="*/ 58 w 310"/>
                  <a:gd name="T3" fmla="*/ 242 h 617"/>
                  <a:gd name="T4" fmla="*/ 0 w 310"/>
                  <a:gd name="T5" fmla="*/ 242 h 617"/>
                  <a:gd name="T6" fmla="*/ 0 w 310"/>
                  <a:gd name="T7" fmla="*/ 124 h 617"/>
                  <a:gd name="T8" fmla="*/ 58 w 310"/>
                  <a:gd name="T9" fmla="*/ 124 h 617"/>
                  <a:gd name="T10" fmla="*/ 58 w 310"/>
                  <a:gd name="T11" fmla="*/ 0 h 617"/>
                  <a:gd name="T12" fmla="*/ 196 w 310"/>
                  <a:gd name="T13" fmla="*/ 0 h 617"/>
                  <a:gd name="T14" fmla="*/ 196 w 310"/>
                  <a:gd name="T15" fmla="*/ 124 h 617"/>
                  <a:gd name="T16" fmla="*/ 310 w 310"/>
                  <a:gd name="T17" fmla="*/ 124 h 617"/>
                  <a:gd name="T18" fmla="*/ 310 w 310"/>
                  <a:gd name="T19" fmla="*/ 242 h 617"/>
                  <a:gd name="T20" fmla="*/ 196 w 310"/>
                  <a:gd name="T21" fmla="*/ 242 h 617"/>
                  <a:gd name="T22" fmla="*/ 196 w 310"/>
                  <a:gd name="T23" fmla="*/ 449 h 617"/>
                  <a:gd name="T24" fmla="*/ 240 w 310"/>
                  <a:gd name="T25" fmla="*/ 496 h 617"/>
                  <a:gd name="T26" fmla="*/ 308 w 310"/>
                  <a:gd name="T27" fmla="*/ 479 h 617"/>
                  <a:gd name="T28" fmla="*/ 308 w 310"/>
                  <a:gd name="T29" fmla="*/ 589 h 617"/>
                  <a:gd name="T30" fmla="*/ 199 w 310"/>
                  <a:gd name="T31" fmla="*/ 617 h 617"/>
                  <a:gd name="T32" fmla="*/ 58 w 310"/>
                  <a:gd name="T33" fmla="*/ 472 h 6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10" h="617">
                    <a:moveTo>
                      <a:pt x="58" y="472"/>
                    </a:moveTo>
                    <a:cubicBezTo>
                      <a:pt x="58" y="242"/>
                      <a:pt x="58" y="242"/>
                      <a:pt x="58" y="242"/>
                    </a:cubicBezTo>
                    <a:cubicBezTo>
                      <a:pt x="0" y="242"/>
                      <a:pt x="0" y="242"/>
                      <a:pt x="0" y="242"/>
                    </a:cubicBezTo>
                    <a:cubicBezTo>
                      <a:pt x="0" y="124"/>
                      <a:pt x="0" y="124"/>
                      <a:pt x="0" y="124"/>
                    </a:cubicBezTo>
                    <a:cubicBezTo>
                      <a:pt x="58" y="124"/>
                      <a:pt x="58" y="124"/>
                      <a:pt x="58" y="124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196" y="0"/>
                      <a:pt x="196" y="0"/>
                      <a:pt x="196" y="0"/>
                    </a:cubicBezTo>
                    <a:cubicBezTo>
                      <a:pt x="196" y="124"/>
                      <a:pt x="196" y="124"/>
                      <a:pt x="196" y="124"/>
                    </a:cubicBezTo>
                    <a:cubicBezTo>
                      <a:pt x="310" y="124"/>
                      <a:pt x="310" y="124"/>
                      <a:pt x="310" y="124"/>
                    </a:cubicBezTo>
                    <a:cubicBezTo>
                      <a:pt x="310" y="242"/>
                      <a:pt x="310" y="242"/>
                      <a:pt x="310" y="242"/>
                    </a:cubicBezTo>
                    <a:cubicBezTo>
                      <a:pt x="196" y="242"/>
                      <a:pt x="196" y="242"/>
                      <a:pt x="196" y="242"/>
                    </a:cubicBezTo>
                    <a:cubicBezTo>
                      <a:pt x="196" y="449"/>
                      <a:pt x="196" y="449"/>
                      <a:pt x="196" y="449"/>
                    </a:cubicBezTo>
                    <a:cubicBezTo>
                      <a:pt x="196" y="481"/>
                      <a:pt x="209" y="496"/>
                      <a:pt x="240" y="496"/>
                    </a:cubicBezTo>
                    <a:cubicBezTo>
                      <a:pt x="265" y="496"/>
                      <a:pt x="288" y="490"/>
                      <a:pt x="308" y="479"/>
                    </a:cubicBezTo>
                    <a:cubicBezTo>
                      <a:pt x="308" y="589"/>
                      <a:pt x="308" y="589"/>
                      <a:pt x="308" y="589"/>
                    </a:cubicBezTo>
                    <a:cubicBezTo>
                      <a:pt x="279" y="607"/>
                      <a:pt x="245" y="617"/>
                      <a:pt x="199" y="617"/>
                    </a:cubicBezTo>
                    <a:cubicBezTo>
                      <a:pt x="115" y="617"/>
                      <a:pt x="58" y="584"/>
                      <a:pt x="58" y="4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Freeform 10">
                <a:extLst>
                  <a:ext uri="{FF2B5EF4-FFF2-40B4-BE49-F238E27FC236}">
                    <a16:creationId xmlns:a16="http://schemas.microsoft.com/office/drawing/2014/main" id="{0DE8FD0D-C28A-B61F-DFEE-6F90FAD7BFAA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618455" y="566212"/>
                <a:ext cx="207012" cy="219424"/>
              </a:xfrm>
              <a:custGeom>
                <a:avLst/>
                <a:gdLst>
                  <a:gd name="T0" fmla="*/ 0 w 476"/>
                  <a:gd name="T1" fmla="*/ 254 h 505"/>
                  <a:gd name="T2" fmla="*/ 0 w 476"/>
                  <a:gd name="T3" fmla="*/ 253 h 505"/>
                  <a:gd name="T4" fmla="*/ 240 w 476"/>
                  <a:gd name="T5" fmla="*/ 0 h 505"/>
                  <a:gd name="T6" fmla="*/ 476 w 476"/>
                  <a:gd name="T7" fmla="*/ 263 h 505"/>
                  <a:gd name="T8" fmla="*/ 475 w 476"/>
                  <a:gd name="T9" fmla="*/ 300 h 505"/>
                  <a:gd name="T10" fmla="*/ 137 w 476"/>
                  <a:gd name="T11" fmla="*/ 300 h 505"/>
                  <a:gd name="T12" fmla="*/ 256 w 476"/>
                  <a:gd name="T13" fmla="*/ 395 h 505"/>
                  <a:gd name="T14" fmla="*/ 373 w 476"/>
                  <a:gd name="T15" fmla="*/ 345 h 505"/>
                  <a:gd name="T16" fmla="*/ 452 w 476"/>
                  <a:gd name="T17" fmla="*/ 415 h 505"/>
                  <a:gd name="T18" fmla="*/ 254 w 476"/>
                  <a:gd name="T19" fmla="*/ 505 h 505"/>
                  <a:gd name="T20" fmla="*/ 0 w 476"/>
                  <a:gd name="T21" fmla="*/ 254 h 505"/>
                  <a:gd name="T22" fmla="*/ 342 w 476"/>
                  <a:gd name="T23" fmla="*/ 214 h 505"/>
                  <a:gd name="T24" fmla="*/ 240 w 476"/>
                  <a:gd name="T25" fmla="*/ 111 h 505"/>
                  <a:gd name="T26" fmla="*/ 135 w 476"/>
                  <a:gd name="T27" fmla="*/ 214 h 505"/>
                  <a:gd name="T28" fmla="*/ 342 w 476"/>
                  <a:gd name="T29" fmla="*/ 21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76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99" y="0"/>
                      <a:pt x="240" y="0"/>
                    </a:cubicBezTo>
                    <a:cubicBezTo>
                      <a:pt x="402" y="0"/>
                      <a:pt x="476" y="126"/>
                      <a:pt x="476" y="263"/>
                    </a:cubicBezTo>
                    <a:cubicBezTo>
                      <a:pt x="476" y="274"/>
                      <a:pt x="476" y="287"/>
                      <a:pt x="475" y="300"/>
                    </a:cubicBezTo>
                    <a:cubicBezTo>
                      <a:pt x="137" y="300"/>
                      <a:pt x="137" y="300"/>
                      <a:pt x="137" y="300"/>
                    </a:cubicBezTo>
                    <a:cubicBezTo>
                      <a:pt x="151" y="362"/>
                      <a:pt x="194" y="395"/>
                      <a:pt x="256" y="395"/>
                    </a:cubicBezTo>
                    <a:cubicBezTo>
                      <a:pt x="302" y="395"/>
                      <a:pt x="335" y="380"/>
                      <a:pt x="373" y="345"/>
                    </a:cubicBezTo>
                    <a:cubicBezTo>
                      <a:pt x="452" y="415"/>
                      <a:pt x="452" y="415"/>
                      <a:pt x="452" y="415"/>
                    </a:cubicBezTo>
                    <a:cubicBezTo>
                      <a:pt x="407" y="471"/>
                      <a:pt x="342" y="505"/>
                      <a:pt x="254" y="505"/>
                    </a:cubicBezTo>
                    <a:cubicBezTo>
                      <a:pt x="108" y="505"/>
                      <a:pt x="0" y="403"/>
                      <a:pt x="0" y="254"/>
                    </a:cubicBezTo>
                    <a:close/>
                    <a:moveTo>
                      <a:pt x="342" y="214"/>
                    </a:moveTo>
                    <a:cubicBezTo>
                      <a:pt x="334" y="152"/>
                      <a:pt x="298" y="111"/>
                      <a:pt x="240" y="111"/>
                    </a:cubicBezTo>
                    <a:cubicBezTo>
                      <a:pt x="183" y="111"/>
                      <a:pt x="146" y="151"/>
                      <a:pt x="135" y="214"/>
                    </a:cubicBezTo>
                    <a:lnTo>
                      <a:pt x="342" y="2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8" name="Freeform 11">
                <a:extLst>
                  <a:ext uri="{FF2B5EF4-FFF2-40B4-BE49-F238E27FC236}">
                    <a16:creationId xmlns:a16="http://schemas.microsoft.com/office/drawing/2014/main" id="{F351CFF9-9DD1-E9B5-EE76-334AE5F0349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837879" y="564438"/>
                <a:ext cx="127221" cy="216321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1 h 498"/>
                  <a:gd name="T6" fmla="*/ 293 w 293"/>
                  <a:gd name="T7" fmla="*/ 4 h 498"/>
                  <a:gd name="T8" fmla="*/ 293 w 293"/>
                  <a:gd name="T9" fmla="*/ 148 h 498"/>
                  <a:gd name="T10" fmla="*/ 285 w 293"/>
                  <a:gd name="T11" fmla="*/ 148 h 498"/>
                  <a:gd name="T12" fmla="*/ 138 w 293"/>
                  <a:gd name="T13" fmla="*/ 319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1"/>
                      <a:pt x="138" y="111"/>
                      <a:pt x="138" y="111"/>
                    </a:cubicBezTo>
                    <a:cubicBezTo>
                      <a:pt x="166" y="44"/>
                      <a:pt x="211" y="0"/>
                      <a:pt x="293" y="4"/>
                    </a:cubicBezTo>
                    <a:cubicBezTo>
                      <a:pt x="293" y="148"/>
                      <a:pt x="293" y="148"/>
                      <a:pt x="293" y="148"/>
                    </a:cubicBezTo>
                    <a:cubicBezTo>
                      <a:pt x="285" y="148"/>
                      <a:pt x="285" y="148"/>
                      <a:pt x="285" y="148"/>
                    </a:cubicBezTo>
                    <a:cubicBezTo>
                      <a:pt x="194" y="148"/>
                      <a:pt x="138" y="203"/>
                      <a:pt x="138" y="319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9" name="Freeform 12">
                <a:extLst>
                  <a:ext uri="{FF2B5EF4-FFF2-40B4-BE49-F238E27FC236}">
                    <a16:creationId xmlns:a16="http://schemas.microsoft.com/office/drawing/2014/main" id="{5CBDFCA1-F27C-774F-EB38-070587A34AB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4988072" y="888476"/>
                <a:ext cx="134757" cy="268628"/>
              </a:xfrm>
              <a:custGeom>
                <a:avLst/>
                <a:gdLst>
                  <a:gd name="T0" fmla="*/ 58 w 310"/>
                  <a:gd name="T1" fmla="*/ 472 h 618"/>
                  <a:gd name="T2" fmla="*/ 58 w 310"/>
                  <a:gd name="T3" fmla="*/ 242 h 618"/>
                  <a:gd name="T4" fmla="*/ 0 w 310"/>
                  <a:gd name="T5" fmla="*/ 242 h 618"/>
                  <a:gd name="T6" fmla="*/ 0 w 310"/>
                  <a:gd name="T7" fmla="*/ 124 h 618"/>
                  <a:gd name="T8" fmla="*/ 58 w 310"/>
                  <a:gd name="T9" fmla="*/ 124 h 618"/>
                  <a:gd name="T10" fmla="*/ 58 w 310"/>
                  <a:gd name="T11" fmla="*/ 0 h 618"/>
                  <a:gd name="T12" fmla="*/ 195 w 310"/>
                  <a:gd name="T13" fmla="*/ 0 h 618"/>
                  <a:gd name="T14" fmla="*/ 195 w 310"/>
                  <a:gd name="T15" fmla="*/ 124 h 618"/>
                  <a:gd name="T16" fmla="*/ 310 w 310"/>
                  <a:gd name="T17" fmla="*/ 124 h 618"/>
                  <a:gd name="T18" fmla="*/ 310 w 310"/>
                  <a:gd name="T19" fmla="*/ 242 h 618"/>
                  <a:gd name="T20" fmla="*/ 195 w 310"/>
                  <a:gd name="T21" fmla="*/ 242 h 618"/>
                  <a:gd name="T22" fmla="*/ 195 w 310"/>
                  <a:gd name="T23" fmla="*/ 449 h 618"/>
                  <a:gd name="T24" fmla="*/ 240 w 310"/>
                  <a:gd name="T25" fmla="*/ 496 h 618"/>
                  <a:gd name="T26" fmla="*/ 308 w 310"/>
                  <a:gd name="T27" fmla="*/ 479 h 618"/>
                  <a:gd name="T28" fmla="*/ 308 w 310"/>
                  <a:gd name="T29" fmla="*/ 590 h 618"/>
                  <a:gd name="T30" fmla="*/ 199 w 310"/>
                  <a:gd name="T31" fmla="*/ 618 h 618"/>
                  <a:gd name="T32" fmla="*/ 58 w 310"/>
                  <a:gd name="T33" fmla="*/ 472 h 6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10" h="618">
                    <a:moveTo>
                      <a:pt x="58" y="472"/>
                    </a:moveTo>
                    <a:cubicBezTo>
                      <a:pt x="58" y="242"/>
                      <a:pt x="58" y="242"/>
                      <a:pt x="58" y="242"/>
                    </a:cubicBezTo>
                    <a:cubicBezTo>
                      <a:pt x="0" y="242"/>
                      <a:pt x="0" y="242"/>
                      <a:pt x="0" y="242"/>
                    </a:cubicBezTo>
                    <a:cubicBezTo>
                      <a:pt x="0" y="124"/>
                      <a:pt x="0" y="124"/>
                      <a:pt x="0" y="124"/>
                    </a:cubicBezTo>
                    <a:cubicBezTo>
                      <a:pt x="58" y="124"/>
                      <a:pt x="58" y="124"/>
                      <a:pt x="58" y="124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195" y="0"/>
                      <a:pt x="195" y="0"/>
                      <a:pt x="195" y="0"/>
                    </a:cubicBezTo>
                    <a:cubicBezTo>
                      <a:pt x="195" y="124"/>
                      <a:pt x="195" y="124"/>
                      <a:pt x="195" y="124"/>
                    </a:cubicBezTo>
                    <a:cubicBezTo>
                      <a:pt x="310" y="124"/>
                      <a:pt x="310" y="124"/>
                      <a:pt x="310" y="124"/>
                    </a:cubicBezTo>
                    <a:cubicBezTo>
                      <a:pt x="310" y="242"/>
                      <a:pt x="310" y="242"/>
                      <a:pt x="310" y="242"/>
                    </a:cubicBezTo>
                    <a:cubicBezTo>
                      <a:pt x="195" y="242"/>
                      <a:pt x="195" y="242"/>
                      <a:pt x="195" y="242"/>
                    </a:cubicBezTo>
                    <a:cubicBezTo>
                      <a:pt x="195" y="449"/>
                      <a:pt x="195" y="449"/>
                      <a:pt x="195" y="449"/>
                    </a:cubicBezTo>
                    <a:cubicBezTo>
                      <a:pt x="195" y="481"/>
                      <a:pt x="209" y="496"/>
                      <a:pt x="240" y="496"/>
                    </a:cubicBezTo>
                    <a:cubicBezTo>
                      <a:pt x="265" y="496"/>
                      <a:pt x="288" y="490"/>
                      <a:pt x="308" y="479"/>
                    </a:cubicBezTo>
                    <a:cubicBezTo>
                      <a:pt x="308" y="590"/>
                      <a:pt x="308" y="590"/>
                      <a:pt x="308" y="590"/>
                    </a:cubicBezTo>
                    <a:cubicBezTo>
                      <a:pt x="279" y="607"/>
                      <a:pt x="245" y="618"/>
                      <a:pt x="199" y="618"/>
                    </a:cubicBezTo>
                    <a:cubicBezTo>
                      <a:pt x="115" y="618"/>
                      <a:pt x="58" y="584"/>
                      <a:pt x="58" y="4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Freeform 13">
                <a:extLst>
                  <a:ext uri="{FF2B5EF4-FFF2-40B4-BE49-F238E27FC236}">
                    <a16:creationId xmlns:a16="http://schemas.microsoft.com/office/drawing/2014/main" id="{32C7C41D-9C2F-F9CB-F801-1289ECF5E586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5131251" y="938123"/>
                <a:ext cx="207455" cy="219867"/>
              </a:xfrm>
              <a:custGeom>
                <a:avLst/>
                <a:gdLst>
                  <a:gd name="T0" fmla="*/ 0 w 477"/>
                  <a:gd name="T1" fmla="*/ 254 h 505"/>
                  <a:gd name="T2" fmla="*/ 0 w 477"/>
                  <a:gd name="T3" fmla="*/ 253 h 505"/>
                  <a:gd name="T4" fmla="*/ 240 w 477"/>
                  <a:gd name="T5" fmla="*/ 0 h 505"/>
                  <a:gd name="T6" fmla="*/ 477 w 477"/>
                  <a:gd name="T7" fmla="*/ 263 h 505"/>
                  <a:gd name="T8" fmla="*/ 475 w 477"/>
                  <a:gd name="T9" fmla="*/ 300 h 505"/>
                  <a:gd name="T10" fmla="*/ 137 w 477"/>
                  <a:gd name="T11" fmla="*/ 300 h 505"/>
                  <a:gd name="T12" fmla="*/ 256 w 477"/>
                  <a:gd name="T13" fmla="*/ 395 h 505"/>
                  <a:gd name="T14" fmla="*/ 373 w 477"/>
                  <a:gd name="T15" fmla="*/ 345 h 505"/>
                  <a:gd name="T16" fmla="*/ 452 w 477"/>
                  <a:gd name="T17" fmla="*/ 415 h 505"/>
                  <a:gd name="T18" fmla="*/ 254 w 477"/>
                  <a:gd name="T19" fmla="*/ 505 h 505"/>
                  <a:gd name="T20" fmla="*/ 0 w 477"/>
                  <a:gd name="T21" fmla="*/ 254 h 505"/>
                  <a:gd name="T22" fmla="*/ 343 w 477"/>
                  <a:gd name="T23" fmla="*/ 214 h 505"/>
                  <a:gd name="T24" fmla="*/ 240 w 477"/>
                  <a:gd name="T25" fmla="*/ 111 h 505"/>
                  <a:gd name="T26" fmla="*/ 135 w 477"/>
                  <a:gd name="T27" fmla="*/ 214 h 505"/>
                  <a:gd name="T28" fmla="*/ 343 w 477"/>
                  <a:gd name="T29" fmla="*/ 21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77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99" y="0"/>
                      <a:pt x="240" y="0"/>
                    </a:cubicBezTo>
                    <a:cubicBezTo>
                      <a:pt x="402" y="0"/>
                      <a:pt x="477" y="126"/>
                      <a:pt x="477" y="263"/>
                    </a:cubicBezTo>
                    <a:cubicBezTo>
                      <a:pt x="477" y="274"/>
                      <a:pt x="476" y="287"/>
                      <a:pt x="475" y="300"/>
                    </a:cubicBezTo>
                    <a:cubicBezTo>
                      <a:pt x="137" y="300"/>
                      <a:pt x="137" y="300"/>
                      <a:pt x="137" y="300"/>
                    </a:cubicBezTo>
                    <a:cubicBezTo>
                      <a:pt x="151" y="362"/>
                      <a:pt x="194" y="395"/>
                      <a:pt x="256" y="395"/>
                    </a:cubicBezTo>
                    <a:cubicBezTo>
                      <a:pt x="302" y="395"/>
                      <a:pt x="335" y="380"/>
                      <a:pt x="373" y="345"/>
                    </a:cubicBezTo>
                    <a:cubicBezTo>
                      <a:pt x="452" y="415"/>
                      <a:pt x="452" y="415"/>
                      <a:pt x="452" y="415"/>
                    </a:cubicBezTo>
                    <a:cubicBezTo>
                      <a:pt x="407" y="471"/>
                      <a:pt x="342" y="505"/>
                      <a:pt x="254" y="505"/>
                    </a:cubicBezTo>
                    <a:cubicBezTo>
                      <a:pt x="108" y="505"/>
                      <a:pt x="0" y="403"/>
                      <a:pt x="0" y="254"/>
                    </a:cubicBezTo>
                    <a:close/>
                    <a:moveTo>
                      <a:pt x="343" y="214"/>
                    </a:moveTo>
                    <a:cubicBezTo>
                      <a:pt x="334" y="152"/>
                      <a:pt x="298" y="111"/>
                      <a:pt x="240" y="111"/>
                    </a:cubicBezTo>
                    <a:cubicBezTo>
                      <a:pt x="183" y="111"/>
                      <a:pt x="146" y="151"/>
                      <a:pt x="135" y="214"/>
                    </a:cubicBezTo>
                    <a:lnTo>
                      <a:pt x="343" y="2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1" name="Freeform 14">
                <a:extLst>
                  <a:ext uri="{FF2B5EF4-FFF2-40B4-BE49-F238E27FC236}">
                    <a16:creationId xmlns:a16="http://schemas.microsoft.com/office/drawing/2014/main" id="{D3D8F53A-7C54-73FF-7202-68AF9530CEF8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348015" y="938123"/>
                <a:ext cx="195486" cy="219867"/>
              </a:xfrm>
              <a:custGeom>
                <a:avLst/>
                <a:gdLst>
                  <a:gd name="T0" fmla="*/ 0 w 450"/>
                  <a:gd name="T1" fmla="*/ 254 h 505"/>
                  <a:gd name="T2" fmla="*/ 0 w 450"/>
                  <a:gd name="T3" fmla="*/ 253 h 505"/>
                  <a:gd name="T4" fmla="*/ 254 w 450"/>
                  <a:gd name="T5" fmla="*/ 0 h 505"/>
                  <a:gd name="T6" fmla="*/ 448 w 450"/>
                  <a:gd name="T7" fmla="*/ 82 h 505"/>
                  <a:gd name="T8" fmla="*/ 363 w 450"/>
                  <a:gd name="T9" fmla="*/ 172 h 505"/>
                  <a:gd name="T10" fmla="*/ 253 w 450"/>
                  <a:gd name="T11" fmla="*/ 119 h 505"/>
                  <a:gd name="T12" fmla="*/ 135 w 450"/>
                  <a:gd name="T13" fmla="*/ 251 h 505"/>
                  <a:gd name="T14" fmla="*/ 135 w 450"/>
                  <a:gd name="T15" fmla="*/ 253 h 505"/>
                  <a:gd name="T16" fmla="*/ 258 w 450"/>
                  <a:gd name="T17" fmla="*/ 387 h 505"/>
                  <a:gd name="T18" fmla="*/ 370 w 450"/>
                  <a:gd name="T19" fmla="*/ 335 h 505"/>
                  <a:gd name="T20" fmla="*/ 450 w 450"/>
                  <a:gd name="T21" fmla="*/ 416 h 505"/>
                  <a:gd name="T22" fmla="*/ 252 w 450"/>
                  <a:gd name="T23" fmla="*/ 505 h 505"/>
                  <a:gd name="T24" fmla="*/ 0 w 450"/>
                  <a:gd name="T25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0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106" y="0"/>
                      <a:pt x="254" y="0"/>
                    </a:cubicBezTo>
                    <a:cubicBezTo>
                      <a:pt x="345" y="0"/>
                      <a:pt x="402" y="31"/>
                      <a:pt x="448" y="82"/>
                    </a:cubicBezTo>
                    <a:cubicBezTo>
                      <a:pt x="363" y="172"/>
                      <a:pt x="363" y="172"/>
                      <a:pt x="363" y="172"/>
                    </a:cubicBezTo>
                    <a:cubicBezTo>
                      <a:pt x="333" y="139"/>
                      <a:pt x="302" y="119"/>
                      <a:pt x="253" y="119"/>
                    </a:cubicBezTo>
                    <a:cubicBezTo>
                      <a:pt x="184" y="119"/>
                      <a:pt x="135" y="179"/>
                      <a:pt x="135" y="251"/>
                    </a:cubicBezTo>
                    <a:cubicBezTo>
                      <a:pt x="135" y="253"/>
                      <a:pt x="135" y="253"/>
                      <a:pt x="135" y="253"/>
                    </a:cubicBezTo>
                    <a:cubicBezTo>
                      <a:pt x="135" y="327"/>
                      <a:pt x="183" y="387"/>
                      <a:pt x="258" y="387"/>
                    </a:cubicBezTo>
                    <a:cubicBezTo>
                      <a:pt x="305" y="387"/>
                      <a:pt x="336" y="367"/>
                      <a:pt x="370" y="335"/>
                    </a:cubicBezTo>
                    <a:cubicBezTo>
                      <a:pt x="450" y="416"/>
                      <a:pt x="450" y="416"/>
                      <a:pt x="450" y="416"/>
                    </a:cubicBezTo>
                    <a:cubicBezTo>
                      <a:pt x="403" y="468"/>
                      <a:pt x="349" y="505"/>
                      <a:pt x="252" y="505"/>
                    </a:cubicBezTo>
                    <a:cubicBezTo>
                      <a:pt x="106" y="505"/>
                      <a:pt x="0" y="393"/>
                      <a:pt x="0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Freeform 15">
                <a:extLst>
                  <a:ext uri="{FF2B5EF4-FFF2-40B4-BE49-F238E27FC236}">
                    <a16:creationId xmlns:a16="http://schemas.microsoft.com/office/drawing/2014/main" id="{BD2B90D5-630B-CFC6-CE5B-4A3E77847404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553254" y="866312"/>
                <a:ext cx="193270" cy="286802"/>
              </a:xfrm>
              <a:custGeom>
                <a:avLst/>
                <a:gdLst>
                  <a:gd name="T0" fmla="*/ 0 w 445"/>
                  <a:gd name="T1" fmla="*/ 0 h 660"/>
                  <a:gd name="T2" fmla="*/ 138 w 445"/>
                  <a:gd name="T3" fmla="*/ 0 h 660"/>
                  <a:gd name="T4" fmla="*/ 138 w 445"/>
                  <a:gd name="T5" fmla="*/ 244 h 660"/>
                  <a:gd name="T6" fmla="*/ 280 w 445"/>
                  <a:gd name="T7" fmla="*/ 166 h 660"/>
                  <a:gd name="T8" fmla="*/ 445 w 445"/>
                  <a:gd name="T9" fmla="*/ 346 h 660"/>
                  <a:gd name="T10" fmla="*/ 445 w 445"/>
                  <a:gd name="T11" fmla="*/ 660 h 660"/>
                  <a:gd name="T12" fmla="*/ 307 w 445"/>
                  <a:gd name="T13" fmla="*/ 660 h 660"/>
                  <a:gd name="T14" fmla="*/ 307 w 445"/>
                  <a:gd name="T15" fmla="*/ 390 h 660"/>
                  <a:gd name="T16" fmla="*/ 224 w 445"/>
                  <a:gd name="T17" fmla="*/ 291 h 660"/>
                  <a:gd name="T18" fmla="*/ 138 w 445"/>
                  <a:gd name="T19" fmla="*/ 390 h 660"/>
                  <a:gd name="T20" fmla="*/ 138 w 445"/>
                  <a:gd name="T21" fmla="*/ 660 h 660"/>
                  <a:gd name="T22" fmla="*/ 0 w 445"/>
                  <a:gd name="T23" fmla="*/ 660 h 660"/>
                  <a:gd name="T24" fmla="*/ 0 w 445"/>
                  <a:gd name="T25" fmla="*/ 0 h 6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45" h="660">
                    <a:moveTo>
                      <a:pt x="0" y="0"/>
                    </a:move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244"/>
                      <a:pt x="138" y="244"/>
                      <a:pt x="138" y="244"/>
                    </a:cubicBezTo>
                    <a:cubicBezTo>
                      <a:pt x="169" y="203"/>
                      <a:pt x="210" y="166"/>
                      <a:pt x="280" y="166"/>
                    </a:cubicBezTo>
                    <a:cubicBezTo>
                      <a:pt x="384" y="166"/>
                      <a:pt x="445" y="235"/>
                      <a:pt x="445" y="346"/>
                    </a:cubicBezTo>
                    <a:cubicBezTo>
                      <a:pt x="445" y="660"/>
                      <a:pt x="445" y="660"/>
                      <a:pt x="445" y="660"/>
                    </a:cubicBezTo>
                    <a:cubicBezTo>
                      <a:pt x="307" y="660"/>
                      <a:pt x="307" y="660"/>
                      <a:pt x="307" y="660"/>
                    </a:cubicBezTo>
                    <a:cubicBezTo>
                      <a:pt x="307" y="390"/>
                      <a:pt x="307" y="390"/>
                      <a:pt x="307" y="390"/>
                    </a:cubicBezTo>
                    <a:cubicBezTo>
                      <a:pt x="307" y="324"/>
                      <a:pt x="276" y="291"/>
                      <a:pt x="224" y="291"/>
                    </a:cubicBezTo>
                    <a:cubicBezTo>
                      <a:pt x="171" y="291"/>
                      <a:pt x="138" y="324"/>
                      <a:pt x="138" y="390"/>
                    </a:cubicBezTo>
                    <a:cubicBezTo>
                      <a:pt x="138" y="660"/>
                      <a:pt x="138" y="660"/>
                      <a:pt x="138" y="660"/>
                    </a:cubicBezTo>
                    <a:cubicBezTo>
                      <a:pt x="0" y="660"/>
                      <a:pt x="0" y="660"/>
                      <a:pt x="0" y="66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Freeform 16">
                <a:extLst>
                  <a:ext uri="{FF2B5EF4-FFF2-40B4-BE49-F238E27FC236}">
                    <a16:creationId xmlns:a16="http://schemas.microsoft.com/office/drawing/2014/main" id="{44BDC175-2104-E7E3-2519-DA2F92A4A93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762039" y="938123"/>
                <a:ext cx="192827" cy="214991"/>
              </a:xfrm>
              <a:custGeom>
                <a:avLst/>
                <a:gdLst>
                  <a:gd name="T0" fmla="*/ 0 w 444"/>
                  <a:gd name="T1" fmla="*/ 9 h 494"/>
                  <a:gd name="T2" fmla="*/ 137 w 444"/>
                  <a:gd name="T3" fmla="*/ 9 h 494"/>
                  <a:gd name="T4" fmla="*/ 137 w 444"/>
                  <a:gd name="T5" fmla="*/ 78 h 494"/>
                  <a:gd name="T6" fmla="*/ 279 w 444"/>
                  <a:gd name="T7" fmla="*/ 0 h 494"/>
                  <a:gd name="T8" fmla="*/ 444 w 444"/>
                  <a:gd name="T9" fmla="*/ 180 h 494"/>
                  <a:gd name="T10" fmla="*/ 444 w 444"/>
                  <a:gd name="T11" fmla="*/ 494 h 494"/>
                  <a:gd name="T12" fmla="*/ 306 w 444"/>
                  <a:gd name="T13" fmla="*/ 494 h 494"/>
                  <a:gd name="T14" fmla="*/ 306 w 444"/>
                  <a:gd name="T15" fmla="*/ 224 h 494"/>
                  <a:gd name="T16" fmla="*/ 223 w 444"/>
                  <a:gd name="T17" fmla="*/ 125 h 494"/>
                  <a:gd name="T18" fmla="*/ 137 w 444"/>
                  <a:gd name="T19" fmla="*/ 224 h 494"/>
                  <a:gd name="T20" fmla="*/ 137 w 444"/>
                  <a:gd name="T21" fmla="*/ 494 h 494"/>
                  <a:gd name="T22" fmla="*/ 0 w 444"/>
                  <a:gd name="T23" fmla="*/ 494 h 494"/>
                  <a:gd name="T24" fmla="*/ 0 w 444"/>
                  <a:gd name="T25" fmla="*/ 9 h 4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44" h="494">
                    <a:moveTo>
                      <a:pt x="0" y="9"/>
                    </a:moveTo>
                    <a:cubicBezTo>
                      <a:pt x="137" y="9"/>
                      <a:pt x="137" y="9"/>
                      <a:pt x="137" y="9"/>
                    </a:cubicBezTo>
                    <a:cubicBezTo>
                      <a:pt x="137" y="78"/>
                      <a:pt x="137" y="78"/>
                      <a:pt x="137" y="78"/>
                    </a:cubicBezTo>
                    <a:cubicBezTo>
                      <a:pt x="169" y="37"/>
                      <a:pt x="210" y="0"/>
                      <a:pt x="279" y="0"/>
                    </a:cubicBezTo>
                    <a:cubicBezTo>
                      <a:pt x="383" y="0"/>
                      <a:pt x="444" y="69"/>
                      <a:pt x="444" y="180"/>
                    </a:cubicBezTo>
                    <a:cubicBezTo>
                      <a:pt x="444" y="494"/>
                      <a:pt x="444" y="494"/>
                      <a:pt x="444" y="494"/>
                    </a:cubicBezTo>
                    <a:cubicBezTo>
                      <a:pt x="306" y="494"/>
                      <a:pt x="306" y="494"/>
                      <a:pt x="306" y="494"/>
                    </a:cubicBezTo>
                    <a:cubicBezTo>
                      <a:pt x="306" y="224"/>
                      <a:pt x="306" y="224"/>
                      <a:pt x="306" y="224"/>
                    </a:cubicBezTo>
                    <a:cubicBezTo>
                      <a:pt x="306" y="158"/>
                      <a:pt x="276" y="125"/>
                      <a:pt x="223" y="125"/>
                    </a:cubicBezTo>
                    <a:cubicBezTo>
                      <a:pt x="171" y="125"/>
                      <a:pt x="137" y="158"/>
                      <a:pt x="137" y="224"/>
                    </a:cubicBezTo>
                    <a:cubicBezTo>
                      <a:pt x="137" y="494"/>
                      <a:pt x="137" y="494"/>
                      <a:pt x="137" y="494"/>
                    </a:cubicBezTo>
                    <a:cubicBezTo>
                      <a:pt x="0" y="494"/>
                      <a:pt x="0" y="494"/>
                      <a:pt x="0" y="494"/>
                    </a:cubicBezTo>
                    <a:lnTo>
                      <a:pt x="0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4" name="Freeform 17">
                <a:extLst>
                  <a:ext uri="{FF2B5EF4-FFF2-40B4-BE49-F238E27FC236}">
                    <a16:creationId xmlns:a16="http://schemas.microsoft.com/office/drawing/2014/main" id="{E76CB955-2FC2-83C2-AC09-AD01BCCF18B2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5967277" y="938123"/>
                <a:ext cx="228289" cy="219867"/>
              </a:xfrm>
              <a:custGeom>
                <a:avLst/>
                <a:gdLst>
                  <a:gd name="T0" fmla="*/ 0 w 525"/>
                  <a:gd name="T1" fmla="*/ 254 h 505"/>
                  <a:gd name="T2" fmla="*/ 0 w 525"/>
                  <a:gd name="T3" fmla="*/ 253 h 505"/>
                  <a:gd name="T4" fmla="*/ 263 w 525"/>
                  <a:gd name="T5" fmla="*/ 0 h 505"/>
                  <a:gd name="T6" fmla="*/ 525 w 525"/>
                  <a:gd name="T7" fmla="*/ 251 h 505"/>
                  <a:gd name="T8" fmla="*/ 525 w 525"/>
                  <a:gd name="T9" fmla="*/ 253 h 505"/>
                  <a:gd name="T10" fmla="*/ 262 w 525"/>
                  <a:gd name="T11" fmla="*/ 505 h 505"/>
                  <a:gd name="T12" fmla="*/ 0 w 525"/>
                  <a:gd name="T13" fmla="*/ 254 h 505"/>
                  <a:gd name="T14" fmla="*/ 389 w 525"/>
                  <a:gd name="T15" fmla="*/ 254 h 505"/>
                  <a:gd name="T16" fmla="*/ 389 w 525"/>
                  <a:gd name="T17" fmla="*/ 253 h 505"/>
                  <a:gd name="T18" fmla="*/ 262 w 525"/>
                  <a:gd name="T19" fmla="*/ 119 h 505"/>
                  <a:gd name="T20" fmla="*/ 136 w 525"/>
                  <a:gd name="T21" fmla="*/ 251 h 505"/>
                  <a:gd name="T22" fmla="*/ 136 w 525"/>
                  <a:gd name="T23" fmla="*/ 253 h 505"/>
                  <a:gd name="T24" fmla="*/ 263 w 525"/>
                  <a:gd name="T25" fmla="*/ 387 h 505"/>
                  <a:gd name="T26" fmla="*/ 389 w 525"/>
                  <a:gd name="T27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5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3"/>
                      <a:pt x="112" y="0"/>
                      <a:pt x="263" y="0"/>
                    </a:cubicBezTo>
                    <a:cubicBezTo>
                      <a:pt x="414" y="0"/>
                      <a:pt x="525" y="111"/>
                      <a:pt x="525" y="251"/>
                    </a:cubicBezTo>
                    <a:cubicBezTo>
                      <a:pt x="525" y="253"/>
                      <a:pt x="525" y="253"/>
                      <a:pt x="525" y="253"/>
                    </a:cubicBezTo>
                    <a:cubicBezTo>
                      <a:pt x="525" y="392"/>
                      <a:pt x="413" y="505"/>
                      <a:pt x="262" y="505"/>
                    </a:cubicBezTo>
                    <a:cubicBezTo>
                      <a:pt x="111" y="505"/>
                      <a:pt x="0" y="394"/>
                      <a:pt x="0" y="254"/>
                    </a:cubicBezTo>
                    <a:close/>
                    <a:moveTo>
                      <a:pt x="389" y="254"/>
                    </a:moveTo>
                    <a:cubicBezTo>
                      <a:pt x="389" y="253"/>
                      <a:pt x="389" y="253"/>
                      <a:pt x="389" y="253"/>
                    </a:cubicBezTo>
                    <a:cubicBezTo>
                      <a:pt x="389" y="181"/>
                      <a:pt x="338" y="119"/>
                      <a:pt x="262" y="119"/>
                    </a:cubicBezTo>
                    <a:cubicBezTo>
                      <a:pt x="183" y="119"/>
                      <a:pt x="136" y="179"/>
                      <a:pt x="136" y="251"/>
                    </a:cubicBezTo>
                    <a:cubicBezTo>
                      <a:pt x="136" y="253"/>
                      <a:pt x="136" y="253"/>
                      <a:pt x="136" y="253"/>
                    </a:cubicBezTo>
                    <a:cubicBezTo>
                      <a:pt x="136" y="324"/>
                      <a:pt x="187" y="387"/>
                      <a:pt x="263" y="387"/>
                    </a:cubicBezTo>
                    <a:cubicBezTo>
                      <a:pt x="342" y="387"/>
                      <a:pt x="389" y="326"/>
                      <a:pt x="389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5" name="Rectangle 18">
                <a:extLst>
                  <a:ext uri="{FF2B5EF4-FFF2-40B4-BE49-F238E27FC236}">
                    <a16:creationId xmlns:a16="http://schemas.microsoft.com/office/drawing/2014/main" id="{BB15E459-A560-CBA7-38D2-49EC0DF1798C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207091" y="866312"/>
                <a:ext cx="59843" cy="286802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Freeform 19">
                <a:extLst>
                  <a:ext uri="{FF2B5EF4-FFF2-40B4-BE49-F238E27FC236}">
                    <a16:creationId xmlns:a16="http://schemas.microsoft.com/office/drawing/2014/main" id="{A894E637-6612-023A-5D26-292EB224BB2E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278460" y="938123"/>
                <a:ext cx="228732" cy="219867"/>
              </a:xfrm>
              <a:custGeom>
                <a:avLst/>
                <a:gdLst>
                  <a:gd name="T0" fmla="*/ 0 w 526"/>
                  <a:gd name="T1" fmla="*/ 254 h 505"/>
                  <a:gd name="T2" fmla="*/ 0 w 526"/>
                  <a:gd name="T3" fmla="*/ 253 h 505"/>
                  <a:gd name="T4" fmla="*/ 264 w 526"/>
                  <a:gd name="T5" fmla="*/ 0 h 505"/>
                  <a:gd name="T6" fmla="*/ 526 w 526"/>
                  <a:gd name="T7" fmla="*/ 251 h 505"/>
                  <a:gd name="T8" fmla="*/ 526 w 526"/>
                  <a:gd name="T9" fmla="*/ 253 h 505"/>
                  <a:gd name="T10" fmla="*/ 262 w 526"/>
                  <a:gd name="T11" fmla="*/ 505 h 505"/>
                  <a:gd name="T12" fmla="*/ 0 w 526"/>
                  <a:gd name="T13" fmla="*/ 254 h 505"/>
                  <a:gd name="T14" fmla="*/ 390 w 526"/>
                  <a:gd name="T15" fmla="*/ 254 h 505"/>
                  <a:gd name="T16" fmla="*/ 390 w 526"/>
                  <a:gd name="T17" fmla="*/ 253 h 505"/>
                  <a:gd name="T18" fmla="*/ 262 w 526"/>
                  <a:gd name="T19" fmla="*/ 119 h 505"/>
                  <a:gd name="T20" fmla="*/ 136 w 526"/>
                  <a:gd name="T21" fmla="*/ 251 h 505"/>
                  <a:gd name="T22" fmla="*/ 136 w 526"/>
                  <a:gd name="T23" fmla="*/ 253 h 505"/>
                  <a:gd name="T24" fmla="*/ 264 w 526"/>
                  <a:gd name="T25" fmla="*/ 387 h 505"/>
                  <a:gd name="T26" fmla="*/ 390 w 526"/>
                  <a:gd name="T27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6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3"/>
                      <a:pt x="113" y="0"/>
                      <a:pt x="264" y="0"/>
                    </a:cubicBezTo>
                    <a:cubicBezTo>
                      <a:pt x="414" y="0"/>
                      <a:pt x="526" y="111"/>
                      <a:pt x="526" y="251"/>
                    </a:cubicBezTo>
                    <a:cubicBezTo>
                      <a:pt x="526" y="253"/>
                      <a:pt x="526" y="253"/>
                      <a:pt x="526" y="253"/>
                    </a:cubicBezTo>
                    <a:cubicBezTo>
                      <a:pt x="526" y="392"/>
                      <a:pt x="413" y="505"/>
                      <a:pt x="262" y="505"/>
                    </a:cubicBezTo>
                    <a:cubicBezTo>
                      <a:pt x="112" y="505"/>
                      <a:pt x="0" y="394"/>
                      <a:pt x="0" y="254"/>
                    </a:cubicBezTo>
                    <a:close/>
                    <a:moveTo>
                      <a:pt x="390" y="254"/>
                    </a:moveTo>
                    <a:cubicBezTo>
                      <a:pt x="390" y="253"/>
                      <a:pt x="390" y="253"/>
                      <a:pt x="390" y="253"/>
                    </a:cubicBezTo>
                    <a:cubicBezTo>
                      <a:pt x="390" y="181"/>
                      <a:pt x="338" y="119"/>
                      <a:pt x="262" y="119"/>
                    </a:cubicBezTo>
                    <a:cubicBezTo>
                      <a:pt x="183" y="119"/>
                      <a:pt x="136" y="179"/>
                      <a:pt x="136" y="251"/>
                    </a:cubicBezTo>
                    <a:cubicBezTo>
                      <a:pt x="136" y="253"/>
                      <a:pt x="136" y="253"/>
                      <a:pt x="136" y="253"/>
                    </a:cubicBezTo>
                    <a:cubicBezTo>
                      <a:pt x="136" y="324"/>
                      <a:pt x="188" y="387"/>
                      <a:pt x="264" y="387"/>
                    </a:cubicBezTo>
                    <a:cubicBezTo>
                      <a:pt x="343" y="387"/>
                      <a:pt x="390" y="326"/>
                      <a:pt x="390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Freeform 20">
                <a:extLst>
                  <a:ext uri="{FF2B5EF4-FFF2-40B4-BE49-F238E27FC236}">
                    <a16:creationId xmlns:a16="http://schemas.microsoft.com/office/drawing/2014/main" id="{C612BEEF-FFCF-00C7-83E8-3D6CD89DD8B2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516057" y="938123"/>
                <a:ext cx="221197" cy="278823"/>
              </a:xfrm>
              <a:custGeom>
                <a:avLst/>
                <a:gdLst>
                  <a:gd name="T0" fmla="*/ 24 w 509"/>
                  <a:gd name="T1" fmla="*/ 590 h 641"/>
                  <a:gd name="T2" fmla="*/ 71 w 509"/>
                  <a:gd name="T3" fmla="*/ 487 h 641"/>
                  <a:gd name="T4" fmla="*/ 235 w 509"/>
                  <a:gd name="T5" fmla="*/ 531 h 641"/>
                  <a:gd name="T6" fmla="*/ 373 w 509"/>
                  <a:gd name="T7" fmla="*/ 399 h 641"/>
                  <a:gd name="T8" fmla="*/ 373 w 509"/>
                  <a:gd name="T9" fmla="*/ 376 h 641"/>
                  <a:gd name="T10" fmla="*/ 215 w 509"/>
                  <a:gd name="T11" fmla="*/ 454 h 641"/>
                  <a:gd name="T12" fmla="*/ 0 w 509"/>
                  <a:gd name="T13" fmla="*/ 228 h 641"/>
                  <a:gd name="T14" fmla="*/ 0 w 509"/>
                  <a:gd name="T15" fmla="*/ 226 h 641"/>
                  <a:gd name="T16" fmla="*/ 215 w 509"/>
                  <a:gd name="T17" fmla="*/ 0 h 641"/>
                  <a:gd name="T18" fmla="*/ 372 w 509"/>
                  <a:gd name="T19" fmla="*/ 72 h 641"/>
                  <a:gd name="T20" fmla="*/ 372 w 509"/>
                  <a:gd name="T21" fmla="*/ 9 h 641"/>
                  <a:gd name="T22" fmla="*/ 509 w 509"/>
                  <a:gd name="T23" fmla="*/ 9 h 641"/>
                  <a:gd name="T24" fmla="*/ 509 w 509"/>
                  <a:gd name="T25" fmla="*/ 385 h 641"/>
                  <a:gd name="T26" fmla="*/ 448 w 509"/>
                  <a:gd name="T27" fmla="*/ 576 h 641"/>
                  <a:gd name="T28" fmla="*/ 239 w 509"/>
                  <a:gd name="T29" fmla="*/ 641 h 641"/>
                  <a:gd name="T30" fmla="*/ 24 w 509"/>
                  <a:gd name="T31" fmla="*/ 590 h 641"/>
                  <a:gd name="T32" fmla="*/ 373 w 509"/>
                  <a:gd name="T33" fmla="*/ 228 h 641"/>
                  <a:gd name="T34" fmla="*/ 373 w 509"/>
                  <a:gd name="T35" fmla="*/ 226 h 641"/>
                  <a:gd name="T36" fmla="*/ 255 w 509"/>
                  <a:gd name="T37" fmla="*/ 114 h 641"/>
                  <a:gd name="T38" fmla="*/ 137 w 509"/>
                  <a:gd name="T39" fmla="*/ 226 h 641"/>
                  <a:gd name="T40" fmla="*/ 137 w 509"/>
                  <a:gd name="T41" fmla="*/ 228 h 641"/>
                  <a:gd name="T42" fmla="*/ 255 w 509"/>
                  <a:gd name="T43" fmla="*/ 340 h 641"/>
                  <a:gd name="T44" fmla="*/ 373 w 509"/>
                  <a:gd name="T45" fmla="*/ 228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509" h="641">
                    <a:moveTo>
                      <a:pt x="24" y="590"/>
                    </a:moveTo>
                    <a:cubicBezTo>
                      <a:pt x="71" y="487"/>
                      <a:pt x="71" y="487"/>
                      <a:pt x="71" y="487"/>
                    </a:cubicBezTo>
                    <a:cubicBezTo>
                      <a:pt x="121" y="515"/>
                      <a:pt x="171" y="531"/>
                      <a:pt x="235" y="531"/>
                    </a:cubicBezTo>
                    <a:cubicBezTo>
                      <a:pt x="329" y="531"/>
                      <a:pt x="373" y="486"/>
                      <a:pt x="373" y="399"/>
                    </a:cubicBezTo>
                    <a:cubicBezTo>
                      <a:pt x="373" y="376"/>
                      <a:pt x="373" y="376"/>
                      <a:pt x="373" y="376"/>
                    </a:cubicBezTo>
                    <a:cubicBezTo>
                      <a:pt x="333" y="425"/>
                      <a:pt x="288" y="454"/>
                      <a:pt x="215" y="454"/>
                    </a:cubicBezTo>
                    <a:cubicBezTo>
                      <a:pt x="102" y="454"/>
                      <a:pt x="0" y="372"/>
                      <a:pt x="0" y="228"/>
                    </a:cubicBezTo>
                    <a:cubicBezTo>
                      <a:pt x="0" y="226"/>
                      <a:pt x="0" y="226"/>
                      <a:pt x="0" y="226"/>
                    </a:cubicBezTo>
                    <a:cubicBezTo>
                      <a:pt x="0" y="82"/>
                      <a:pt x="104" y="0"/>
                      <a:pt x="215" y="0"/>
                    </a:cubicBezTo>
                    <a:cubicBezTo>
                      <a:pt x="290" y="0"/>
                      <a:pt x="334" y="32"/>
                      <a:pt x="372" y="72"/>
                    </a:cubicBezTo>
                    <a:cubicBezTo>
                      <a:pt x="372" y="9"/>
                      <a:pt x="372" y="9"/>
                      <a:pt x="372" y="9"/>
                    </a:cubicBezTo>
                    <a:cubicBezTo>
                      <a:pt x="509" y="9"/>
                      <a:pt x="509" y="9"/>
                      <a:pt x="509" y="9"/>
                    </a:cubicBezTo>
                    <a:cubicBezTo>
                      <a:pt x="509" y="385"/>
                      <a:pt x="509" y="385"/>
                      <a:pt x="509" y="385"/>
                    </a:cubicBezTo>
                    <a:cubicBezTo>
                      <a:pt x="509" y="472"/>
                      <a:pt x="488" y="535"/>
                      <a:pt x="448" y="576"/>
                    </a:cubicBezTo>
                    <a:cubicBezTo>
                      <a:pt x="402" y="621"/>
                      <a:pt x="333" y="641"/>
                      <a:pt x="239" y="641"/>
                    </a:cubicBezTo>
                    <a:cubicBezTo>
                      <a:pt x="160" y="641"/>
                      <a:pt x="86" y="623"/>
                      <a:pt x="24" y="590"/>
                    </a:cubicBezTo>
                    <a:close/>
                    <a:moveTo>
                      <a:pt x="373" y="228"/>
                    </a:moveTo>
                    <a:cubicBezTo>
                      <a:pt x="373" y="226"/>
                      <a:pt x="373" y="226"/>
                      <a:pt x="373" y="226"/>
                    </a:cubicBezTo>
                    <a:cubicBezTo>
                      <a:pt x="373" y="160"/>
                      <a:pt x="322" y="114"/>
                      <a:pt x="255" y="114"/>
                    </a:cubicBezTo>
                    <a:cubicBezTo>
                      <a:pt x="188" y="114"/>
                      <a:pt x="137" y="160"/>
                      <a:pt x="137" y="226"/>
                    </a:cubicBezTo>
                    <a:cubicBezTo>
                      <a:pt x="137" y="228"/>
                      <a:pt x="137" y="228"/>
                      <a:pt x="137" y="228"/>
                    </a:cubicBezTo>
                    <a:cubicBezTo>
                      <a:pt x="137" y="295"/>
                      <a:pt x="188" y="340"/>
                      <a:pt x="255" y="340"/>
                    </a:cubicBezTo>
                    <a:cubicBezTo>
                      <a:pt x="322" y="340"/>
                      <a:pt x="373" y="294"/>
                      <a:pt x="373" y="22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Freeform 21">
                <a:extLst>
                  <a:ext uri="{FF2B5EF4-FFF2-40B4-BE49-F238E27FC236}">
                    <a16:creationId xmlns:a16="http://schemas.microsoft.com/office/drawing/2014/main" id="{535443A8-F420-58B0-6940-C7217CB7D304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747450" y="942113"/>
                <a:ext cx="219424" cy="275277"/>
              </a:xfrm>
              <a:custGeom>
                <a:avLst/>
                <a:gdLst>
                  <a:gd name="T0" fmla="*/ 362 w 505"/>
                  <a:gd name="T1" fmla="*/ 0 h 633"/>
                  <a:gd name="T2" fmla="*/ 505 w 505"/>
                  <a:gd name="T3" fmla="*/ 0 h 633"/>
                  <a:gd name="T4" fmla="*/ 319 w 505"/>
                  <a:gd name="T5" fmla="*/ 497 h 633"/>
                  <a:gd name="T6" fmla="*/ 159 w 505"/>
                  <a:gd name="T7" fmla="*/ 633 h 633"/>
                  <a:gd name="T8" fmla="*/ 37 w 505"/>
                  <a:gd name="T9" fmla="*/ 599 h 633"/>
                  <a:gd name="T10" fmla="*/ 83 w 505"/>
                  <a:gd name="T11" fmla="*/ 500 h 633"/>
                  <a:gd name="T12" fmla="*/ 142 w 505"/>
                  <a:gd name="T13" fmla="*/ 519 h 633"/>
                  <a:gd name="T14" fmla="*/ 190 w 505"/>
                  <a:gd name="T15" fmla="*/ 487 h 633"/>
                  <a:gd name="T16" fmla="*/ 0 w 505"/>
                  <a:gd name="T17" fmla="*/ 0 h 633"/>
                  <a:gd name="T18" fmla="*/ 146 w 505"/>
                  <a:gd name="T19" fmla="*/ 0 h 633"/>
                  <a:gd name="T20" fmla="*/ 256 w 505"/>
                  <a:gd name="T21" fmla="*/ 331 h 633"/>
                  <a:gd name="T22" fmla="*/ 362 w 505"/>
                  <a:gd name="T23" fmla="*/ 0 h 6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05" h="633">
                    <a:moveTo>
                      <a:pt x="362" y="0"/>
                    </a:moveTo>
                    <a:cubicBezTo>
                      <a:pt x="505" y="0"/>
                      <a:pt x="505" y="0"/>
                      <a:pt x="505" y="0"/>
                    </a:cubicBezTo>
                    <a:cubicBezTo>
                      <a:pt x="319" y="497"/>
                      <a:pt x="319" y="497"/>
                      <a:pt x="319" y="497"/>
                    </a:cubicBezTo>
                    <a:cubicBezTo>
                      <a:pt x="282" y="596"/>
                      <a:pt x="242" y="633"/>
                      <a:pt x="159" y="633"/>
                    </a:cubicBezTo>
                    <a:cubicBezTo>
                      <a:pt x="110" y="633"/>
                      <a:pt x="73" y="620"/>
                      <a:pt x="37" y="599"/>
                    </a:cubicBezTo>
                    <a:cubicBezTo>
                      <a:pt x="83" y="500"/>
                      <a:pt x="83" y="500"/>
                      <a:pt x="83" y="500"/>
                    </a:cubicBezTo>
                    <a:cubicBezTo>
                      <a:pt x="101" y="511"/>
                      <a:pt x="124" y="519"/>
                      <a:pt x="142" y="519"/>
                    </a:cubicBezTo>
                    <a:cubicBezTo>
                      <a:pt x="166" y="519"/>
                      <a:pt x="178" y="512"/>
                      <a:pt x="190" y="487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256" y="331"/>
                      <a:pt x="256" y="331"/>
                      <a:pt x="256" y="331"/>
                    </a:cubicBezTo>
                    <a:lnTo>
                      <a:pt x="362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9" name="Freeform 22">
                <a:extLst>
                  <a:ext uri="{FF2B5EF4-FFF2-40B4-BE49-F238E27FC236}">
                    <a16:creationId xmlns:a16="http://schemas.microsoft.com/office/drawing/2014/main" id="{D577C4C5-162A-509E-0F90-2D9CF5560B4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005842" y="1258171"/>
                <a:ext cx="132541" cy="290348"/>
              </a:xfrm>
              <a:custGeom>
                <a:avLst/>
                <a:gdLst>
                  <a:gd name="T0" fmla="*/ 57 w 305"/>
                  <a:gd name="T1" fmla="*/ 299 h 667"/>
                  <a:gd name="T2" fmla="*/ 0 w 305"/>
                  <a:gd name="T3" fmla="*/ 299 h 667"/>
                  <a:gd name="T4" fmla="*/ 0 w 305"/>
                  <a:gd name="T5" fmla="*/ 186 h 667"/>
                  <a:gd name="T6" fmla="*/ 57 w 305"/>
                  <a:gd name="T7" fmla="*/ 186 h 667"/>
                  <a:gd name="T8" fmla="*/ 57 w 305"/>
                  <a:gd name="T9" fmla="*/ 155 h 667"/>
                  <a:gd name="T10" fmla="*/ 96 w 305"/>
                  <a:gd name="T11" fmla="*/ 38 h 667"/>
                  <a:gd name="T12" fmla="*/ 208 w 305"/>
                  <a:gd name="T13" fmla="*/ 0 h 667"/>
                  <a:gd name="T14" fmla="*/ 305 w 305"/>
                  <a:gd name="T15" fmla="*/ 13 h 667"/>
                  <a:gd name="T16" fmla="*/ 305 w 305"/>
                  <a:gd name="T17" fmla="*/ 127 h 667"/>
                  <a:gd name="T18" fmla="*/ 243 w 305"/>
                  <a:gd name="T19" fmla="*/ 115 h 667"/>
                  <a:gd name="T20" fmla="*/ 193 w 305"/>
                  <a:gd name="T21" fmla="*/ 168 h 667"/>
                  <a:gd name="T22" fmla="*/ 193 w 305"/>
                  <a:gd name="T23" fmla="*/ 187 h 667"/>
                  <a:gd name="T24" fmla="*/ 305 w 305"/>
                  <a:gd name="T25" fmla="*/ 187 h 667"/>
                  <a:gd name="T26" fmla="*/ 305 w 305"/>
                  <a:gd name="T27" fmla="*/ 299 h 667"/>
                  <a:gd name="T28" fmla="*/ 195 w 305"/>
                  <a:gd name="T29" fmla="*/ 299 h 667"/>
                  <a:gd name="T30" fmla="*/ 195 w 305"/>
                  <a:gd name="T31" fmla="*/ 667 h 667"/>
                  <a:gd name="T32" fmla="*/ 57 w 305"/>
                  <a:gd name="T33" fmla="*/ 667 h 667"/>
                  <a:gd name="T34" fmla="*/ 57 w 305"/>
                  <a:gd name="T35" fmla="*/ 299 h 6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305" h="667">
                    <a:moveTo>
                      <a:pt x="57" y="299"/>
                    </a:moveTo>
                    <a:cubicBezTo>
                      <a:pt x="0" y="299"/>
                      <a:pt x="0" y="299"/>
                      <a:pt x="0" y="299"/>
                    </a:cubicBezTo>
                    <a:cubicBezTo>
                      <a:pt x="0" y="186"/>
                      <a:pt x="0" y="186"/>
                      <a:pt x="0" y="186"/>
                    </a:cubicBezTo>
                    <a:cubicBezTo>
                      <a:pt x="57" y="186"/>
                      <a:pt x="57" y="186"/>
                      <a:pt x="57" y="186"/>
                    </a:cubicBezTo>
                    <a:cubicBezTo>
                      <a:pt x="57" y="155"/>
                      <a:pt x="57" y="155"/>
                      <a:pt x="57" y="155"/>
                    </a:cubicBezTo>
                    <a:cubicBezTo>
                      <a:pt x="57" y="102"/>
                      <a:pt x="71" y="63"/>
                      <a:pt x="96" y="38"/>
                    </a:cubicBezTo>
                    <a:cubicBezTo>
                      <a:pt x="122" y="12"/>
                      <a:pt x="159" y="0"/>
                      <a:pt x="208" y="0"/>
                    </a:cubicBezTo>
                    <a:cubicBezTo>
                      <a:pt x="251" y="0"/>
                      <a:pt x="280" y="5"/>
                      <a:pt x="305" y="13"/>
                    </a:cubicBezTo>
                    <a:cubicBezTo>
                      <a:pt x="305" y="127"/>
                      <a:pt x="305" y="127"/>
                      <a:pt x="305" y="127"/>
                    </a:cubicBezTo>
                    <a:cubicBezTo>
                      <a:pt x="286" y="120"/>
                      <a:pt x="267" y="115"/>
                      <a:pt x="243" y="115"/>
                    </a:cubicBezTo>
                    <a:cubicBezTo>
                      <a:pt x="211" y="115"/>
                      <a:pt x="193" y="132"/>
                      <a:pt x="193" y="168"/>
                    </a:cubicBezTo>
                    <a:cubicBezTo>
                      <a:pt x="193" y="187"/>
                      <a:pt x="193" y="187"/>
                      <a:pt x="193" y="187"/>
                    </a:cubicBezTo>
                    <a:cubicBezTo>
                      <a:pt x="305" y="187"/>
                      <a:pt x="305" y="187"/>
                      <a:pt x="305" y="187"/>
                    </a:cubicBezTo>
                    <a:cubicBezTo>
                      <a:pt x="305" y="299"/>
                      <a:pt x="305" y="299"/>
                      <a:pt x="305" y="299"/>
                    </a:cubicBezTo>
                    <a:cubicBezTo>
                      <a:pt x="195" y="299"/>
                      <a:pt x="195" y="299"/>
                      <a:pt x="195" y="299"/>
                    </a:cubicBezTo>
                    <a:cubicBezTo>
                      <a:pt x="195" y="667"/>
                      <a:pt x="195" y="667"/>
                      <a:pt x="195" y="667"/>
                    </a:cubicBezTo>
                    <a:cubicBezTo>
                      <a:pt x="57" y="667"/>
                      <a:pt x="57" y="667"/>
                      <a:pt x="57" y="667"/>
                    </a:cubicBezTo>
                    <a:lnTo>
                      <a:pt x="57" y="29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9CB671CE-477D-F1B3-6894-F85448189A99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137497" y="1333086"/>
                <a:ext cx="228289" cy="219867"/>
              </a:xfrm>
              <a:custGeom>
                <a:avLst/>
                <a:gdLst>
                  <a:gd name="T0" fmla="*/ 0 w 525"/>
                  <a:gd name="T1" fmla="*/ 255 h 506"/>
                  <a:gd name="T2" fmla="*/ 0 w 525"/>
                  <a:gd name="T3" fmla="*/ 253 h 506"/>
                  <a:gd name="T4" fmla="*/ 263 w 525"/>
                  <a:gd name="T5" fmla="*/ 0 h 506"/>
                  <a:gd name="T6" fmla="*/ 525 w 525"/>
                  <a:gd name="T7" fmla="*/ 251 h 506"/>
                  <a:gd name="T8" fmla="*/ 525 w 525"/>
                  <a:gd name="T9" fmla="*/ 253 h 506"/>
                  <a:gd name="T10" fmla="*/ 261 w 525"/>
                  <a:gd name="T11" fmla="*/ 506 h 506"/>
                  <a:gd name="T12" fmla="*/ 0 w 525"/>
                  <a:gd name="T13" fmla="*/ 255 h 506"/>
                  <a:gd name="T14" fmla="*/ 389 w 525"/>
                  <a:gd name="T15" fmla="*/ 255 h 506"/>
                  <a:gd name="T16" fmla="*/ 389 w 525"/>
                  <a:gd name="T17" fmla="*/ 253 h 506"/>
                  <a:gd name="T18" fmla="*/ 261 w 525"/>
                  <a:gd name="T19" fmla="*/ 119 h 506"/>
                  <a:gd name="T20" fmla="*/ 135 w 525"/>
                  <a:gd name="T21" fmla="*/ 251 h 506"/>
                  <a:gd name="T22" fmla="*/ 135 w 525"/>
                  <a:gd name="T23" fmla="*/ 253 h 506"/>
                  <a:gd name="T24" fmla="*/ 263 w 525"/>
                  <a:gd name="T25" fmla="*/ 387 h 506"/>
                  <a:gd name="T26" fmla="*/ 389 w 525"/>
                  <a:gd name="T27" fmla="*/ 255 h 5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5" h="506">
                    <a:moveTo>
                      <a:pt x="0" y="255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112" y="0"/>
                      <a:pt x="263" y="0"/>
                    </a:cubicBezTo>
                    <a:cubicBezTo>
                      <a:pt x="413" y="0"/>
                      <a:pt x="525" y="112"/>
                      <a:pt x="525" y="251"/>
                    </a:cubicBezTo>
                    <a:cubicBezTo>
                      <a:pt x="525" y="253"/>
                      <a:pt x="525" y="253"/>
                      <a:pt x="525" y="253"/>
                    </a:cubicBezTo>
                    <a:cubicBezTo>
                      <a:pt x="525" y="392"/>
                      <a:pt x="412" y="506"/>
                      <a:pt x="261" y="506"/>
                    </a:cubicBezTo>
                    <a:cubicBezTo>
                      <a:pt x="111" y="506"/>
                      <a:pt x="0" y="394"/>
                      <a:pt x="0" y="255"/>
                    </a:cubicBezTo>
                    <a:close/>
                    <a:moveTo>
                      <a:pt x="389" y="255"/>
                    </a:moveTo>
                    <a:cubicBezTo>
                      <a:pt x="389" y="253"/>
                      <a:pt x="389" y="253"/>
                      <a:pt x="389" y="253"/>
                    </a:cubicBezTo>
                    <a:cubicBezTo>
                      <a:pt x="389" y="182"/>
                      <a:pt x="337" y="119"/>
                      <a:pt x="261" y="119"/>
                    </a:cubicBezTo>
                    <a:cubicBezTo>
                      <a:pt x="183" y="119"/>
                      <a:pt x="135" y="180"/>
                      <a:pt x="135" y="251"/>
                    </a:cubicBezTo>
                    <a:cubicBezTo>
                      <a:pt x="135" y="253"/>
                      <a:pt x="135" y="253"/>
                      <a:pt x="135" y="253"/>
                    </a:cubicBezTo>
                    <a:cubicBezTo>
                      <a:pt x="135" y="325"/>
                      <a:pt x="187" y="387"/>
                      <a:pt x="263" y="387"/>
                    </a:cubicBezTo>
                    <a:cubicBezTo>
                      <a:pt x="342" y="387"/>
                      <a:pt x="389" y="326"/>
                      <a:pt x="389" y="2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1" name="Freeform 24">
                <a:extLst>
                  <a:ext uri="{FF2B5EF4-FFF2-40B4-BE49-F238E27FC236}">
                    <a16:creationId xmlns:a16="http://schemas.microsoft.com/office/drawing/2014/main" id="{2D545142-881D-002A-830D-2B1960B7F79A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379084" y="1331756"/>
                <a:ext cx="127665" cy="216764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0 h 498"/>
                  <a:gd name="T6" fmla="*/ 293 w 293"/>
                  <a:gd name="T7" fmla="*/ 3 h 498"/>
                  <a:gd name="T8" fmla="*/ 293 w 293"/>
                  <a:gd name="T9" fmla="*/ 147 h 498"/>
                  <a:gd name="T10" fmla="*/ 286 w 293"/>
                  <a:gd name="T11" fmla="*/ 147 h 498"/>
                  <a:gd name="T12" fmla="*/ 138 w 293"/>
                  <a:gd name="T13" fmla="*/ 318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0"/>
                      <a:pt x="138" y="110"/>
                      <a:pt x="138" y="110"/>
                    </a:cubicBezTo>
                    <a:cubicBezTo>
                      <a:pt x="166" y="43"/>
                      <a:pt x="211" y="0"/>
                      <a:pt x="293" y="3"/>
                    </a:cubicBezTo>
                    <a:cubicBezTo>
                      <a:pt x="293" y="147"/>
                      <a:pt x="293" y="147"/>
                      <a:pt x="293" y="147"/>
                    </a:cubicBezTo>
                    <a:cubicBezTo>
                      <a:pt x="286" y="147"/>
                      <a:pt x="286" y="147"/>
                      <a:pt x="286" y="147"/>
                    </a:cubicBezTo>
                    <a:cubicBezTo>
                      <a:pt x="194" y="147"/>
                      <a:pt x="138" y="203"/>
                      <a:pt x="138" y="318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2" name="Freeform 25">
                <a:extLst>
                  <a:ext uri="{FF2B5EF4-FFF2-40B4-BE49-F238E27FC236}">
                    <a16:creationId xmlns:a16="http://schemas.microsoft.com/office/drawing/2014/main" id="{5C959273-267C-8CBA-996C-EC8514CCD7D2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582993" y="1334859"/>
                <a:ext cx="194157" cy="217207"/>
              </a:xfrm>
              <a:custGeom>
                <a:avLst/>
                <a:gdLst>
                  <a:gd name="T0" fmla="*/ 0 w 446"/>
                  <a:gd name="T1" fmla="*/ 351 h 500"/>
                  <a:gd name="T2" fmla="*/ 0 w 446"/>
                  <a:gd name="T3" fmla="*/ 349 h 500"/>
                  <a:gd name="T4" fmla="*/ 195 w 446"/>
                  <a:gd name="T5" fmla="*/ 195 h 500"/>
                  <a:gd name="T6" fmla="*/ 314 w 446"/>
                  <a:gd name="T7" fmla="*/ 215 h 500"/>
                  <a:gd name="T8" fmla="*/ 314 w 446"/>
                  <a:gd name="T9" fmla="*/ 206 h 500"/>
                  <a:gd name="T10" fmla="*/ 210 w 446"/>
                  <a:gd name="T11" fmla="*/ 118 h 500"/>
                  <a:gd name="T12" fmla="*/ 76 w 446"/>
                  <a:gd name="T13" fmla="*/ 144 h 500"/>
                  <a:gd name="T14" fmla="*/ 42 w 446"/>
                  <a:gd name="T15" fmla="*/ 39 h 500"/>
                  <a:gd name="T16" fmla="*/ 230 w 446"/>
                  <a:gd name="T17" fmla="*/ 0 h 500"/>
                  <a:gd name="T18" fmla="*/ 394 w 446"/>
                  <a:gd name="T19" fmla="*/ 54 h 500"/>
                  <a:gd name="T20" fmla="*/ 446 w 446"/>
                  <a:gd name="T21" fmla="*/ 209 h 500"/>
                  <a:gd name="T22" fmla="*/ 446 w 446"/>
                  <a:gd name="T23" fmla="*/ 491 h 500"/>
                  <a:gd name="T24" fmla="*/ 313 w 446"/>
                  <a:gd name="T25" fmla="*/ 491 h 500"/>
                  <a:gd name="T26" fmla="*/ 313 w 446"/>
                  <a:gd name="T27" fmla="*/ 438 h 500"/>
                  <a:gd name="T28" fmla="*/ 167 w 446"/>
                  <a:gd name="T29" fmla="*/ 500 h 500"/>
                  <a:gd name="T30" fmla="*/ 0 w 446"/>
                  <a:gd name="T31" fmla="*/ 351 h 500"/>
                  <a:gd name="T32" fmla="*/ 316 w 446"/>
                  <a:gd name="T33" fmla="*/ 320 h 500"/>
                  <a:gd name="T34" fmla="*/ 316 w 446"/>
                  <a:gd name="T35" fmla="*/ 295 h 500"/>
                  <a:gd name="T36" fmla="*/ 228 w 446"/>
                  <a:gd name="T37" fmla="*/ 277 h 500"/>
                  <a:gd name="T38" fmla="*/ 133 w 446"/>
                  <a:gd name="T39" fmla="*/ 344 h 500"/>
                  <a:gd name="T40" fmla="*/ 133 w 446"/>
                  <a:gd name="T41" fmla="*/ 346 h 500"/>
                  <a:gd name="T42" fmla="*/ 208 w 446"/>
                  <a:gd name="T43" fmla="*/ 405 h 500"/>
                  <a:gd name="T44" fmla="*/ 316 w 446"/>
                  <a:gd name="T45" fmla="*/ 320 h 5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46" h="500">
                    <a:moveTo>
                      <a:pt x="0" y="351"/>
                    </a:moveTo>
                    <a:cubicBezTo>
                      <a:pt x="0" y="349"/>
                      <a:pt x="0" y="349"/>
                      <a:pt x="0" y="349"/>
                    </a:cubicBezTo>
                    <a:cubicBezTo>
                      <a:pt x="0" y="244"/>
                      <a:pt x="81" y="195"/>
                      <a:pt x="195" y="195"/>
                    </a:cubicBezTo>
                    <a:cubicBezTo>
                      <a:pt x="244" y="195"/>
                      <a:pt x="280" y="203"/>
                      <a:pt x="314" y="215"/>
                    </a:cubicBezTo>
                    <a:cubicBezTo>
                      <a:pt x="314" y="206"/>
                      <a:pt x="314" y="206"/>
                      <a:pt x="314" y="206"/>
                    </a:cubicBezTo>
                    <a:cubicBezTo>
                      <a:pt x="314" y="149"/>
                      <a:pt x="279" y="118"/>
                      <a:pt x="210" y="118"/>
                    </a:cubicBezTo>
                    <a:cubicBezTo>
                      <a:pt x="157" y="118"/>
                      <a:pt x="120" y="128"/>
                      <a:pt x="76" y="144"/>
                    </a:cubicBezTo>
                    <a:cubicBezTo>
                      <a:pt x="42" y="39"/>
                      <a:pt x="42" y="39"/>
                      <a:pt x="42" y="39"/>
                    </a:cubicBezTo>
                    <a:cubicBezTo>
                      <a:pt x="95" y="15"/>
                      <a:pt x="148" y="0"/>
                      <a:pt x="230" y="0"/>
                    </a:cubicBezTo>
                    <a:cubicBezTo>
                      <a:pt x="305" y="0"/>
                      <a:pt x="359" y="20"/>
                      <a:pt x="394" y="54"/>
                    </a:cubicBezTo>
                    <a:cubicBezTo>
                      <a:pt x="430" y="91"/>
                      <a:pt x="446" y="144"/>
                      <a:pt x="446" y="209"/>
                    </a:cubicBezTo>
                    <a:cubicBezTo>
                      <a:pt x="446" y="491"/>
                      <a:pt x="446" y="491"/>
                      <a:pt x="446" y="491"/>
                    </a:cubicBezTo>
                    <a:cubicBezTo>
                      <a:pt x="313" y="491"/>
                      <a:pt x="313" y="491"/>
                      <a:pt x="313" y="491"/>
                    </a:cubicBezTo>
                    <a:cubicBezTo>
                      <a:pt x="313" y="438"/>
                      <a:pt x="313" y="438"/>
                      <a:pt x="313" y="438"/>
                    </a:cubicBezTo>
                    <a:cubicBezTo>
                      <a:pt x="280" y="475"/>
                      <a:pt x="234" y="500"/>
                      <a:pt x="167" y="500"/>
                    </a:cubicBezTo>
                    <a:cubicBezTo>
                      <a:pt x="75" y="500"/>
                      <a:pt x="0" y="447"/>
                      <a:pt x="0" y="351"/>
                    </a:cubicBezTo>
                    <a:close/>
                    <a:moveTo>
                      <a:pt x="316" y="320"/>
                    </a:moveTo>
                    <a:cubicBezTo>
                      <a:pt x="316" y="295"/>
                      <a:pt x="316" y="295"/>
                      <a:pt x="316" y="295"/>
                    </a:cubicBezTo>
                    <a:cubicBezTo>
                      <a:pt x="292" y="284"/>
                      <a:pt x="262" y="277"/>
                      <a:pt x="228" y="277"/>
                    </a:cubicBezTo>
                    <a:cubicBezTo>
                      <a:pt x="169" y="277"/>
                      <a:pt x="133" y="301"/>
                      <a:pt x="133" y="344"/>
                    </a:cubicBezTo>
                    <a:cubicBezTo>
                      <a:pt x="133" y="346"/>
                      <a:pt x="133" y="346"/>
                      <a:pt x="133" y="346"/>
                    </a:cubicBezTo>
                    <a:cubicBezTo>
                      <a:pt x="133" y="383"/>
                      <a:pt x="164" y="405"/>
                      <a:pt x="208" y="405"/>
                    </a:cubicBezTo>
                    <a:cubicBezTo>
                      <a:pt x="272" y="405"/>
                      <a:pt x="316" y="369"/>
                      <a:pt x="316" y="32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3" name="Rectangle 26">
                <a:extLst>
                  <a:ext uri="{FF2B5EF4-FFF2-40B4-BE49-F238E27FC236}">
                    <a16:creationId xmlns:a16="http://schemas.microsoft.com/office/drawing/2014/main" id="{2F1B0169-414B-8F53-D204-E4FC9132C39A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801973" y="1260831"/>
                <a:ext cx="59843" cy="28768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4" name="Rectangle 27">
                <a:extLst>
                  <a:ext uri="{FF2B5EF4-FFF2-40B4-BE49-F238E27FC236}">
                    <a16:creationId xmlns:a16="http://schemas.microsoft.com/office/drawing/2014/main" id="{FD3CEF0B-9316-CAAF-B811-7977EA0FDC71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886639" y="1260831"/>
                <a:ext cx="59399" cy="28768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64" name="Rectangle 28">
              <a:extLst>
                <a:ext uri="{FF2B5EF4-FFF2-40B4-BE49-F238E27FC236}">
                  <a16:creationId xmlns:a16="http://schemas.microsoft.com/office/drawing/2014/main" id="{C44969F7-1BF0-A4FA-F4EB-8003272D98C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1556230" y="767096"/>
              <a:ext cx="634181" cy="18986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AB97A83-AA92-5D2A-D89F-2B85130F597F}"/>
                </a:ext>
              </a:extLst>
            </p:cNvPr>
            <p:cNvGrpSpPr/>
            <p:nvPr userDrawn="1"/>
          </p:nvGrpSpPr>
          <p:grpSpPr>
            <a:xfrm>
              <a:off x="11701122" y="936748"/>
              <a:ext cx="321494" cy="1552800"/>
              <a:chOff x="7313961" y="501936"/>
              <a:chExt cx="323594" cy="1566108"/>
            </a:xfrm>
          </p:grpSpPr>
          <p:sp>
            <p:nvSpPr>
              <p:cNvPr id="66" name="Freeform 29">
                <a:extLst>
                  <a:ext uri="{FF2B5EF4-FFF2-40B4-BE49-F238E27FC236}">
                    <a16:creationId xmlns:a16="http://schemas.microsoft.com/office/drawing/2014/main" id="{93913DCE-D7C5-993F-1CBD-D671F4E01A37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83556" y="1311808"/>
                <a:ext cx="249567" cy="247350"/>
              </a:xfrm>
              <a:custGeom>
                <a:avLst/>
                <a:gdLst>
                  <a:gd name="T0" fmla="*/ 0 w 574"/>
                  <a:gd name="T1" fmla="*/ 229 h 569"/>
                  <a:gd name="T2" fmla="*/ 90 w 574"/>
                  <a:gd name="T3" fmla="*/ 413 h 569"/>
                  <a:gd name="T4" fmla="*/ 90 w 574"/>
                  <a:gd name="T5" fmla="*/ 413 h 569"/>
                  <a:gd name="T6" fmla="*/ 90 w 574"/>
                  <a:gd name="T7" fmla="*/ 413 h 569"/>
                  <a:gd name="T8" fmla="*/ 9 w 574"/>
                  <a:gd name="T9" fmla="*/ 413 h 569"/>
                  <a:gd name="T10" fmla="*/ 9 w 574"/>
                  <a:gd name="T11" fmla="*/ 569 h 569"/>
                  <a:gd name="T12" fmla="*/ 574 w 574"/>
                  <a:gd name="T13" fmla="*/ 569 h 569"/>
                  <a:gd name="T14" fmla="*/ 574 w 574"/>
                  <a:gd name="T15" fmla="*/ 413 h 569"/>
                  <a:gd name="T16" fmla="*/ 253 w 574"/>
                  <a:gd name="T17" fmla="*/ 413 h 569"/>
                  <a:gd name="T18" fmla="*/ 133 w 574"/>
                  <a:gd name="T19" fmla="*/ 286 h 569"/>
                  <a:gd name="T20" fmla="*/ 253 w 574"/>
                  <a:gd name="T21" fmla="*/ 155 h 569"/>
                  <a:gd name="T22" fmla="*/ 574 w 574"/>
                  <a:gd name="T23" fmla="*/ 155 h 569"/>
                  <a:gd name="T24" fmla="*/ 574 w 574"/>
                  <a:gd name="T25" fmla="*/ 0 h 569"/>
                  <a:gd name="T26" fmla="*/ 224 w 574"/>
                  <a:gd name="T27" fmla="*/ 0 h 569"/>
                  <a:gd name="T28" fmla="*/ 0 w 574"/>
                  <a:gd name="T29" fmla="*/ 229 h 5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4" h="569">
                    <a:moveTo>
                      <a:pt x="0" y="229"/>
                    </a:moveTo>
                    <a:cubicBezTo>
                      <a:pt x="0" y="294"/>
                      <a:pt x="30" y="368"/>
                      <a:pt x="90" y="413"/>
                    </a:cubicBezTo>
                    <a:cubicBezTo>
                      <a:pt x="90" y="413"/>
                      <a:pt x="90" y="413"/>
                      <a:pt x="90" y="413"/>
                    </a:cubicBezTo>
                    <a:cubicBezTo>
                      <a:pt x="90" y="413"/>
                      <a:pt x="90" y="413"/>
                      <a:pt x="90" y="413"/>
                    </a:cubicBezTo>
                    <a:cubicBezTo>
                      <a:pt x="9" y="413"/>
                      <a:pt x="9" y="413"/>
                      <a:pt x="9" y="413"/>
                    </a:cubicBezTo>
                    <a:cubicBezTo>
                      <a:pt x="9" y="569"/>
                      <a:pt x="9" y="569"/>
                      <a:pt x="9" y="569"/>
                    </a:cubicBezTo>
                    <a:cubicBezTo>
                      <a:pt x="574" y="569"/>
                      <a:pt x="574" y="569"/>
                      <a:pt x="574" y="569"/>
                    </a:cubicBezTo>
                    <a:cubicBezTo>
                      <a:pt x="574" y="413"/>
                      <a:pt x="574" y="413"/>
                      <a:pt x="574" y="413"/>
                    </a:cubicBezTo>
                    <a:cubicBezTo>
                      <a:pt x="253" y="413"/>
                      <a:pt x="253" y="413"/>
                      <a:pt x="253" y="413"/>
                    </a:cubicBezTo>
                    <a:cubicBezTo>
                      <a:pt x="195" y="413"/>
                      <a:pt x="133" y="369"/>
                      <a:pt x="133" y="286"/>
                    </a:cubicBezTo>
                    <a:cubicBezTo>
                      <a:pt x="133" y="221"/>
                      <a:pt x="178" y="155"/>
                      <a:pt x="253" y="155"/>
                    </a:cubicBezTo>
                    <a:cubicBezTo>
                      <a:pt x="574" y="155"/>
                      <a:pt x="574" y="155"/>
                      <a:pt x="574" y="155"/>
                    </a:cubicBezTo>
                    <a:cubicBezTo>
                      <a:pt x="574" y="0"/>
                      <a:pt x="574" y="0"/>
                      <a:pt x="574" y="0"/>
                    </a:cubicBezTo>
                    <a:cubicBezTo>
                      <a:pt x="224" y="0"/>
                      <a:pt x="224" y="0"/>
                      <a:pt x="224" y="0"/>
                    </a:cubicBezTo>
                    <a:cubicBezTo>
                      <a:pt x="94" y="0"/>
                      <a:pt x="0" y="93"/>
                      <a:pt x="0" y="229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7" name="Freeform 30">
                <a:extLst>
                  <a:ext uri="{FF2B5EF4-FFF2-40B4-BE49-F238E27FC236}">
                    <a16:creationId xmlns:a16="http://schemas.microsoft.com/office/drawing/2014/main" id="{6D0A5711-84F8-6852-FC23-C9222B8AB05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87546" y="755049"/>
                <a:ext cx="245577" cy="276163"/>
              </a:xfrm>
              <a:custGeom>
                <a:avLst/>
                <a:gdLst>
                  <a:gd name="T0" fmla="*/ 0 w 554"/>
                  <a:gd name="T1" fmla="*/ 174 h 623"/>
                  <a:gd name="T2" fmla="*/ 377 w 554"/>
                  <a:gd name="T3" fmla="*/ 311 h 623"/>
                  <a:gd name="T4" fmla="*/ 0 w 554"/>
                  <a:gd name="T5" fmla="*/ 450 h 623"/>
                  <a:gd name="T6" fmla="*/ 0 w 554"/>
                  <a:gd name="T7" fmla="*/ 623 h 623"/>
                  <a:gd name="T8" fmla="*/ 554 w 554"/>
                  <a:gd name="T9" fmla="*/ 395 h 623"/>
                  <a:gd name="T10" fmla="*/ 554 w 554"/>
                  <a:gd name="T11" fmla="*/ 228 h 623"/>
                  <a:gd name="T12" fmla="*/ 0 w 554"/>
                  <a:gd name="T13" fmla="*/ 0 h 623"/>
                  <a:gd name="T14" fmla="*/ 0 w 554"/>
                  <a:gd name="T15" fmla="*/ 174 h 6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54" h="623">
                    <a:moveTo>
                      <a:pt x="0" y="174"/>
                    </a:moveTo>
                    <a:lnTo>
                      <a:pt x="377" y="311"/>
                    </a:lnTo>
                    <a:lnTo>
                      <a:pt x="0" y="450"/>
                    </a:lnTo>
                    <a:lnTo>
                      <a:pt x="0" y="623"/>
                    </a:lnTo>
                    <a:lnTo>
                      <a:pt x="554" y="395"/>
                    </a:lnTo>
                    <a:lnTo>
                      <a:pt x="554" y="228"/>
                    </a:lnTo>
                    <a:lnTo>
                      <a:pt x="0" y="0"/>
                    </a:lnTo>
                    <a:lnTo>
                      <a:pt x="0" y="17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8" name="Freeform 31">
                <a:extLst>
                  <a:ext uri="{FF2B5EF4-FFF2-40B4-BE49-F238E27FC236}">
                    <a16:creationId xmlns:a16="http://schemas.microsoft.com/office/drawing/2014/main" id="{185085EF-D1B3-20ED-1267-AC7FAB1644FE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1583096"/>
                <a:ext cx="253999" cy="256659"/>
              </a:xfrm>
              <a:custGeom>
                <a:avLst/>
                <a:gdLst>
                  <a:gd name="T0" fmla="*/ 401 w 584"/>
                  <a:gd name="T1" fmla="*/ 110 h 590"/>
                  <a:gd name="T2" fmla="*/ 460 w 584"/>
                  <a:gd name="T3" fmla="*/ 272 h 590"/>
                  <a:gd name="T4" fmla="*/ 415 w 584"/>
                  <a:gd name="T5" fmla="*/ 397 h 590"/>
                  <a:gd name="T6" fmla="*/ 250 w 584"/>
                  <a:gd name="T7" fmla="*/ 0 h 590"/>
                  <a:gd name="T8" fmla="*/ 92 w 584"/>
                  <a:gd name="T9" fmla="*/ 68 h 590"/>
                  <a:gd name="T10" fmla="*/ 0 w 584"/>
                  <a:gd name="T11" fmla="*/ 291 h 590"/>
                  <a:gd name="T12" fmla="*/ 292 w 584"/>
                  <a:gd name="T13" fmla="*/ 590 h 590"/>
                  <a:gd name="T14" fmla="*/ 584 w 584"/>
                  <a:gd name="T15" fmla="*/ 274 h 590"/>
                  <a:gd name="T16" fmla="*/ 476 w 584"/>
                  <a:gd name="T17" fmla="*/ 12 h 590"/>
                  <a:gd name="T18" fmla="*/ 401 w 584"/>
                  <a:gd name="T19" fmla="*/ 110 h 590"/>
                  <a:gd name="T20" fmla="*/ 179 w 584"/>
                  <a:gd name="T21" fmla="*/ 408 h 590"/>
                  <a:gd name="T22" fmla="*/ 123 w 584"/>
                  <a:gd name="T23" fmla="*/ 288 h 590"/>
                  <a:gd name="T24" fmla="*/ 202 w 584"/>
                  <a:gd name="T25" fmla="*/ 168 h 590"/>
                  <a:gd name="T26" fmla="*/ 315 w 584"/>
                  <a:gd name="T27" fmla="*/ 439 h 590"/>
                  <a:gd name="T28" fmla="*/ 179 w 584"/>
                  <a:gd name="T29" fmla="*/ 408 h 5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84" h="590">
                    <a:moveTo>
                      <a:pt x="401" y="110"/>
                    </a:moveTo>
                    <a:cubicBezTo>
                      <a:pt x="449" y="175"/>
                      <a:pt x="460" y="212"/>
                      <a:pt x="460" y="272"/>
                    </a:cubicBezTo>
                    <a:cubicBezTo>
                      <a:pt x="460" y="325"/>
                      <a:pt x="444" y="367"/>
                      <a:pt x="415" y="397"/>
                    </a:cubicBezTo>
                    <a:cubicBezTo>
                      <a:pt x="250" y="0"/>
                      <a:pt x="250" y="0"/>
                      <a:pt x="250" y="0"/>
                    </a:cubicBezTo>
                    <a:cubicBezTo>
                      <a:pt x="189" y="9"/>
                      <a:pt x="134" y="32"/>
                      <a:pt x="92" y="68"/>
                    </a:cubicBezTo>
                    <a:cubicBezTo>
                      <a:pt x="32" y="120"/>
                      <a:pt x="0" y="197"/>
                      <a:pt x="0" y="291"/>
                    </a:cubicBezTo>
                    <a:cubicBezTo>
                      <a:pt x="0" y="462"/>
                      <a:pt x="126" y="590"/>
                      <a:pt x="292" y="590"/>
                    </a:cubicBezTo>
                    <a:cubicBezTo>
                      <a:pt x="462" y="590"/>
                      <a:pt x="584" y="462"/>
                      <a:pt x="584" y="274"/>
                    </a:cubicBezTo>
                    <a:cubicBezTo>
                      <a:pt x="584" y="169"/>
                      <a:pt x="534" y="62"/>
                      <a:pt x="476" y="12"/>
                    </a:cubicBezTo>
                    <a:lnTo>
                      <a:pt x="401" y="110"/>
                    </a:lnTo>
                    <a:close/>
                    <a:moveTo>
                      <a:pt x="179" y="408"/>
                    </a:moveTo>
                    <a:cubicBezTo>
                      <a:pt x="144" y="381"/>
                      <a:pt x="123" y="339"/>
                      <a:pt x="123" y="288"/>
                    </a:cubicBezTo>
                    <a:cubicBezTo>
                      <a:pt x="123" y="232"/>
                      <a:pt x="155" y="190"/>
                      <a:pt x="202" y="168"/>
                    </a:cubicBezTo>
                    <a:cubicBezTo>
                      <a:pt x="315" y="439"/>
                      <a:pt x="315" y="439"/>
                      <a:pt x="315" y="439"/>
                    </a:cubicBezTo>
                    <a:cubicBezTo>
                      <a:pt x="257" y="447"/>
                      <a:pt x="212" y="432"/>
                      <a:pt x="179" y="40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9" name="Freeform 32">
                <a:extLst>
                  <a:ext uri="{FF2B5EF4-FFF2-40B4-BE49-F238E27FC236}">
                    <a16:creationId xmlns:a16="http://schemas.microsoft.com/office/drawing/2014/main" id="{8434C32D-C325-1F32-5E19-6C9FC933AC3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13961" y="1846404"/>
                <a:ext cx="319161" cy="221640"/>
              </a:xfrm>
              <a:custGeom>
                <a:avLst/>
                <a:gdLst>
                  <a:gd name="T0" fmla="*/ 580 w 720"/>
                  <a:gd name="T1" fmla="*/ 0 h 500"/>
                  <a:gd name="T2" fmla="*/ 580 w 720"/>
                  <a:gd name="T3" fmla="*/ 346 h 500"/>
                  <a:gd name="T4" fmla="*/ 0 w 720"/>
                  <a:gd name="T5" fmla="*/ 346 h 500"/>
                  <a:gd name="T6" fmla="*/ 0 w 720"/>
                  <a:gd name="T7" fmla="*/ 500 h 500"/>
                  <a:gd name="T8" fmla="*/ 720 w 720"/>
                  <a:gd name="T9" fmla="*/ 500 h 500"/>
                  <a:gd name="T10" fmla="*/ 720 w 720"/>
                  <a:gd name="T11" fmla="*/ 0 h 500"/>
                  <a:gd name="T12" fmla="*/ 580 w 720"/>
                  <a:gd name="T13" fmla="*/ 0 h 5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0" h="500">
                    <a:moveTo>
                      <a:pt x="580" y="0"/>
                    </a:moveTo>
                    <a:lnTo>
                      <a:pt x="580" y="346"/>
                    </a:lnTo>
                    <a:lnTo>
                      <a:pt x="0" y="346"/>
                    </a:lnTo>
                    <a:lnTo>
                      <a:pt x="0" y="500"/>
                    </a:lnTo>
                    <a:lnTo>
                      <a:pt x="720" y="500"/>
                    </a:lnTo>
                    <a:lnTo>
                      <a:pt x="720" y="0"/>
                    </a:lnTo>
                    <a:lnTo>
                      <a:pt x="58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0" name="Freeform 33">
                <a:extLst>
                  <a:ext uri="{FF2B5EF4-FFF2-40B4-BE49-F238E27FC236}">
                    <a16:creationId xmlns:a16="http://schemas.microsoft.com/office/drawing/2014/main" id="{A281B950-B57F-4814-65C4-87F843CA0E1C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501936"/>
                <a:ext cx="253999" cy="263752"/>
              </a:xfrm>
              <a:custGeom>
                <a:avLst/>
                <a:gdLst>
                  <a:gd name="T0" fmla="*/ 584 w 584"/>
                  <a:gd name="T1" fmla="*/ 304 h 607"/>
                  <a:gd name="T2" fmla="*/ 292 w 584"/>
                  <a:gd name="T3" fmla="*/ 607 h 607"/>
                  <a:gd name="T4" fmla="*/ 0 w 584"/>
                  <a:gd name="T5" fmla="*/ 302 h 607"/>
                  <a:gd name="T6" fmla="*/ 292 w 584"/>
                  <a:gd name="T7" fmla="*/ 0 h 607"/>
                  <a:gd name="T8" fmla="*/ 584 w 584"/>
                  <a:gd name="T9" fmla="*/ 304 h 607"/>
                  <a:gd name="T10" fmla="*/ 133 w 584"/>
                  <a:gd name="T11" fmla="*/ 304 h 607"/>
                  <a:gd name="T12" fmla="*/ 292 w 584"/>
                  <a:gd name="T13" fmla="*/ 454 h 607"/>
                  <a:gd name="T14" fmla="*/ 451 w 584"/>
                  <a:gd name="T15" fmla="*/ 302 h 607"/>
                  <a:gd name="T16" fmla="*/ 292 w 584"/>
                  <a:gd name="T17" fmla="*/ 153 h 607"/>
                  <a:gd name="T18" fmla="*/ 133 w 584"/>
                  <a:gd name="T19" fmla="*/ 304 h 6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4" h="607">
                    <a:moveTo>
                      <a:pt x="584" y="304"/>
                    </a:moveTo>
                    <a:cubicBezTo>
                      <a:pt x="584" y="474"/>
                      <a:pt x="457" y="607"/>
                      <a:pt x="292" y="607"/>
                    </a:cubicBezTo>
                    <a:cubicBezTo>
                      <a:pt x="128" y="607"/>
                      <a:pt x="0" y="473"/>
                      <a:pt x="0" y="302"/>
                    </a:cubicBezTo>
                    <a:cubicBezTo>
                      <a:pt x="0" y="133"/>
                      <a:pt x="126" y="0"/>
                      <a:pt x="292" y="0"/>
                    </a:cubicBezTo>
                    <a:cubicBezTo>
                      <a:pt x="455" y="0"/>
                      <a:pt x="584" y="133"/>
                      <a:pt x="584" y="304"/>
                    </a:cubicBezTo>
                    <a:moveTo>
                      <a:pt x="133" y="304"/>
                    </a:moveTo>
                    <a:cubicBezTo>
                      <a:pt x="133" y="391"/>
                      <a:pt x="198" y="454"/>
                      <a:pt x="292" y="454"/>
                    </a:cubicBezTo>
                    <a:cubicBezTo>
                      <a:pt x="381" y="454"/>
                      <a:pt x="451" y="387"/>
                      <a:pt x="451" y="302"/>
                    </a:cubicBezTo>
                    <a:cubicBezTo>
                      <a:pt x="451" y="216"/>
                      <a:pt x="383" y="153"/>
                      <a:pt x="292" y="153"/>
                    </a:cubicBezTo>
                    <a:cubicBezTo>
                      <a:pt x="203" y="153"/>
                      <a:pt x="133" y="219"/>
                      <a:pt x="133" y="304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1" name="Freeform 34">
                <a:extLst>
                  <a:ext uri="{FF2B5EF4-FFF2-40B4-BE49-F238E27FC236}">
                    <a16:creationId xmlns:a16="http://schemas.microsoft.com/office/drawing/2014/main" id="{EE465ED6-53DE-A385-42CB-0B5A75477346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1021017"/>
                <a:ext cx="253999" cy="263752"/>
              </a:xfrm>
              <a:custGeom>
                <a:avLst/>
                <a:gdLst>
                  <a:gd name="T0" fmla="*/ 584 w 584"/>
                  <a:gd name="T1" fmla="*/ 305 h 607"/>
                  <a:gd name="T2" fmla="*/ 292 w 584"/>
                  <a:gd name="T3" fmla="*/ 607 h 607"/>
                  <a:gd name="T4" fmla="*/ 0 w 584"/>
                  <a:gd name="T5" fmla="*/ 303 h 607"/>
                  <a:gd name="T6" fmla="*/ 292 w 584"/>
                  <a:gd name="T7" fmla="*/ 0 h 607"/>
                  <a:gd name="T8" fmla="*/ 584 w 584"/>
                  <a:gd name="T9" fmla="*/ 305 h 607"/>
                  <a:gd name="T10" fmla="*/ 133 w 584"/>
                  <a:gd name="T11" fmla="*/ 305 h 607"/>
                  <a:gd name="T12" fmla="*/ 292 w 584"/>
                  <a:gd name="T13" fmla="*/ 454 h 607"/>
                  <a:gd name="T14" fmla="*/ 451 w 584"/>
                  <a:gd name="T15" fmla="*/ 303 h 607"/>
                  <a:gd name="T16" fmla="*/ 292 w 584"/>
                  <a:gd name="T17" fmla="*/ 153 h 607"/>
                  <a:gd name="T18" fmla="*/ 133 w 584"/>
                  <a:gd name="T19" fmla="*/ 305 h 6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4" h="607">
                    <a:moveTo>
                      <a:pt x="584" y="305"/>
                    </a:moveTo>
                    <a:cubicBezTo>
                      <a:pt x="584" y="474"/>
                      <a:pt x="457" y="607"/>
                      <a:pt x="292" y="607"/>
                    </a:cubicBezTo>
                    <a:cubicBezTo>
                      <a:pt x="128" y="607"/>
                      <a:pt x="0" y="474"/>
                      <a:pt x="0" y="303"/>
                    </a:cubicBezTo>
                    <a:cubicBezTo>
                      <a:pt x="0" y="133"/>
                      <a:pt x="126" y="0"/>
                      <a:pt x="292" y="0"/>
                    </a:cubicBezTo>
                    <a:cubicBezTo>
                      <a:pt x="455" y="0"/>
                      <a:pt x="584" y="134"/>
                      <a:pt x="584" y="305"/>
                    </a:cubicBezTo>
                    <a:moveTo>
                      <a:pt x="133" y="305"/>
                    </a:moveTo>
                    <a:cubicBezTo>
                      <a:pt x="133" y="391"/>
                      <a:pt x="198" y="454"/>
                      <a:pt x="292" y="454"/>
                    </a:cubicBezTo>
                    <a:cubicBezTo>
                      <a:pt x="381" y="454"/>
                      <a:pt x="451" y="388"/>
                      <a:pt x="451" y="303"/>
                    </a:cubicBezTo>
                    <a:cubicBezTo>
                      <a:pt x="451" y="216"/>
                      <a:pt x="383" y="153"/>
                      <a:pt x="292" y="153"/>
                    </a:cubicBezTo>
                    <a:cubicBezTo>
                      <a:pt x="203" y="153"/>
                      <a:pt x="133" y="220"/>
                      <a:pt x="133" y="305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20E6808-E70B-FA4B-99F6-1C02BBC16598}"/>
              </a:ext>
            </a:extLst>
          </p:cNvPr>
          <p:cNvGrpSpPr/>
          <p:nvPr userDrawn="1"/>
        </p:nvGrpSpPr>
        <p:grpSpPr>
          <a:xfrm>
            <a:off x="1538947" y="3561907"/>
            <a:ext cx="7851377" cy="1769127"/>
            <a:chOff x="541049" y="2649538"/>
            <a:chExt cx="9285724" cy="2092325"/>
          </a:xfrm>
          <a:gradFill>
            <a:gsLst>
              <a:gs pos="0">
                <a:schemeClr val="accent1"/>
              </a:gs>
              <a:gs pos="100000">
                <a:srgbClr val="391262"/>
              </a:gs>
              <a:gs pos="64000">
                <a:srgbClr val="64131E"/>
              </a:gs>
              <a:gs pos="29000">
                <a:srgbClr val="831B22"/>
              </a:gs>
            </a:gsLst>
            <a:path path="circle">
              <a:fillToRect l="100000" t="100000"/>
            </a:path>
          </a:gradFill>
        </p:grpSpPr>
        <p:sp>
          <p:nvSpPr>
            <p:cNvPr id="43" name="Freeform 5">
              <a:extLst>
                <a:ext uri="{FF2B5EF4-FFF2-40B4-BE49-F238E27FC236}">
                  <a16:creationId xmlns:a16="http://schemas.microsoft.com/office/drawing/2014/main" id="{4C297CEF-136F-B1B7-09B1-55E4D7563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41049" y="2809876"/>
              <a:ext cx="963613" cy="1928813"/>
            </a:xfrm>
            <a:custGeom>
              <a:avLst/>
              <a:gdLst>
                <a:gd name="T0" fmla="*/ 57 w 301"/>
                <a:gd name="T1" fmla="*/ 458 h 600"/>
                <a:gd name="T2" fmla="*/ 57 w 301"/>
                <a:gd name="T3" fmla="*/ 235 h 600"/>
                <a:gd name="T4" fmla="*/ 0 w 301"/>
                <a:gd name="T5" fmla="*/ 235 h 600"/>
                <a:gd name="T6" fmla="*/ 0 w 301"/>
                <a:gd name="T7" fmla="*/ 121 h 600"/>
                <a:gd name="T8" fmla="*/ 57 w 301"/>
                <a:gd name="T9" fmla="*/ 121 h 600"/>
                <a:gd name="T10" fmla="*/ 57 w 301"/>
                <a:gd name="T11" fmla="*/ 0 h 600"/>
                <a:gd name="T12" fmla="*/ 190 w 301"/>
                <a:gd name="T13" fmla="*/ 0 h 600"/>
                <a:gd name="T14" fmla="*/ 190 w 301"/>
                <a:gd name="T15" fmla="*/ 121 h 600"/>
                <a:gd name="T16" fmla="*/ 301 w 301"/>
                <a:gd name="T17" fmla="*/ 121 h 600"/>
                <a:gd name="T18" fmla="*/ 301 w 301"/>
                <a:gd name="T19" fmla="*/ 235 h 600"/>
                <a:gd name="T20" fmla="*/ 190 w 301"/>
                <a:gd name="T21" fmla="*/ 235 h 600"/>
                <a:gd name="T22" fmla="*/ 190 w 301"/>
                <a:gd name="T23" fmla="*/ 436 h 600"/>
                <a:gd name="T24" fmla="*/ 233 w 301"/>
                <a:gd name="T25" fmla="*/ 482 h 600"/>
                <a:gd name="T26" fmla="*/ 299 w 301"/>
                <a:gd name="T27" fmla="*/ 465 h 600"/>
                <a:gd name="T28" fmla="*/ 299 w 301"/>
                <a:gd name="T29" fmla="*/ 573 h 600"/>
                <a:gd name="T30" fmla="*/ 194 w 301"/>
                <a:gd name="T31" fmla="*/ 600 h 600"/>
                <a:gd name="T32" fmla="*/ 57 w 301"/>
                <a:gd name="T33" fmla="*/ 458 h 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01" h="600">
                  <a:moveTo>
                    <a:pt x="57" y="458"/>
                  </a:moveTo>
                  <a:cubicBezTo>
                    <a:pt x="57" y="235"/>
                    <a:pt x="57" y="235"/>
                    <a:pt x="57" y="235"/>
                  </a:cubicBezTo>
                  <a:cubicBezTo>
                    <a:pt x="0" y="235"/>
                    <a:pt x="0" y="235"/>
                    <a:pt x="0" y="235"/>
                  </a:cubicBezTo>
                  <a:cubicBezTo>
                    <a:pt x="0" y="121"/>
                    <a:pt x="0" y="121"/>
                    <a:pt x="0" y="121"/>
                  </a:cubicBezTo>
                  <a:cubicBezTo>
                    <a:pt x="57" y="121"/>
                    <a:pt x="57" y="121"/>
                    <a:pt x="57" y="121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90" y="121"/>
                    <a:pt x="190" y="121"/>
                    <a:pt x="190" y="121"/>
                  </a:cubicBezTo>
                  <a:cubicBezTo>
                    <a:pt x="301" y="121"/>
                    <a:pt x="301" y="121"/>
                    <a:pt x="301" y="121"/>
                  </a:cubicBezTo>
                  <a:cubicBezTo>
                    <a:pt x="301" y="235"/>
                    <a:pt x="301" y="235"/>
                    <a:pt x="301" y="235"/>
                  </a:cubicBezTo>
                  <a:cubicBezTo>
                    <a:pt x="190" y="235"/>
                    <a:pt x="190" y="235"/>
                    <a:pt x="190" y="235"/>
                  </a:cubicBezTo>
                  <a:cubicBezTo>
                    <a:pt x="190" y="436"/>
                    <a:pt x="190" y="436"/>
                    <a:pt x="190" y="436"/>
                  </a:cubicBezTo>
                  <a:cubicBezTo>
                    <a:pt x="190" y="467"/>
                    <a:pt x="203" y="482"/>
                    <a:pt x="233" y="482"/>
                  </a:cubicBezTo>
                  <a:cubicBezTo>
                    <a:pt x="258" y="482"/>
                    <a:pt x="280" y="476"/>
                    <a:pt x="299" y="465"/>
                  </a:cubicBezTo>
                  <a:cubicBezTo>
                    <a:pt x="299" y="573"/>
                    <a:pt x="299" y="573"/>
                    <a:pt x="299" y="573"/>
                  </a:cubicBezTo>
                  <a:cubicBezTo>
                    <a:pt x="271" y="590"/>
                    <a:pt x="239" y="600"/>
                    <a:pt x="194" y="600"/>
                  </a:cubicBezTo>
                  <a:cubicBezTo>
                    <a:pt x="112" y="600"/>
                    <a:pt x="57" y="568"/>
                    <a:pt x="57" y="4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6">
              <a:extLst>
                <a:ext uri="{FF2B5EF4-FFF2-40B4-BE49-F238E27FC236}">
                  <a16:creationId xmlns:a16="http://schemas.microsoft.com/office/drawing/2014/main" id="{622BAF6B-1742-15FD-B0EB-40B8C3DC116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708151" y="2649538"/>
              <a:ext cx="1382713" cy="2063750"/>
            </a:xfrm>
            <a:custGeom>
              <a:avLst/>
              <a:gdLst>
                <a:gd name="T0" fmla="*/ 0 w 432"/>
                <a:gd name="T1" fmla="*/ 0 h 642"/>
                <a:gd name="T2" fmla="*/ 134 w 432"/>
                <a:gd name="T3" fmla="*/ 0 h 642"/>
                <a:gd name="T4" fmla="*/ 134 w 432"/>
                <a:gd name="T5" fmla="*/ 237 h 642"/>
                <a:gd name="T6" fmla="*/ 272 w 432"/>
                <a:gd name="T7" fmla="*/ 162 h 642"/>
                <a:gd name="T8" fmla="*/ 432 w 432"/>
                <a:gd name="T9" fmla="*/ 337 h 642"/>
                <a:gd name="T10" fmla="*/ 432 w 432"/>
                <a:gd name="T11" fmla="*/ 642 h 642"/>
                <a:gd name="T12" fmla="*/ 298 w 432"/>
                <a:gd name="T13" fmla="*/ 642 h 642"/>
                <a:gd name="T14" fmla="*/ 298 w 432"/>
                <a:gd name="T15" fmla="*/ 379 h 642"/>
                <a:gd name="T16" fmla="*/ 218 w 432"/>
                <a:gd name="T17" fmla="*/ 283 h 642"/>
                <a:gd name="T18" fmla="*/ 134 w 432"/>
                <a:gd name="T19" fmla="*/ 379 h 642"/>
                <a:gd name="T20" fmla="*/ 134 w 432"/>
                <a:gd name="T21" fmla="*/ 642 h 642"/>
                <a:gd name="T22" fmla="*/ 0 w 432"/>
                <a:gd name="T23" fmla="*/ 642 h 642"/>
                <a:gd name="T24" fmla="*/ 0 w 432"/>
                <a:gd name="T25" fmla="*/ 0 h 6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2" h="642">
                  <a:moveTo>
                    <a:pt x="0" y="0"/>
                  </a:moveTo>
                  <a:cubicBezTo>
                    <a:pt x="134" y="0"/>
                    <a:pt x="134" y="0"/>
                    <a:pt x="134" y="0"/>
                  </a:cubicBezTo>
                  <a:cubicBezTo>
                    <a:pt x="134" y="237"/>
                    <a:pt x="134" y="237"/>
                    <a:pt x="134" y="237"/>
                  </a:cubicBezTo>
                  <a:cubicBezTo>
                    <a:pt x="165" y="198"/>
                    <a:pt x="204" y="162"/>
                    <a:pt x="272" y="162"/>
                  </a:cubicBezTo>
                  <a:cubicBezTo>
                    <a:pt x="373" y="162"/>
                    <a:pt x="432" y="229"/>
                    <a:pt x="432" y="337"/>
                  </a:cubicBezTo>
                  <a:cubicBezTo>
                    <a:pt x="432" y="642"/>
                    <a:pt x="432" y="642"/>
                    <a:pt x="432" y="642"/>
                  </a:cubicBezTo>
                  <a:cubicBezTo>
                    <a:pt x="298" y="642"/>
                    <a:pt x="298" y="642"/>
                    <a:pt x="298" y="642"/>
                  </a:cubicBezTo>
                  <a:cubicBezTo>
                    <a:pt x="298" y="379"/>
                    <a:pt x="298" y="379"/>
                    <a:pt x="298" y="379"/>
                  </a:cubicBezTo>
                  <a:cubicBezTo>
                    <a:pt x="298" y="316"/>
                    <a:pt x="269" y="283"/>
                    <a:pt x="218" y="283"/>
                  </a:cubicBezTo>
                  <a:cubicBezTo>
                    <a:pt x="166" y="283"/>
                    <a:pt x="134" y="316"/>
                    <a:pt x="134" y="379"/>
                  </a:cubicBezTo>
                  <a:cubicBezTo>
                    <a:pt x="134" y="642"/>
                    <a:pt x="134" y="642"/>
                    <a:pt x="134" y="642"/>
                  </a:cubicBezTo>
                  <a:cubicBezTo>
                    <a:pt x="0" y="642"/>
                    <a:pt x="0" y="642"/>
                    <a:pt x="0" y="642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Freeform 7">
              <a:extLst>
                <a:ext uri="{FF2B5EF4-FFF2-40B4-BE49-F238E27FC236}">
                  <a16:creationId xmlns:a16="http://schemas.microsoft.com/office/drawing/2014/main" id="{788B3367-A4C9-CCD9-A688-1D2826A4B0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261304" y="3179763"/>
              <a:ext cx="1390650" cy="1562100"/>
            </a:xfrm>
            <a:custGeom>
              <a:avLst/>
              <a:gdLst>
                <a:gd name="T0" fmla="*/ 0 w 434"/>
                <a:gd name="T1" fmla="*/ 342 h 486"/>
                <a:gd name="T2" fmla="*/ 0 w 434"/>
                <a:gd name="T3" fmla="*/ 340 h 486"/>
                <a:gd name="T4" fmla="*/ 190 w 434"/>
                <a:gd name="T5" fmla="*/ 189 h 486"/>
                <a:gd name="T6" fmla="*/ 305 w 434"/>
                <a:gd name="T7" fmla="*/ 209 h 486"/>
                <a:gd name="T8" fmla="*/ 305 w 434"/>
                <a:gd name="T9" fmla="*/ 201 h 486"/>
                <a:gd name="T10" fmla="*/ 204 w 434"/>
                <a:gd name="T11" fmla="*/ 115 h 486"/>
                <a:gd name="T12" fmla="*/ 74 w 434"/>
                <a:gd name="T13" fmla="*/ 140 h 486"/>
                <a:gd name="T14" fmla="*/ 40 w 434"/>
                <a:gd name="T15" fmla="*/ 38 h 486"/>
                <a:gd name="T16" fmla="*/ 223 w 434"/>
                <a:gd name="T17" fmla="*/ 0 h 486"/>
                <a:gd name="T18" fmla="*/ 383 w 434"/>
                <a:gd name="T19" fmla="*/ 53 h 486"/>
                <a:gd name="T20" fmla="*/ 434 w 434"/>
                <a:gd name="T21" fmla="*/ 204 h 486"/>
                <a:gd name="T22" fmla="*/ 434 w 434"/>
                <a:gd name="T23" fmla="*/ 477 h 486"/>
                <a:gd name="T24" fmla="*/ 304 w 434"/>
                <a:gd name="T25" fmla="*/ 477 h 486"/>
                <a:gd name="T26" fmla="*/ 304 w 434"/>
                <a:gd name="T27" fmla="*/ 426 h 486"/>
                <a:gd name="T28" fmla="*/ 162 w 434"/>
                <a:gd name="T29" fmla="*/ 486 h 486"/>
                <a:gd name="T30" fmla="*/ 0 w 434"/>
                <a:gd name="T31" fmla="*/ 342 h 486"/>
                <a:gd name="T32" fmla="*/ 307 w 434"/>
                <a:gd name="T33" fmla="*/ 311 h 486"/>
                <a:gd name="T34" fmla="*/ 307 w 434"/>
                <a:gd name="T35" fmla="*/ 287 h 486"/>
                <a:gd name="T36" fmla="*/ 222 w 434"/>
                <a:gd name="T37" fmla="*/ 270 h 486"/>
                <a:gd name="T38" fmla="*/ 129 w 434"/>
                <a:gd name="T39" fmla="*/ 335 h 486"/>
                <a:gd name="T40" fmla="*/ 129 w 434"/>
                <a:gd name="T41" fmla="*/ 336 h 486"/>
                <a:gd name="T42" fmla="*/ 202 w 434"/>
                <a:gd name="T43" fmla="*/ 394 h 486"/>
                <a:gd name="T44" fmla="*/ 307 w 434"/>
                <a:gd name="T45" fmla="*/ 31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34" h="486">
                  <a:moveTo>
                    <a:pt x="0" y="342"/>
                  </a:moveTo>
                  <a:cubicBezTo>
                    <a:pt x="0" y="340"/>
                    <a:pt x="0" y="340"/>
                    <a:pt x="0" y="340"/>
                  </a:cubicBezTo>
                  <a:cubicBezTo>
                    <a:pt x="0" y="237"/>
                    <a:pt x="78" y="189"/>
                    <a:pt x="190" y="189"/>
                  </a:cubicBezTo>
                  <a:cubicBezTo>
                    <a:pt x="237" y="189"/>
                    <a:pt x="272" y="197"/>
                    <a:pt x="305" y="209"/>
                  </a:cubicBezTo>
                  <a:cubicBezTo>
                    <a:pt x="305" y="201"/>
                    <a:pt x="305" y="201"/>
                    <a:pt x="305" y="201"/>
                  </a:cubicBezTo>
                  <a:cubicBezTo>
                    <a:pt x="305" y="145"/>
                    <a:pt x="271" y="115"/>
                    <a:pt x="204" y="115"/>
                  </a:cubicBezTo>
                  <a:cubicBezTo>
                    <a:pt x="153" y="115"/>
                    <a:pt x="117" y="124"/>
                    <a:pt x="74" y="140"/>
                  </a:cubicBezTo>
                  <a:cubicBezTo>
                    <a:pt x="40" y="38"/>
                    <a:pt x="40" y="38"/>
                    <a:pt x="40" y="38"/>
                  </a:cubicBezTo>
                  <a:cubicBezTo>
                    <a:pt x="92" y="15"/>
                    <a:pt x="143" y="0"/>
                    <a:pt x="223" y="0"/>
                  </a:cubicBezTo>
                  <a:cubicBezTo>
                    <a:pt x="296" y="0"/>
                    <a:pt x="349" y="20"/>
                    <a:pt x="383" y="53"/>
                  </a:cubicBezTo>
                  <a:cubicBezTo>
                    <a:pt x="418" y="88"/>
                    <a:pt x="434" y="140"/>
                    <a:pt x="434" y="204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304" y="477"/>
                    <a:pt x="304" y="477"/>
                    <a:pt x="304" y="477"/>
                  </a:cubicBezTo>
                  <a:cubicBezTo>
                    <a:pt x="304" y="426"/>
                    <a:pt x="304" y="426"/>
                    <a:pt x="304" y="426"/>
                  </a:cubicBezTo>
                  <a:cubicBezTo>
                    <a:pt x="272" y="462"/>
                    <a:pt x="227" y="486"/>
                    <a:pt x="162" y="486"/>
                  </a:cubicBezTo>
                  <a:cubicBezTo>
                    <a:pt x="73" y="486"/>
                    <a:pt x="0" y="435"/>
                    <a:pt x="0" y="342"/>
                  </a:cubicBezTo>
                  <a:close/>
                  <a:moveTo>
                    <a:pt x="307" y="311"/>
                  </a:moveTo>
                  <a:cubicBezTo>
                    <a:pt x="307" y="287"/>
                    <a:pt x="307" y="287"/>
                    <a:pt x="307" y="287"/>
                  </a:cubicBezTo>
                  <a:cubicBezTo>
                    <a:pt x="284" y="277"/>
                    <a:pt x="254" y="270"/>
                    <a:pt x="222" y="270"/>
                  </a:cubicBezTo>
                  <a:cubicBezTo>
                    <a:pt x="164" y="270"/>
                    <a:pt x="129" y="292"/>
                    <a:pt x="129" y="335"/>
                  </a:cubicBezTo>
                  <a:cubicBezTo>
                    <a:pt x="129" y="336"/>
                    <a:pt x="129" y="336"/>
                    <a:pt x="129" y="336"/>
                  </a:cubicBezTo>
                  <a:cubicBezTo>
                    <a:pt x="129" y="372"/>
                    <a:pt x="159" y="394"/>
                    <a:pt x="202" y="394"/>
                  </a:cubicBezTo>
                  <a:cubicBezTo>
                    <a:pt x="265" y="394"/>
                    <a:pt x="307" y="359"/>
                    <a:pt x="307" y="3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8">
              <a:extLst>
                <a:ext uri="{FF2B5EF4-FFF2-40B4-BE49-F238E27FC236}">
                  <a16:creationId xmlns:a16="http://schemas.microsoft.com/office/drawing/2014/main" id="{E75C15B3-8177-7E6B-C4A7-1B9D3FB9D02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859916" y="3170238"/>
              <a:ext cx="1384300" cy="1543050"/>
            </a:xfrm>
            <a:custGeom>
              <a:avLst/>
              <a:gdLst>
                <a:gd name="T0" fmla="*/ 0 w 432"/>
                <a:gd name="T1" fmla="*/ 9 h 480"/>
                <a:gd name="T2" fmla="*/ 133 w 432"/>
                <a:gd name="T3" fmla="*/ 9 h 480"/>
                <a:gd name="T4" fmla="*/ 133 w 432"/>
                <a:gd name="T5" fmla="*/ 75 h 480"/>
                <a:gd name="T6" fmla="*/ 272 w 432"/>
                <a:gd name="T7" fmla="*/ 0 h 480"/>
                <a:gd name="T8" fmla="*/ 432 w 432"/>
                <a:gd name="T9" fmla="*/ 175 h 480"/>
                <a:gd name="T10" fmla="*/ 432 w 432"/>
                <a:gd name="T11" fmla="*/ 480 h 480"/>
                <a:gd name="T12" fmla="*/ 298 w 432"/>
                <a:gd name="T13" fmla="*/ 480 h 480"/>
                <a:gd name="T14" fmla="*/ 298 w 432"/>
                <a:gd name="T15" fmla="*/ 217 h 480"/>
                <a:gd name="T16" fmla="*/ 217 w 432"/>
                <a:gd name="T17" fmla="*/ 121 h 480"/>
                <a:gd name="T18" fmla="*/ 133 w 432"/>
                <a:gd name="T19" fmla="*/ 217 h 480"/>
                <a:gd name="T20" fmla="*/ 133 w 432"/>
                <a:gd name="T21" fmla="*/ 480 h 480"/>
                <a:gd name="T22" fmla="*/ 0 w 432"/>
                <a:gd name="T23" fmla="*/ 480 h 480"/>
                <a:gd name="T24" fmla="*/ 0 w 432"/>
                <a:gd name="T25" fmla="*/ 9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2" h="480">
                  <a:moveTo>
                    <a:pt x="0" y="9"/>
                  </a:moveTo>
                  <a:cubicBezTo>
                    <a:pt x="133" y="9"/>
                    <a:pt x="133" y="9"/>
                    <a:pt x="133" y="9"/>
                  </a:cubicBezTo>
                  <a:cubicBezTo>
                    <a:pt x="133" y="75"/>
                    <a:pt x="133" y="75"/>
                    <a:pt x="133" y="75"/>
                  </a:cubicBezTo>
                  <a:cubicBezTo>
                    <a:pt x="164" y="36"/>
                    <a:pt x="204" y="0"/>
                    <a:pt x="272" y="0"/>
                  </a:cubicBezTo>
                  <a:cubicBezTo>
                    <a:pt x="373" y="0"/>
                    <a:pt x="432" y="67"/>
                    <a:pt x="432" y="175"/>
                  </a:cubicBezTo>
                  <a:cubicBezTo>
                    <a:pt x="432" y="480"/>
                    <a:pt x="432" y="480"/>
                    <a:pt x="432" y="480"/>
                  </a:cubicBezTo>
                  <a:cubicBezTo>
                    <a:pt x="298" y="480"/>
                    <a:pt x="298" y="480"/>
                    <a:pt x="298" y="480"/>
                  </a:cubicBezTo>
                  <a:cubicBezTo>
                    <a:pt x="298" y="217"/>
                    <a:pt x="298" y="217"/>
                    <a:pt x="298" y="217"/>
                  </a:cubicBezTo>
                  <a:cubicBezTo>
                    <a:pt x="298" y="154"/>
                    <a:pt x="268" y="121"/>
                    <a:pt x="217" y="121"/>
                  </a:cubicBezTo>
                  <a:cubicBezTo>
                    <a:pt x="166" y="121"/>
                    <a:pt x="133" y="154"/>
                    <a:pt x="133" y="217"/>
                  </a:cubicBezTo>
                  <a:cubicBezTo>
                    <a:pt x="133" y="480"/>
                    <a:pt x="133" y="480"/>
                    <a:pt x="133" y="480"/>
                  </a:cubicBezTo>
                  <a:cubicBezTo>
                    <a:pt x="0" y="480"/>
                    <a:pt x="0" y="480"/>
                    <a:pt x="0" y="480"/>
                  </a:cubicBezTo>
                  <a:lnTo>
                    <a:pt x="0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9">
              <a:extLst>
                <a:ext uri="{FF2B5EF4-FFF2-40B4-BE49-F238E27FC236}">
                  <a16:creationId xmlns:a16="http://schemas.microsoft.com/office/drawing/2014/main" id="{AA27F0F6-EBAD-77B3-0964-617F5FC5A0B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436593" y="2649538"/>
              <a:ext cx="1460500" cy="2063750"/>
            </a:xfrm>
            <a:custGeom>
              <a:avLst/>
              <a:gdLst>
                <a:gd name="T0" fmla="*/ 0 w 920"/>
                <a:gd name="T1" fmla="*/ 0 h 1300"/>
                <a:gd name="T2" fmla="*/ 270 w 920"/>
                <a:gd name="T3" fmla="*/ 0 h 1300"/>
                <a:gd name="T4" fmla="*/ 270 w 920"/>
                <a:gd name="T5" fmla="*/ 692 h 1300"/>
                <a:gd name="T6" fmla="*/ 585 w 920"/>
                <a:gd name="T7" fmla="*/ 346 h 1300"/>
                <a:gd name="T8" fmla="*/ 908 w 920"/>
                <a:gd name="T9" fmla="*/ 346 h 1300"/>
                <a:gd name="T10" fmla="*/ 547 w 920"/>
                <a:gd name="T11" fmla="*/ 721 h 1300"/>
                <a:gd name="T12" fmla="*/ 920 w 920"/>
                <a:gd name="T13" fmla="*/ 1300 h 1300"/>
                <a:gd name="T14" fmla="*/ 609 w 920"/>
                <a:gd name="T15" fmla="*/ 1300 h 1300"/>
                <a:gd name="T16" fmla="*/ 365 w 920"/>
                <a:gd name="T17" fmla="*/ 909 h 1300"/>
                <a:gd name="T18" fmla="*/ 270 w 920"/>
                <a:gd name="T19" fmla="*/ 1010 h 1300"/>
                <a:gd name="T20" fmla="*/ 270 w 920"/>
                <a:gd name="T21" fmla="*/ 1300 h 1300"/>
                <a:gd name="T22" fmla="*/ 0 w 920"/>
                <a:gd name="T23" fmla="*/ 1300 h 1300"/>
                <a:gd name="T24" fmla="*/ 0 w 920"/>
                <a:gd name="T25" fmla="*/ 0 h 1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20" h="1300">
                  <a:moveTo>
                    <a:pt x="0" y="0"/>
                  </a:moveTo>
                  <a:lnTo>
                    <a:pt x="270" y="0"/>
                  </a:lnTo>
                  <a:lnTo>
                    <a:pt x="270" y="692"/>
                  </a:lnTo>
                  <a:lnTo>
                    <a:pt x="585" y="346"/>
                  </a:lnTo>
                  <a:lnTo>
                    <a:pt x="908" y="346"/>
                  </a:lnTo>
                  <a:lnTo>
                    <a:pt x="547" y="721"/>
                  </a:lnTo>
                  <a:lnTo>
                    <a:pt x="920" y="1300"/>
                  </a:lnTo>
                  <a:lnTo>
                    <a:pt x="609" y="1300"/>
                  </a:lnTo>
                  <a:lnTo>
                    <a:pt x="365" y="909"/>
                  </a:lnTo>
                  <a:lnTo>
                    <a:pt x="270" y="1010"/>
                  </a:lnTo>
                  <a:lnTo>
                    <a:pt x="270" y="1300"/>
                  </a:lnTo>
                  <a:lnTo>
                    <a:pt x="0" y="13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Freeform 10">
              <a:extLst>
                <a:ext uri="{FF2B5EF4-FFF2-40B4-BE49-F238E27FC236}">
                  <a16:creationId xmlns:a16="http://schemas.microsoft.com/office/drawing/2014/main" id="{0D449E32-BCCB-5FA7-37E4-30FF7569B63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919896" y="3173413"/>
              <a:ext cx="1227138" cy="1568450"/>
            </a:xfrm>
            <a:custGeom>
              <a:avLst/>
              <a:gdLst>
                <a:gd name="T0" fmla="*/ 0 w 383"/>
                <a:gd name="T1" fmla="*/ 417 h 488"/>
                <a:gd name="T2" fmla="*/ 57 w 383"/>
                <a:gd name="T3" fmla="*/ 329 h 488"/>
                <a:gd name="T4" fmla="*/ 206 w 383"/>
                <a:gd name="T5" fmla="*/ 385 h 488"/>
                <a:gd name="T6" fmla="*/ 262 w 383"/>
                <a:gd name="T7" fmla="*/ 350 h 488"/>
                <a:gd name="T8" fmla="*/ 262 w 383"/>
                <a:gd name="T9" fmla="*/ 348 h 488"/>
                <a:gd name="T10" fmla="*/ 165 w 383"/>
                <a:gd name="T11" fmla="*/ 294 h 488"/>
                <a:gd name="T12" fmla="*/ 24 w 383"/>
                <a:gd name="T13" fmla="*/ 152 h 488"/>
                <a:gd name="T14" fmla="*/ 24 w 383"/>
                <a:gd name="T15" fmla="*/ 150 h 488"/>
                <a:gd name="T16" fmla="*/ 196 w 383"/>
                <a:gd name="T17" fmla="*/ 0 h 488"/>
                <a:gd name="T18" fmla="*/ 372 w 383"/>
                <a:gd name="T19" fmla="*/ 55 h 488"/>
                <a:gd name="T20" fmla="*/ 321 w 383"/>
                <a:gd name="T21" fmla="*/ 147 h 488"/>
                <a:gd name="T22" fmla="*/ 194 w 383"/>
                <a:gd name="T23" fmla="*/ 103 h 488"/>
                <a:gd name="T24" fmla="*/ 144 w 383"/>
                <a:gd name="T25" fmla="*/ 136 h 488"/>
                <a:gd name="T26" fmla="*/ 144 w 383"/>
                <a:gd name="T27" fmla="*/ 138 h 488"/>
                <a:gd name="T28" fmla="*/ 240 w 383"/>
                <a:gd name="T29" fmla="*/ 194 h 488"/>
                <a:gd name="T30" fmla="*/ 383 w 383"/>
                <a:gd name="T31" fmla="*/ 334 h 488"/>
                <a:gd name="T32" fmla="*/ 383 w 383"/>
                <a:gd name="T33" fmla="*/ 336 h 488"/>
                <a:gd name="T34" fmla="*/ 203 w 383"/>
                <a:gd name="T35" fmla="*/ 488 h 488"/>
                <a:gd name="T36" fmla="*/ 0 w 383"/>
                <a:gd name="T37" fmla="*/ 417 h 4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83" h="488">
                  <a:moveTo>
                    <a:pt x="0" y="417"/>
                  </a:moveTo>
                  <a:cubicBezTo>
                    <a:pt x="57" y="329"/>
                    <a:pt x="57" y="329"/>
                    <a:pt x="57" y="329"/>
                  </a:cubicBezTo>
                  <a:cubicBezTo>
                    <a:pt x="108" y="366"/>
                    <a:pt x="162" y="385"/>
                    <a:pt x="206" y="385"/>
                  </a:cubicBezTo>
                  <a:cubicBezTo>
                    <a:pt x="245" y="385"/>
                    <a:pt x="262" y="371"/>
                    <a:pt x="262" y="350"/>
                  </a:cubicBezTo>
                  <a:cubicBezTo>
                    <a:pt x="262" y="348"/>
                    <a:pt x="262" y="348"/>
                    <a:pt x="262" y="348"/>
                  </a:cubicBezTo>
                  <a:cubicBezTo>
                    <a:pt x="262" y="319"/>
                    <a:pt x="217" y="309"/>
                    <a:pt x="165" y="294"/>
                  </a:cubicBezTo>
                  <a:cubicBezTo>
                    <a:pt x="99" y="274"/>
                    <a:pt x="24" y="243"/>
                    <a:pt x="24" y="152"/>
                  </a:cubicBezTo>
                  <a:cubicBezTo>
                    <a:pt x="24" y="150"/>
                    <a:pt x="24" y="150"/>
                    <a:pt x="24" y="150"/>
                  </a:cubicBezTo>
                  <a:cubicBezTo>
                    <a:pt x="24" y="54"/>
                    <a:pt x="101" y="0"/>
                    <a:pt x="196" y="0"/>
                  </a:cubicBezTo>
                  <a:cubicBezTo>
                    <a:pt x="256" y="0"/>
                    <a:pt x="321" y="21"/>
                    <a:pt x="372" y="55"/>
                  </a:cubicBezTo>
                  <a:cubicBezTo>
                    <a:pt x="321" y="147"/>
                    <a:pt x="321" y="147"/>
                    <a:pt x="321" y="147"/>
                  </a:cubicBezTo>
                  <a:cubicBezTo>
                    <a:pt x="275" y="120"/>
                    <a:pt x="228" y="103"/>
                    <a:pt x="194" y="103"/>
                  </a:cubicBezTo>
                  <a:cubicBezTo>
                    <a:pt x="161" y="103"/>
                    <a:pt x="144" y="118"/>
                    <a:pt x="144" y="136"/>
                  </a:cubicBezTo>
                  <a:cubicBezTo>
                    <a:pt x="144" y="138"/>
                    <a:pt x="144" y="138"/>
                    <a:pt x="144" y="138"/>
                  </a:cubicBezTo>
                  <a:cubicBezTo>
                    <a:pt x="144" y="164"/>
                    <a:pt x="189" y="176"/>
                    <a:pt x="240" y="194"/>
                  </a:cubicBezTo>
                  <a:cubicBezTo>
                    <a:pt x="306" y="216"/>
                    <a:pt x="383" y="248"/>
                    <a:pt x="383" y="334"/>
                  </a:cubicBezTo>
                  <a:cubicBezTo>
                    <a:pt x="383" y="336"/>
                    <a:pt x="383" y="336"/>
                    <a:pt x="383" y="336"/>
                  </a:cubicBezTo>
                  <a:cubicBezTo>
                    <a:pt x="383" y="440"/>
                    <a:pt x="305" y="488"/>
                    <a:pt x="203" y="488"/>
                  </a:cubicBezTo>
                  <a:cubicBezTo>
                    <a:pt x="137" y="488"/>
                    <a:pt x="63" y="466"/>
                    <a:pt x="0" y="4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Oval 11">
              <a:extLst>
                <a:ext uri="{FF2B5EF4-FFF2-40B4-BE49-F238E27FC236}">
                  <a16:creationId xmlns:a16="http://schemas.microsoft.com/office/drawing/2014/main" id="{DF4FD3AA-2A1C-04CA-7759-A7926327B4A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282260" y="4167188"/>
              <a:ext cx="544513" cy="546100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81821413"/>
      </p:ext>
    </p:extLst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Black">
    <p:bg>
      <p:bgPr>
        <a:gradFill>
          <a:gsLst>
            <a:gs pos="100000">
              <a:srgbClr val="391262"/>
            </a:gs>
            <a:gs pos="38000">
              <a:srgbClr val="64131E"/>
            </a:gs>
            <a:gs pos="0">
              <a:srgbClr val="831B22"/>
            </a:gs>
            <a:gs pos="71000">
              <a:srgbClr val="4D144A"/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Group 165">
            <a:extLst>
              <a:ext uri="{FF2B5EF4-FFF2-40B4-BE49-F238E27FC236}">
                <a16:creationId xmlns:a16="http://schemas.microsoft.com/office/drawing/2014/main" id="{45DF6D6F-9C39-7C31-64D4-4BCE9C9CA5D6}"/>
              </a:ext>
            </a:extLst>
          </p:cNvPr>
          <p:cNvGrpSpPr/>
          <p:nvPr userDrawn="1"/>
        </p:nvGrpSpPr>
        <p:grpSpPr>
          <a:xfrm>
            <a:off x="1538947" y="3561907"/>
            <a:ext cx="7851377" cy="1769127"/>
            <a:chOff x="541049" y="2649538"/>
            <a:chExt cx="9285724" cy="2092325"/>
          </a:xfrm>
          <a:solidFill>
            <a:schemeClr val="bg1"/>
          </a:solidFill>
        </p:grpSpPr>
        <p:sp>
          <p:nvSpPr>
            <p:cNvPr id="167" name="Freeform 5">
              <a:extLst>
                <a:ext uri="{FF2B5EF4-FFF2-40B4-BE49-F238E27FC236}">
                  <a16:creationId xmlns:a16="http://schemas.microsoft.com/office/drawing/2014/main" id="{E109AFA1-C190-E6CF-D819-5DDBF44B5E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41049" y="2809876"/>
              <a:ext cx="963613" cy="1928813"/>
            </a:xfrm>
            <a:custGeom>
              <a:avLst/>
              <a:gdLst>
                <a:gd name="T0" fmla="*/ 57 w 301"/>
                <a:gd name="T1" fmla="*/ 458 h 600"/>
                <a:gd name="T2" fmla="*/ 57 w 301"/>
                <a:gd name="T3" fmla="*/ 235 h 600"/>
                <a:gd name="T4" fmla="*/ 0 w 301"/>
                <a:gd name="T5" fmla="*/ 235 h 600"/>
                <a:gd name="T6" fmla="*/ 0 w 301"/>
                <a:gd name="T7" fmla="*/ 121 h 600"/>
                <a:gd name="T8" fmla="*/ 57 w 301"/>
                <a:gd name="T9" fmla="*/ 121 h 600"/>
                <a:gd name="T10" fmla="*/ 57 w 301"/>
                <a:gd name="T11" fmla="*/ 0 h 600"/>
                <a:gd name="T12" fmla="*/ 190 w 301"/>
                <a:gd name="T13" fmla="*/ 0 h 600"/>
                <a:gd name="T14" fmla="*/ 190 w 301"/>
                <a:gd name="T15" fmla="*/ 121 h 600"/>
                <a:gd name="T16" fmla="*/ 301 w 301"/>
                <a:gd name="T17" fmla="*/ 121 h 600"/>
                <a:gd name="T18" fmla="*/ 301 w 301"/>
                <a:gd name="T19" fmla="*/ 235 h 600"/>
                <a:gd name="T20" fmla="*/ 190 w 301"/>
                <a:gd name="T21" fmla="*/ 235 h 600"/>
                <a:gd name="T22" fmla="*/ 190 w 301"/>
                <a:gd name="T23" fmla="*/ 436 h 600"/>
                <a:gd name="T24" fmla="*/ 233 w 301"/>
                <a:gd name="T25" fmla="*/ 482 h 600"/>
                <a:gd name="T26" fmla="*/ 299 w 301"/>
                <a:gd name="T27" fmla="*/ 465 h 600"/>
                <a:gd name="T28" fmla="*/ 299 w 301"/>
                <a:gd name="T29" fmla="*/ 573 h 600"/>
                <a:gd name="T30" fmla="*/ 194 w 301"/>
                <a:gd name="T31" fmla="*/ 600 h 600"/>
                <a:gd name="T32" fmla="*/ 57 w 301"/>
                <a:gd name="T33" fmla="*/ 458 h 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01" h="600">
                  <a:moveTo>
                    <a:pt x="57" y="458"/>
                  </a:moveTo>
                  <a:cubicBezTo>
                    <a:pt x="57" y="235"/>
                    <a:pt x="57" y="235"/>
                    <a:pt x="57" y="235"/>
                  </a:cubicBezTo>
                  <a:cubicBezTo>
                    <a:pt x="0" y="235"/>
                    <a:pt x="0" y="235"/>
                    <a:pt x="0" y="235"/>
                  </a:cubicBezTo>
                  <a:cubicBezTo>
                    <a:pt x="0" y="121"/>
                    <a:pt x="0" y="121"/>
                    <a:pt x="0" y="121"/>
                  </a:cubicBezTo>
                  <a:cubicBezTo>
                    <a:pt x="57" y="121"/>
                    <a:pt x="57" y="121"/>
                    <a:pt x="57" y="121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90" y="121"/>
                    <a:pt x="190" y="121"/>
                    <a:pt x="190" y="121"/>
                  </a:cubicBezTo>
                  <a:cubicBezTo>
                    <a:pt x="301" y="121"/>
                    <a:pt x="301" y="121"/>
                    <a:pt x="301" y="121"/>
                  </a:cubicBezTo>
                  <a:cubicBezTo>
                    <a:pt x="301" y="235"/>
                    <a:pt x="301" y="235"/>
                    <a:pt x="301" y="235"/>
                  </a:cubicBezTo>
                  <a:cubicBezTo>
                    <a:pt x="190" y="235"/>
                    <a:pt x="190" y="235"/>
                    <a:pt x="190" y="235"/>
                  </a:cubicBezTo>
                  <a:cubicBezTo>
                    <a:pt x="190" y="436"/>
                    <a:pt x="190" y="436"/>
                    <a:pt x="190" y="436"/>
                  </a:cubicBezTo>
                  <a:cubicBezTo>
                    <a:pt x="190" y="467"/>
                    <a:pt x="203" y="482"/>
                    <a:pt x="233" y="482"/>
                  </a:cubicBezTo>
                  <a:cubicBezTo>
                    <a:pt x="258" y="482"/>
                    <a:pt x="280" y="476"/>
                    <a:pt x="299" y="465"/>
                  </a:cubicBezTo>
                  <a:cubicBezTo>
                    <a:pt x="299" y="573"/>
                    <a:pt x="299" y="573"/>
                    <a:pt x="299" y="573"/>
                  </a:cubicBezTo>
                  <a:cubicBezTo>
                    <a:pt x="271" y="590"/>
                    <a:pt x="239" y="600"/>
                    <a:pt x="194" y="600"/>
                  </a:cubicBezTo>
                  <a:cubicBezTo>
                    <a:pt x="112" y="600"/>
                    <a:pt x="57" y="568"/>
                    <a:pt x="57" y="4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8" name="Freeform 6">
              <a:extLst>
                <a:ext uri="{FF2B5EF4-FFF2-40B4-BE49-F238E27FC236}">
                  <a16:creationId xmlns:a16="http://schemas.microsoft.com/office/drawing/2014/main" id="{1969BD4D-0C40-739F-FF6B-4214C2BEBC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708151" y="2649538"/>
              <a:ext cx="1382713" cy="2063750"/>
            </a:xfrm>
            <a:custGeom>
              <a:avLst/>
              <a:gdLst>
                <a:gd name="T0" fmla="*/ 0 w 432"/>
                <a:gd name="T1" fmla="*/ 0 h 642"/>
                <a:gd name="T2" fmla="*/ 134 w 432"/>
                <a:gd name="T3" fmla="*/ 0 h 642"/>
                <a:gd name="T4" fmla="*/ 134 w 432"/>
                <a:gd name="T5" fmla="*/ 237 h 642"/>
                <a:gd name="T6" fmla="*/ 272 w 432"/>
                <a:gd name="T7" fmla="*/ 162 h 642"/>
                <a:gd name="T8" fmla="*/ 432 w 432"/>
                <a:gd name="T9" fmla="*/ 337 h 642"/>
                <a:gd name="T10" fmla="*/ 432 w 432"/>
                <a:gd name="T11" fmla="*/ 642 h 642"/>
                <a:gd name="T12" fmla="*/ 298 w 432"/>
                <a:gd name="T13" fmla="*/ 642 h 642"/>
                <a:gd name="T14" fmla="*/ 298 w 432"/>
                <a:gd name="T15" fmla="*/ 379 h 642"/>
                <a:gd name="T16" fmla="*/ 218 w 432"/>
                <a:gd name="T17" fmla="*/ 283 h 642"/>
                <a:gd name="T18" fmla="*/ 134 w 432"/>
                <a:gd name="T19" fmla="*/ 379 h 642"/>
                <a:gd name="T20" fmla="*/ 134 w 432"/>
                <a:gd name="T21" fmla="*/ 642 h 642"/>
                <a:gd name="T22" fmla="*/ 0 w 432"/>
                <a:gd name="T23" fmla="*/ 642 h 642"/>
                <a:gd name="T24" fmla="*/ 0 w 432"/>
                <a:gd name="T25" fmla="*/ 0 h 6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2" h="642">
                  <a:moveTo>
                    <a:pt x="0" y="0"/>
                  </a:moveTo>
                  <a:cubicBezTo>
                    <a:pt x="134" y="0"/>
                    <a:pt x="134" y="0"/>
                    <a:pt x="134" y="0"/>
                  </a:cubicBezTo>
                  <a:cubicBezTo>
                    <a:pt x="134" y="237"/>
                    <a:pt x="134" y="237"/>
                    <a:pt x="134" y="237"/>
                  </a:cubicBezTo>
                  <a:cubicBezTo>
                    <a:pt x="165" y="198"/>
                    <a:pt x="204" y="162"/>
                    <a:pt x="272" y="162"/>
                  </a:cubicBezTo>
                  <a:cubicBezTo>
                    <a:pt x="373" y="162"/>
                    <a:pt x="432" y="229"/>
                    <a:pt x="432" y="337"/>
                  </a:cubicBezTo>
                  <a:cubicBezTo>
                    <a:pt x="432" y="642"/>
                    <a:pt x="432" y="642"/>
                    <a:pt x="432" y="642"/>
                  </a:cubicBezTo>
                  <a:cubicBezTo>
                    <a:pt x="298" y="642"/>
                    <a:pt x="298" y="642"/>
                    <a:pt x="298" y="642"/>
                  </a:cubicBezTo>
                  <a:cubicBezTo>
                    <a:pt x="298" y="379"/>
                    <a:pt x="298" y="379"/>
                    <a:pt x="298" y="379"/>
                  </a:cubicBezTo>
                  <a:cubicBezTo>
                    <a:pt x="298" y="316"/>
                    <a:pt x="269" y="283"/>
                    <a:pt x="218" y="283"/>
                  </a:cubicBezTo>
                  <a:cubicBezTo>
                    <a:pt x="166" y="283"/>
                    <a:pt x="134" y="316"/>
                    <a:pt x="134" y="379"/>
                  </a:cubicBezTo>
                  <a:cubicBezTo>
                    <a:pt x="134" y="642"/>
                    <a:pt x="134" y="642"/>
                    <a:pt x="134" y="642"/>
                  </a:cubicBezTo>
                  <a:cubicBezTo>
                    <a:pt x="0" y="642"/>
                    <a:pt x="0" y="642"/>
                    <a:pt x="0" y="642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9" name="Freeform 7">
              <a:extLst>
                <a:ext uri="{FF2B5EF4-FFF2-40B4-BE49-F238E27FC236}">
                  <a16:creationId xmlns:a16="http://schemas.microsoft.com/office/drawing/2014/main" id="{6DB7C37A-1FE6-9BFA-5E83-3EC0F79497F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261304" y="3179763"/>
              <a:ext cx="1390650" cy="1562100"/>
            </a:xfrm>
            <a:custGeom>
              <a:avLst/>
              <a:gdLst>
                <a:gd name="T0" fmla="*/ 0 w 434"/>
                <a:gd name="T1" fmla="*/ 342 h 486"/>
                <a:gd name="T2" fmla="*/ 0 w 434"/>
                <a:gd name="T3" fmla="*/ 340 h 486"/>
                <a:gd name="T4" fmla="*/ 190 w 434"/>
                <a:gd name="T5" fmla="*/ 189 h 486"/>
                <a:gd name="T6" fmla="*/ 305 w 434"/>
                <a:gd name="T7" fmla="*/ 209 h 486"/>
                <a:gd name="T8" fmla="*/ 305 w 434"/>
                <a:gd name="T9" fmla="*/ 201 h 486"/>
                <a:gd name="T10" fmla="*/ 204 w 434"/>
                <a:gd name="T11" fmla="*/ 115 h 486"/>
                <a:gd name="T12" fmla="*/ 74 w 434"/>
                <a:gd name="T13" fmla="*/ 140 h 486"/>
                <a:gd name="T14" fmla="*/ 40 w 434"/>
                <a:gd name="T15" fmla="*/ 38 h 486"/>
                <a:gd name="T16" fmla="*/ 223 w 434"/>
                <a:gd name="T17" fmla="*/ 0 h 486"/>
                <a:gd name="T18" fmla="*/ 383 w 434"/>
                <a:gd name="T19" fmla="*/ 53 h 486"/>
                <a:gd name="T20" fmla="*/ 434 w 434"/>
                <a:gd name="T21" fmla="*/ 204 h 486"/>
                <a:gd name="T22" fmla="*/ 434 w 434"/>
                <a:gd name="T23" fmla="*/ 477 h 486"/>
                <a:gd name="T24" fmla="*/ 304 w 434"/>
                <a:gd name="T25" fmla="*/ 477 h 486"/>
                <a:gd name="T26" fmla="*/ 304 w 434"/>
                <a:gd name="T27" fmla="*/ 426 h 486"/>
                <a:gd name="T28" fmla="*/ 162 w 434"/>
                <a:gd name="T29" fmla="*/ 486 h 486"/>
                <a:gd name="T30" fmla="*/ 0 w 434"/>
                <a:gd name="T31" fmla="*/ 342 h 486"/>
                <a:gd name="T32" fmla="*/ 307 w 434"/>
                <a:gd name="T33" fmla="*/ 311 h 486"/>
                <a:gd name="T34" fmla="*/ 307 w 434"/>
                <a:gd name="T35" fmla="*/ 287 h 486"/>
                <a:gd name="T36" fmla="*/ 222 w 434"/>
                <a:gd name="T37" fmla="*/ 270 h 486"/>
                <a:gd name="T38" fmla="*/ 129 w 434"/>
                <a:gd name="T39" fmla="*/ 335 h 486"/>
                <a:gd name="T40" fmla="*/ 129 w 434"/>
                <a:gd name="T41" fmla="*/ 336 h 486"/>
                <a:gd name="T42" fmla="*/ 202 w 434"/>
                <a:gd name="T43" fmla="*/ 394 h 486"/>
                <a:gd name="T44" fmla="*/ 307 w 434"/>
                <a:gd name="T45" fmla="*/ 31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34" h="486">
                  <a:moveTo>
                    <a:pt x="0" y="342"/>
                  </a:moveTo>
                  <a:cubicBezTo>
                    <a:pt x="0" y="340"/>
                    <a:pt x="0" y="340"/>
                    <a:pt x="0" y="340"/>
                  </a:cubicBezTo>
                  <a:cubicBezTo>
                    <a:pt x="0" y="237"/>
                    <a:pt x="78" y="189"/>
                    <a:pt x="190" y="189"/>
                  </a:cubicBezTo>
                  <a:cubicBezTo>
                    <a:pt x="237" y="189"/>
                    <a:pt x="272" y="197"/>
                    <a:pt x="305" y="209"/>
                  </a:cubicBezTo>
                  <a:cubicBezTo>
                    <a:pt x="305" y="201"/>
                    <a:pt x="305" y="201"/>
                    <a:pt x="305" y="201"/>
                  </a:cubicBezTo>
                  <a:cubicBezTo>
                    <a:pt x="305" y="145"/>
                    <a:pt x="271" y="115"/>
                    <a:pt x="204" y="115"/>
                  </a:cubicBezTo>
                  <a:cubicBezTo>
                    <a:pt x="153" y="115"/>
                    <a:pt x="117" y="124"/>
                    <a:pt x="74" y="140"/>
                  </a:cubicBezTo>
                  <a:cubicBezTo>
                    <a:pt x="40" y="38"/>
                    <a:pt x="40" y="38"/>
                    <a:pt x="40" y="38"/>
                  </a:cubicBezTo>
                  <a:cubicBezTo>
                    <a:pt x="92" y="15"/>
                    <a:pt x="143" y="0"/>
                    <a:pt x="223" y="0"/>
                  </a:cubicBezTo>
                  <a:cubicBezTo>
                    <a:pt x="296" y="0"/>
                    <a:pt x="349" y="20"/>
                    <a:pt x="383" y="53"/>
                  </a:cubicBezTo>
                  <a:cubicBezTo>
                    <a:pt x="418" y="88"/>
                    <a:pt x="434" y="140"/>
                    <a:pt x="434" y="204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304" y="477"/>
                    <a:pt x="304" y="477"/>
                    <a:pt x="304" y="477"/>
                  </a:cubicBezTo>
                  <a:cubicBezTo>
                    <a:pt x="304" y="426"/>
                    <a:pt x="304" y="426"/>
                    <a:pt x="304" y="426"/>
                  </a:cubicBezTo>
                  <a:cubicBezTo>
                    <a:pt x="272" y="462"/>
                    <a:pt x="227" y="486"/>
                    <a:pt x="162" y="486"/>
                  </a:cubicBezTo>
                  <a:cubicBezTo>
                    <a:pt x="73" y="486"/>
                    <a:pt x="0" y="435"/>
                    <a:pt x="0" y="342"/>
                  </a:cubicBezTo>
                  <a:close/>
                  <a:moveTo>
                    <a:pt x="307" y="311"/>
                  </a:moveTo>
                  <a:cubicBezTo>
                    <a:pt x="307" y="287"/>
                    <a:pt x="307" y="287"/>
                    <a:pt x="307" y="287"/>
                  </a:cubicBezTo>
                  <a:cubicBezTo>
                    <a:pt x="284" y="277"/>
                    <a:pt x="254" y="270"/>
                    <a:pt x="222" y="270"/>
                  </a:cubicBezTo>
                  <a:cubicBezTo>
                    <a:pt x="164" y="270"/>
                    <a:pt x="129" y="292"/>
                    <a:pt x="129" y="335"/>
                  </a:cubicBezTo>
                  <a:cubicBezTo>
                    <a:pt x="129" y="336"/>
                    <a:pt x="129" y="336"/>
                    <a:pt x="129" y="336"/>
                  </a:cubicBezTo>
                  <a:cubicBezTo>
                    <a:pt x="129" y="372"/>
                    <a:pt x="159" y="394"/>
                    <a:pt x="202" y="394"/>
                  </a:cubicBezTo>
                  <a:cubicBezTo>
                    <a:pt x="265" y="394"/>
                    <a:pt x="307" y="359"/>
                    <a:pt x="307" y="3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0" name="Freeform 8">
              <a:extLst>
                <a:ext uri="{FF2B5EF4-FFF2-40B4-BE49-F238E27FC236}">
                  <a16:creationId xmlns:a16="http://schemas.microsoft.com/office/drawing/2014/main" id="{3AEA624F-19C6-31CA-5CD9-7E42ED68DA5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859916" y="3170238"/>
              <a:ext cx="1384300" cy="1543050"/>
            </a:xfrm>
            <a:custGeom>
              <a:avLst/>
              <a:gdLst>
                <a:gd name="T0" fmla="*/ 0 w 432"/>
                <a:gd name="T1" fmla="*/ 9 h 480"/>
                <a:gd name="T2" fmla="*/ 133 w 432"/>
                <a:gd name="T3" fmla="*/ 9 h 480"/>
                <a:gd name="T4" fmla="*/ 133 w 432"/>
                <a:gd name="T5" fmla="*/ 75 h 480"/>
                <a:gd name="T6" fmla="*/ 272 w 432"/>
                <a:gd name="T7" fmla="*/ 0 h 480"/>
                <a:gd name="T8" fmla="*/ 432 w 432"/>
                <a:gd name="T9" fmla="*/ 175 h 480"/>
                <a:gd name="T10" fmla="*/ 432 w 432"/>
                <a:gd name="T11" fmla="*/ 480 h 480"/>
                <a:gd name="T12" fmla="*/ 298 w 432"/>
                <a:gd name="T13" fmla="*/ 480 h 480"/>
                <a:gd name="T14" fmla="*/ 298 w 432"/>
                <a:gd name="T15" fmla="*/ 217 h 480"/>
                <a:gd name="T16" fmla="*/ 217 w 432"/>
                <a:gd name="T17" fmla="*/ 121 h 480"/>
                <a:gd name="T18" fmla="*/ 133 w 432"/>
                <a:gd name="T19" fmla="*/ 217 h 480"/>
                <a:gd name="T20" fmla="*/ 133 w 432"/>
                <a:gd name="T21" fmla="*/ 480 h 480"/>
                <a:gd name="T22" fmla="*/ 0 w 432"/>
                <a:gd name="T23" fmla="*/ 480 h 480"/>
                <a:gd name="T24" fmla="*/ 0 w 432"/>
                <a:gd name="T25" fmla="*/ 9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2" h="480">
                  <a:moveTo>
                    <a:pt x="0" y="9"/>
                  </a:moveTo>
                  <a:cubicBezTo>
                    <a:pt x="133" y="9"/>
                    <a:pt x="133" y="9"/>
                    <a:pt x="133" y="9"/>
                  </a:cubicBezTo>
                  <a:cubicBezTo>
                    <a:pt x="133" y="75"/>
                    <a:pt x="133" y="75"/>
                    <a:pt x="133" y="75"/>
                  </a:cubicBezTo>
                  <a:cubicBezTo>
                    <a:pt x="164" y="36"/>
                    <a:pt x="204" y="0"/>
                    <a:pt x="272" y="0"/>
                  </a:cubicBezTo>
                  <a:cubicBezTo>
                    <a:pt x="373" y="0"/>
                    <a:pt x="432" y="67"/>
                    <a:pt x="432" y="175"/>
                  </a:cubicBezTo>
                  <a:cubicBezTo>
                    <a:pt x="432" y="480"/>
                    <a:pt x="432" y="480"/>
                    <a:pt x="432" y="480"/>
                  </a:cubicBezTo>
                  <a:cubicBezTo>
                    <a:pt x="298" y="480"/>
                    <a:pt x="298" y="480"/>
                    <a:pt x="298" y="480"/>
                  </a:cubicBezTo>
                  <a:cubicBezTo>
                    <a:pt x="298" y="217"/>
                    <a:pt x="298" y="217"/>
                    <a:pt x="298" y="217"/>
                  </a:cubicBezTo>
                  <a:cubicBezTo>
                    <a:pt x="298" y="154"/>
                    <a:pt x="268" y="121"/>
                    <a:pt x="217" y="121"/>
                  </a:cubicBezTo>
                  <a:cubicBezTo>
                    <a:pt x="166" y="121"/>
                    <a:pt x="133" y="154"/>
                    <a:pt x="133" y="217"/>
                  </a:cubicBezTo>
                  <a:cubicBezTo>
                    <a:pt x="133" y="480"/>
                    <a:pt x="133" y="480"/>
                    <a:pt x="133" y="480"/>
                  </a:cubicBezTo>
                  <a:cubicBezTo>
                    <a:pt x="0" y="480"/>
                    <a:pt x="0" y="480"/>
                    <a:pt x="0" y="480"/>
                  </a:cubicBezTo>
                  <a:lnTo>
                    <a:pt x="0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1" name="Freeform 9">
              <a:extLst>
                <a:ext uri="{FF2B5EF4-FFF2-40B4-BE49-F238E27FC236}">
                  <a16:creationId xmlns:a16="http://schemas.microsoft.com/office/drawing/2014/main" id="{ED142D15-3F97-1719-8D74-37D26D1CAA3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436593" y="2649538"/>
              <a:ext cx="1460500" cy="2063750"/>
            </a:xfrm>
            <a:custGeom>
              <a:avLst/>
              <a:gdLst>
                <a:gd name="T0" fmla="*/ 0 w 920"/>
                <a:gd name="T1" fmla="*/ 0 h 1300"/>
                <a:gd name="T2" fmla="*/ 270 w 920"/>
                <a:gd name="T3" fmla="*/ 0 h 1300"/>
                <a:gd name="T4" fmla="*/ 270 w 920"/>
                <a:gd name="T5" fmla="*/ 692 h 1300"/>
                <a:gd name="T6" fmla="*/ 585 w 920"/>
                <a:gd name="T7" fmla="*/ 346 h 1300"/>
                <a:gd name="T8" fmla="*/ 908 w 920"/>
                <a:gd name="T9" fmla="*/ 346 h 1300"/>
                <a:gd name="T10" fmla="*/ 547 w 920"/>
                <a:gd name="T11" fmla="*/ 721 h 1300"/>
                <a:gd name="T12" fmla="*/ 920 w 920"/>
                <a:gd name="T13" fmla="*/ 1300 h 1300"/>
                <a:gd name="T14" fmla="*/ 609 w 920"/>
                <a:gd name="T15" fmla="*/ 1300 h 1300"/>
                <a:gd name="T16" fmla="*/ 365 w 920"/>
                <a:gd name="T17" fmla="*/ 909 h 1300"/>
                <a:gd name="T18" fmla="*/ 270 w 920"/>
                <a:gd name="T19" fmla="*/ 1010 h 1300"/>
                <a:gd name="T20" fmla="*/ 270 w 920"/>
                <a:gd name="T21" fmla="*/ 1300 h 1300"/>
                <a:gd name="T22" fmla="*/ 0 w 920"/>
                <a:gd name="T23" fmla="*/ 1300 h 1300"/>
                <a:gd name="T24" fmla="*/ 0 w 920"/>
                <a:gd name="T25" fmla="*/ 0 h 1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20" h="1300">
                  <a:moveTo>
                    <a:pt x="0" y="0"/>
                  </a:moveTo>
                  <a:lnTo>
                    <a:pt x="270" y="0"/>
                  </a:lnTo>
                  <a:lnTo>
                    <a:pt x="270" y="692"/>
                  </a:lnTo>
                  <a:lnTo>
                    <a:pt x="585" y="346"/>
                  </a:lnTo>
                  <a:lnTo>
                    <a:pt x="908" y="346"/>
                  </a:lnTo>
                  <a:lnTo>
                    <a:pt x="547" y="721"/>
                  </a:lnTo>
                  <a:lnTo>
                    <a:pt x="920" y="1300"/>
                  </a:lnTo>
                  <a:lnTo>
                    <a:pt x="609" y="1300"/>
                  </a:lnTo>
                  <a:lnTo>
                    <a:pt x="365" y="909"/>
                  </a:lnTo>
                  <a:lnTo>
                    <a:pt x="270" y="1010"/>
                  </a:lnTo>
                  <a:lnTo>
                    <a:pt x="270" y="1300"/>
                  </a:lnTo>
                  <a:lnTo>
                    <a:pt x="0" y="13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2" name="Freeform 10">
              <a:extLst>
                <a:ext uri="{FF2B5EF4-FFF2-40B4-BE49-F238E27FC236}">
                  <a16:creationId xmlns:a16="http://schemas.microsoft.com/office/drawing/2014/main" id="{6FEBB0B2-4586-05AB-B4FE-055E54F117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919896" y="3173413"/>
              <a:ext cx="1227138" cy="1568450"/>
            </a:xfrm>
            <a:custGeom>
              <a:avLst/>
              <a:gdLst>
                <a:gd name="T0" fmla="*/ 0 w 383"/>
                <a:gd name="T1" fmla="*/ 417 h 488"/>
                <a:gd name="T2" fmla="*/ 57 w 383"/>
                <a:gd name="T3" fmla="*/ 329 h 488"/>
                <a:gd name="T4" fmla="*/ 206 w 383"/>
                <a:gd name="T5" fmla="*/ 385 h 488"/>
                <a:gd name="T6" fmla="*/ 262 w 383"/>
                <a:gd name="T7" fmla="*/ 350 h 488"/>
                <a:gd name="T8" fmla="*/ 262 w 383"/>
                <a:gd name="T9" fmla="*/ 348 h 488"/>
                <a:gd name="T10" fmla="*/ 165 w 383"/>
                <a:gd name="T11" fmla="*/ 294 h 488"/>
                <a:gd name="T12" fmla="*/ 24 w 383"/>
                <a:gd name="T13" fmla="*/ 152 h 488"/>
                <a:gd name="T14" fmla="*/ 24 w 383"/>
                <a:gd name="T15" fmla="*/ 150 h 488"/>
                <a:gd name="T16" fmla="*/ 196 w 383"/>
                <a:gd name="T17" fmla="*/ 0 h 488"/>
                <a:gd name="T18" fmla="*/ 372 w 383"/>
                <a:gd name="T19" fmla="*/ 55 h 488"/>
                <a:gd name="T20" fmla="*/ 321 w 383"/>
                <a:gd name="T21" fmla="*/ 147 h 488"/>
                <a:gd name="T22" fmla="*/ 194 w 383"/>
                <a:gd name="T23" fmla="*/ 103 h 488"/>
                <a:gd name="T24" fmla="*/ 144 w 383"/>
                <a:gd name="T25" fmla="*/ 136 h 488"/>
                <a:gd name="T26" fmla="*/ 144 w 383"/>
                <a:gd name="T27" fmla="*/ 138 h 488"/>
                <a:gd name="T28" fmla="*/ 240 w 383"/>
                <a:gd name="T29" fmla="*/ 194 h 488"/>
                <a:gd name="T30" fmla="*/ 383 w 383"/>
                <a:gd name="T31" fmla="*/ 334 h 488"/>
                <a:gd name="T32" fmla="*/ 383 w 383"/>
                <a:gd name="T33" fmla="*/ 336 h 488"/>
                <a:gd name="T34" fmla="*/ 203 w 383"/>
                <a:gd name="T35" fmla="*/ 488 h 488"/>
                <a:gd name="T36" fmla="*/ 0 w 383"/>
                <a:gd name="T37" fmla="*/ 417 h 4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83" h="488">
                  <a:moveTo>
                    <a:pt x="0" y="417"/>
                  </a:moveTo>
                  <a:cubicBezTo>
                    <a:pt x="57" y="329"/>
                    <a:pt x="57" y="329"/>
                    <a:pt x="57" y="329"/>
                  </a:cubicBezTo>
                  <a:cubicBezTo>
                    <a:pt x="108" y="366"/>
                    <a:pt x="162" y="385"/>
                    <a:pt x="206" y="385"/>
                  </a:cubicBezTo>
                  <a:cubicBezTo>
                    <a:pt x="245" y="385"/>
                    <a:pt x="262" y="371"/>
                    <a:pt x="262" y="350"/>
                  </a:cubicBezTo>
                  <a:cubicBezTo>
                    <a:pt x="262" y="348"/>
                    <a:pt x="262" y="348"/>
                    <a:pt x="262" y="348"/>
                  </a:cubicBezTo>
                  <a:cubicBezTo>
                    <a:pt x="262" y="319"/>
                    <a:pt x="217" y="309"/>
                    <a:pt x="165" y="294"/>
                  </a:cubicBezTo>
                  <a:cubicBezTo>
                    <a:pt x="99" y="274"/>
                    <a:pt x="24" y="243"/>
                    <a:pt x="24" y="152"/>
                  </a:cubicBezTo>
                  <a:cubicBezTo>
                    <a:pt x="24" y="150"/>
                    <a:pt x="24" y="150"/>
                    <a:pt x="24" y="150"/>
                  </a:cubicBezTo>
                  <a:cubicBezTo>
                    <a:pt x="24" y="54"/>
                    <a:pt x="101" y="0"/>
                    <a:pt x="196" y="0"/>
                  </a:cubicBezTo>
                  <a:cubicBezTo>
                    <a:pt x="256" y="0"/>
                    <a:pt x="321" y="21"/>
                    <a:pt x="372" y="55"/>
                  </a:cubicBezTo>
                  <a:cubicBezTo>
                    <a:pt x="321" y="147"/>
                    <a:pt x="321" y="147"/>
                    <a:pt x="321" y="147"/>
                  </a:cubicBezTo>
                  <a:cubicBezTo>
                    <a:pt x="275" y="120"/>
                    <a:pt x="228" y="103"/>
                    <a:pt x="194" y="103"/>
                  </a:cubicBezTo>
                  <a:cubicBezTo>
                    <a:pt x="161" y="103"/>
                    <a:pt x="144" y="118"/>
                    <a:pt x="144" y="136"/>
                  </a:cubicBezTo>
                  <a:cubicBezTo>
                    <a:pt x="144" y="138"/>
                    <a:pt x="144" y="138"/>
                    <a:pt x="144" y="138"/>
                  </a:cubicBezTo>
                  <a:cubicBezTo>
                    <a:pt x="144" y="164"/>
                    <a:pt x="189" y="176"/>
                    <a:pt x="240" y="194"/>
                  </a:cubicBezTo>
                  <a:cubicBezTo>
                    <a:pt x="306" y="216"/>
                    <a:pt x="383" y="248"/>
                    <a:pt x="383" y="334"/>
                  </a:cubicBezTo>
                  <a:cubicBezTo>
                    <a:pt x="383" y="336"/>
                    <a:pt x="383" y="336"/>
                    <a:pt x="383" y="336"/>
                  </a:cubicBezTo>
                  <a:cubicBezTo>
                    <a:pt x="383" y="440"/>
                    <a:pt x="305" y="488"/>
                    <a:pt x="203" y="488"/>
                  </a:cubicBezTo>
                  <a:cubicBezTo>
                    <a:pt x="137" y="488"/>
                    <a:pt x="63" y="466"/>
                    <a:pt x="0" y="4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3" name="Oval 11">
              <a:extLst>
                <a:ext uri="{FF2B5EF4-FFF2-40B4-BE49-F238E27FC236}">
                  <a16:creationId xmlns:a16="http://schemas.microsoft.com/office/drawing/2014/main" id="{70877F96-1F23-E1FC-71E9-01EE358F60F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282260" y="4167188"/>
              <a:ext cx="544513" cy="546100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9C8C1D9-B375-1D63-409C-0E8AA8DEE2D1}"/>
              </a:ext>
            </a:extLst>
          </p:cNvPr>
          <p:cNvGrpSpPr/>
          <p:nvPr userDrawn="1"/>
        </p:nvGrpSpPr>
        <p:grpSpPr>
          <a:xfrm>
            <a:off x="9390324" y="767096"/>
            <a:ext cx="2800087" cy="1898696"/>
            <a:chOff x="9390324" y="767096"/>
            <a:chExt cx="2800087" cy="1898696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04DB0252-2F51-9D54-5F87-47E8112037C5}"/>
                </a:ext>
              </a:extLst>
            </p:cNvPr>
            <p:cNvGrpSpPr/>
            <p:nvPr userDrawn="1"/>
          </p:nvGrpSpPr>
          <p:grpSpPr>
            <a:xfrm>
              <a:off x="9390324" y="936748"/>
              <a:ext cx="1965963" cy="1042086"/>
              <a:chOff x="4988072" y="501936"/>
              <a:chExt cx="1978802" cy="1051017"/>
            </a:xfrm>
            <a:solidFill>
              <a:schemeClr val="bg1"/>
            </a:solidFill>
          </p:grpSpPr>
          <p:sp>
            <p:nvSpPr>
              <p:cNvPr id="85" name="Freeform 5">
                <a:extLst>
                  <a:ext uri="{FF2B5EF4-FFF2-40B4-BE49-F238E27FC236}">
                    <a16:creationId xmlns:a16="http://schemas.microsoft.com/office/drawing/2014/main" id="{433FD598-576F-FFF0-672B-6A9B1AF5124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559016" y="501936"/>
                <a:ext cx="218094" cy="282813"/>
              </a:xfrm>
              <a:custGeom>
                <a:avLst/>
                <a:gdLst>
                  <a:gd name="T0" fmla="*/ 0 w 502"/>
                  <a:gd name="T1" fmla="*/ 550 h 651"/>
                  <a:gd name="T2" fmla="*/ 83 w 502"/>
                  <a:gd name="T3" fmla="*/ 451 h 651"/>
                  <a:gd name="T4" fmla="*/ 272 w 502"/>
                  <a:gd name="T5" fmla="*/ 528 h 651"/>
                  <a:gd name="T6" fmla="*/ 363 w 502"/>
                  <a:gd name="T7" fmla="*/ 469 h 651"/>
                  <a:gd name="T8" fmla="*/ 363 w 502"/>
                  <a:gd name="T9" fmla="*/ 467 h 651"/>
                  <a:gd name="T10" fmla="*/ 236 w 502"/>
                  <a:gd name="T11" fmla="*/ 386 h 651"/>
                  <a:gd name="T12" fmla="*/ 26 w 502"/>
                  <a:gd name="T13" fmla="*/ 192 h 651"/>
                  <a:gd name="T14" fmla="*/ 26 w 502"/>
                  <a:gd name="T15" fmla="*/ 191 h 651"/>
                  <a:gd name="T16" fmla="*/ 247 w 502"/>
                  <a:gd name="T17" fmla="*/ 0 h 651"/>
                  <a:gd name="T18" fmla="*/ 483 w 502"/>
                  <a:gd name="T19" fmla="*/ 80 h 651"/>
                  <a:gd name="T20" fmla="*/ 410 w 502"/>
                  <a:gd name="T21" fmla="*/ 185 h 651"/>
                  <a:gd name="T22" fmla="*/ 246 w 502"/>
                  <a:gd name="T23" fmla="*/ 123 h 651"/>
                  <a:gd name="T24" fmla="*/ 164 w 502"/>
                  <a:gd name="T25" fmla="*/ 178 h 651"/>
                  <a:gd name="T26" fmla="*/ 164 w 502"/>
                  <a:gd name="T27" fmla="*/ 180 h 651"/>
                  <a:gd name="T28" fmla="*/ 301 w 502"/>
                  <a:gd name="T29" fmla="*/ 263 h 651"/>
                  <a:gd name="T30" fmla="*/ 502 w 502"/>
                  <a:gd name="T31" fmla="*/ 453 h 651"/>
                  <a:gd name="T32" fmla="*/ 502 w 502"/>
                  <a:gd name="T33" fmla="*/ 455 h 651"/>
                  <a:gd name="T34" fmla="*/ 269 w 502"/>
                  <a:gd name="T35" fmla="*/ 651 h 651"/>
                  <a:gd name="T36" fmla="*/ 0 w 502"/>
                  <a:gd name="T37" fmla="*/ 550 h 6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502" h="651">
                    <a:moveTo>
                      <a:pt x="0" y="550"/>
                    </a:moveTo>
                    <a:cubicBezTo>
                      <a:pt x="83" y="451"/>
                      <a:pt x="83" y="451"/>
                      <a:pt x="83" y="451"/>
                    </a:cubicBezTo>
                    <a:cubicBezTo>
                      <a:pt x="140" y="498"/>
                      <a:pt x="200" y="528"/>
                      <a:pt x="272" y="528"/>
                    </a:cubicBezTo>
                    <a:cubicBezTo>
                      <a:pt x="329" y="528"/>
                      <a:pt x="363" y="506"/>
                      <a:pt x="363" y="469"/>
                    </a:cubicBezTo>
                    <a:cubicBezTo>
                      <a:pt x="363" y="467"/>
                      <a:pt x="363" y="467"/>
                      <a:pt x="363" y="467"/>
                    </a:cubicBezTo>
                    <a:cubicBezTo>
                      <a:pt x="363" y="431"/>
                      <a:pt x="342" y="413"/>
                      <a:pt x="236" y="386"/>
                    </a:cubicBezTo>
                    <a:cubicBezTo>
                      <a:pt x="108" y="354"/>
                      <a:pt x="26" y="318"/>
                      <a:pt x="26" y="192"/>
                    </a:cubicBezTo>
                    <a:cubicBezTo>
                      <a:pt x="26" y="191"/>
                      <a:pt x="26" y="191"/>
                      <a:pt x="26" y="191"/>
                    </a:cubicBezTo>
                    <a:cubicBezTo>
                      <a:pt x="26" y="76"/>
                      <a:pt x="118" y="0"/>
                      <a:pt x="247" y="0"/>
                    </a:cubicBezTo>
                    <a:cubicBezTo>
                      <a:pt x="340" y="0"/>
                      <a:pt x="419" y="29"/>
                      <a:pt x="483" y="80"/>
                    </a:cubicBezTo>
                    <a:cubicBezTo>
                      <a:pt x="410" y="185"/>
                      <a:pt x="410" y="185"/>
                      <a:pt x="410" y="185"/>
                    </a:cubicBezTo>
                    <a:cubicBezTo>
                      <a:pt x="354" y="146"/>
                      <a:pt x="299" y="123"/>
                      <a:pt x="246" y="123"/>
                    </a:cubicBezTo>
                    <a:cubicBezTo>
                      <a:pt x="192" y="123"/>
                      <a:pt x="164" y="147"/>
                      <a:pt x="164" y="178"/>
                    </a:cubicBezTo>
                    <a:cubicBezTo>
                      <a:pt x="164" y="180"/>
                      <a:pt x="164" y="180"/>
                      <a:pt x="164" y="180"/>
                    </a:cubicBezTo>
                    <a:cubicBezTo>
                      <a:pt x="164" y="221"/>
                      <a:pt x="191" y="235"/>
                      <a:pt x="301" y="263"/>
                    </a:cubicBezTo>
                    <a:cubicBezTo>
                      <a:pt x="429" y="297"/>
                      <a:pt x="502" y="343"/>
                      <a:pt x="502" y="453"/>
                    </a:cubicBezTo>
                    <a:cubicBezTo>
                      <a:pt x="502" y="455"/>
                      <a:pt x="502" y="455"/>
                      <a:pt x="502" y="455"/>
                    </a:cubicBezTo>
                    <a:cubicBezTo>
                      <a:pt x="502" y="581"/>
                      <a:pt x="406" y="651"/>
                      <a:pt x="269" y="651"/>
                    </a:cubicBezTo>
                    <a:cubicBezTo>
                      <a:pt x="173" y="651"/>
                      <a:pt x="76" y="618"/>
                      <a:pt x="0" y="55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Freeform 6">
                <a:extLst>
                  <a:ext uri="{FF2B5EF4-FFF2-40B4-BE49-F238E27FC236}">
                    <a16:creationId xmlns:a16="http://schemas.microsoft.com/office/drawing/2014/main" id="{824AAD10-C96C-2D4A-15C2-1D354C7C691E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791295" y="566212"/>
                <a:ext cx="322264" cy="214547"/>
              </a:xfrm>
              <a:custGeom>
                <a:avLst/>
                <a:gdLst>
                  <a:gd name="T0" fmla="*/ 0 w 741"/>
                  <a:gd name="T1" fmla="*/ 9 h 494"/>
                  <a:gd name="T2" fmla="*/ 138 w 741"/>
                  <a:gd name="T3" fmla="*/ 9 h 494"/>
                  <a:gd name="T4" fmla="*/ 138 w 741"/>
                  <a:gd name="T5" fmla="*/ 78 h 494"/>
                  <a:gd name="T6" fmla="*/ 281 w 741"/>
                  <a:gd name="T7" fmla="*/ 0 h 494"/>
                  <a:gd name="T8" fmla="*/ 418 w 741"/>
                  <a:gd name="T9" fmla="*/ 77 h 494"/>
                  <a:gd name="T10" fmla="*/ 577 w 741"/>
                  <a:gd name="T11" fmla="*/ 0 h 494"/>
                  <a:gd name="T12" fmla="*/ 741 w 741"/>
                  <a:gd name="T13" fmla="*/ 178 h 494"/>
                  <a:gd name="T14" fmla="*/ 741 w 741"/>
                  <a:gd name="T15" fmla="*/ 494 h 494"/>
                  <a:gd name="T16" fmla="*/ 603 w 741"/>
                  <a:gd name="T17" fmla="*/ 494 h 494"/>
                  <a:gd name="T18" fmla="*/ 603 w 741"/>
                  <a:gd name="T19" fmla="*/ 224 h 494"/>
                  <a:gd name="T20" fmla="*/ 523 w 741"/>
                  <a:gd name="T21" fmla="*/ 125 h 494"/>
                  <a:gd name="T22" fmla="*/ 439 w 741"/>
                  <a:gd name="T23" fmla="*/ 224 h 494"/>
                  <a:gd name="T24" fmla="*/ 439 w 741"/>
                  <a:gd name="T25" fmla="*/ 494 h 494"/>
                  <a:gd name="T26" fmla="*/ 302 w 741"/>
                  <a:gd name="T27" fmla="*/ 494 h 494"/>
                  <a:gd name="T28" fmla="*/ 302 w 741"/>
                  <a:gd name="T29" fmla="*/ 224 h 494"/>
                  <a:gd name="T30" fmla="*/ 221 w 741"/>
                  <a:gd name="T31" fmla="*/ 125 h 494"/>
                  <a:gd name="T32" fmla="*/ 138 w 741"/>
                  <a:gd name="T33" fmla="*/ 224 h 494"/>
                  <a:gd name="T34" fmla="*/ 138 w 741"/>
                  <a:gd name="T35" fmla="*/ 494 h 494"/>
                  <a:gd name="T36" fmla="*/ 0 w 741"/>
                  <a:gd name="T37" fmla="*/ 494 h 494"/>
                  <a:gd name="T38" fmla="*/ 0 w 741"/>
                  <a:gd name="T39" fmla="*/ 9 h 4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41" h="494">
                    <a:moveTo>
                      <a:pt x="0" y="9"/>
                    </a:moveTo>
                    <a:cubicBezTo>
                      <a:pt x="138" y="9"/>
                      <a:pt x="138" y="9"/>
                      <a:pt x="138" y="9"/>
                    </a:cubicBezTo>
                    <a:cubicBezTo>
                      <a:pt x="138" y="78"/>
                      <a:pt x="138" y="78"/>
                      <a:pt x="138" y="78"/>
                    </a:cubicBezTo>
                    <a:cubicBezTo>
                      <a:pt x="170" y="37"/>
                      <a:pt x="211" y="0"/>
                      <a:pt x="281" y="0"/>
                    </a:cubicBezTo>
                    <a:cubicBezTo>
                      <a:pt x="344" y="0"/>
                      <a:pt x="392" y="28"/>
                      <a:pt x="418" y="77"/>
                    </a:cubicBezTo>
                    <a:cubicBezTo>
                      <a:pt x="460" y="27"/>
                      <a:pt x="511" y="0"/>
                      <a:pt x="577" y="0"/>
                    </a:cubicBezTo>
                    <a:cubicBezTo>
                      <a:pt x="679" y="0"/>
                      <a:pt x="741" y="62"/>
                      <a:pt x="741" y="178"/>
                    </a:cubicBezTo>
                    <a:cubicBezTo>
                      <a:pt x="741" y="494"/>
                      <a:pt x="741" y="494"/>
                      <a:pt x="741" y="494"/>
                    </a:cubicBezTo>
                    <a:cubicBezTo>
                      <a:pt x="603" y="494"/>
                      <a:pt x="603" y="494"/>
                      <a:pt x="603" y="494"/>
                    </a:cubicBezTo>
                    <a:cubicBezTo>
                      <a:pt x="603" y="224"/>
                      <a:pt x="603" y="224"/>
                      <a:pt x="603" y="224"/>
                    </a:cubicBezTo>
                    <a:cubicBezTo>
                      <a:pt x="603" y="159"/>
                      <a:pt x="574" y="125"/>
                      <a:pt x="523" y="125"/>
                    </a:cubicBezTo>
                    <a:cubicBezTo>
                      <a:pt x="471" y="125"/>
                      <a:pt x="439" y="159"/>
                      <a:pt x="439" y="224"/>
                    </a:cubicBezTo>
                    <a:cubicBezTo>
                      <a:pt x="439" y="494"/>
                      <a:pt x="439" y="494"/>
                      <a:pt x="439" y="494"/>
                    </a:cubicBezTo>
                    <a:cubicBezTo>
                      <a:pt x="302" y="494"/>
                      <a:pt x="302" y="494"/>
                      <a:pt x="302" y="494"/>
                    </a:cubicBezTo>
                    <a:cubicBezTo>
                      <a:pt x="302" y="224"/>
                      <a:pt x="302" y="224"/>
                      <a:pt x="302" y="224"/>
                    </a:cubicBezTo>
                    <a:cubicBezTo>
                      <a:pt x="302" y="159"/>
                      <a:pt x="273" y="125"/>
                      <a:pt x="221" y="125"/>
                    </a:cubicBezTo>
                    <a:cubicBezTo>
                      <a:pt x="170" y="125"/>
                      <a:pt x="138" y="159"/>
                      <a:pt x="138" y="224"/>
                    </a:cubicBezTo>
                    <a:cubicBezTo>
                      <a:pt x="138" y="494"/>
                      <a:pt x="138" y="494"/>
                      <a:pt x="138" y="494"/>
                    </a:cubicBezTo>
                    <a:cubicBezTo>
                      <a:pt x="0" y="494"/>
                      <a:pt x="0" y="494"/>
                      <a:pt x="0" y="494"/>
                    </a:cubicBezTo>
                    <a:lnTo>
                      <a:pt x="0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Freeform 7">
                <a:extLst>
                  <a:ext uri="{FF2B5EF4-FFF2-40B4-BE49-F238E27FC236}">
                    <a16:creationId xmlns:a16="http://schemas.microsoft.com/office/drawing/2014/main" id="{8776387C-7DBE-0FBD-3AED-689433E76864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125971" y="567985"/>
                <a:ext cx="193713" cy="216764"/>
              </a:xfrm>
              <a:custGeom>
                <a:avLst/>
                <a:gdLst>
                  <a:gd name="T0" fmla="*/ 0 w 446"/>
                  <a:gd name="T1" fmla="*/ 351 h 499"/>
                  <a:gd name="T2" fmla="*/ 0 w 446"/>
                  <a:gd name="T3" fmla="*/ 349 h 499"/>
                  <a:gd name="T4" fmla="*/ 195 w 446"/>
                  <a:gd name="T5" fmla="*/ 194 h 499"/>
                  <a:gd name="T6" fmla="*/ 314 w 446"/>
                  <a:gd name="T7" fmla="*/ 214 h 499"/>
                  <a:gd name="T8" fmla="*/ 314 w 446"/>
                  <a:gd name="T9" fmla="*/ 206 h 499"/>
                  <a:gd name="T10" fmla="*/ 210 w 446"/>
                  <a:gd name="T11" fmla="*/ 117 h 499"/>
                  <a:gd name="T12" fmla="*/ 76 w 446"/>
                  <a:gd name="T13" fmla="*/ 144 h 499"/>
                  <a:gd name="T14" fmla="*/ 42 w 446"/>
                  <a:gd name="T15" fmla="*/ 39 h 499"/>
                  <a:gd name="T16" fmla="*/ 230 w 446"/>
                  <a:gd name="T17" fmla="*/ 0 h 499"/>
                  <a:gd name="T18" fmla="*/ 394 w 446"/>
                  <a:gd name="T19" fmla="*/ 54 h 499"/>
                  <a:gd name="T20" fmla="*/ 446 w 446"/>
                  <a:gd name="T21" fmla="*/ 209 h 499"/>
                  <a:gd name="T22" fmla="*/ 446 w 446"/>
                  <a:gd name="T23" fmla="*/ 490 h 499"/>
                  <a:gd name="T24" fmla="*/ 313 w 446"/>
                  <a:gd name="T25" fmla="*/ 490 h 499"/>
                  <a:gd name="T26" fmla="*/ 313 w 446"/>
                  <a:gd name="T27" fmla="*/ 438 h 499"/>
                  <a:gd name="T28" fmla="*/ 166 w 446"/>
                  <a:gd name="T29" fmla="*/ 499 h 499"/>
                  <a:gd name="T30" fmla="*/ 0 w 446"/>
                  <a:gd name="T31" fmla="*/ 351 h 499"/>
                  <a:gd name="T32" fmla="*/ 316 w 446"/>
                  <a:gd name="T33" fmla="*/ 319 h 499"/>
                  <a:gd name="T34" fmla="*/ 316 w 446"/>
                  <a:gd name="T35" fmla="*/ 295 h 499"/>
                  <a:gd name="T36" fmla="*/ 228 w 446"/>
                  <a:gd name="T37" fmla="*/ 277 h 499"/>
                  <a:gd name="T38" fmla="*/ 133 w 446"/>
                  <a:gd name="T39" fmla="*/ 344 h 499"/>
                  <a:gd name="T40" fmla="*/ 133 w 446"/>
                  <a:gd name="T41" fmla="*/ 346 h 499"/>
                  <a:gd name="T42" fmla="*/ 208 w 446"/>
                  <a:gd name="T43" fmla="*/ 404 h 499"/>
                  <a:gd name="T44" fmla="*/ 316 w 446"/>
                  <a:gd name="T45" fmla="*/ 319 h 4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46" h="499">
                    <a:moveTo>
                      <a:pt x="0" y="351"/>
                    </a:moveTo>
                    <a:cubicBezTo>
                      <a:pt x="0" y="349"/>
                      <a:pt x="0" y="349"/>
                      <a:pt x="0" y="349"/>
                    </a:cubicBezTo>
                    <a:cubicBezTo>
                      <a:pt x="0" y="243"/>
                      <a:pt x="80" y="194"/>
                      <a:pt x="195" y="194"/>
                    </a:cubicBezTo>
                    <a:cubicBezTo>
                      <a:pt x="244" y="194"/>
                      <a:pt x="280" y="202"/>
                      <a:pt x="314" y="214"/>
                    </a:cubicBezTo>
                    <a:cubicBezTo>
                      <a:pt x="314" y="206"/>
                      <a:pt x="314" y="206"/>
                      <a:pt x="314" y="206"/>
                    </a:cubicBezTo>
                    <a:cubicBezTo>
                      <a:pt x="314" y="149"/>
                      <a:pt x="279" y="117"/>
                      <a:pt x="210" y="117"/>
                    </a:cubicBezTo>
                    <a:cubicBezTo>
                      <a:pt x="157" y="117"/>
                      <a:pt x="120" y="127"/>
                      <a:pt x="76" y="144"/>
                    </a:cubicBezTo>
                    <a:cubicBezTo>
                      <a:pt x="42" y="39"/>
                      <a:pt x="42" y="39"/>
                      <a:pt x="42" y="39"/>
                    </a:cubicBezTo>
                    <a:cubicBezTo>
                      <a:pt x="95" y="15"/>
                      <a:pt x="147" y="0"/>
                      <a:pt x="230" y="0"/>
                    </a:cubicBezTo>
                    <a:cubicBezTo>
                      <a:pt x="305" y="0"/>
                      <a:pt x="359" y="20"/>
                      <a:pt x="394" y="54"/>
                    </a:cubicBezTo>
                    <a:cubicBezTo>
                      <a:pt x="430" y="90"/>
                      <a:pt x="446" y="144"/>
                      <a:pt x="446" y="209"/>
                    </a:cubicBezTo>
                    <a:cubicBezTo>
                      <a:pt x="446" y="490"/>
                      <a:pt x="446" y="490"/>
                      <a:pt x="446" y="490"/>
                    </a:cubicBezTo>
                    <a:cubicBezTo>
                      <a:pt x="313" y="490"/>
                      <a:pt x="313" y="490"/>
                      <a:pt x="313" y="490"/>
                    </a:cubicBezTo>
                    <a:cubicBezTo>
                      <a:pt x="313" y="438"/>
                      <a:pt x="313" y="438"/>
                      <a:pt x="313" y="438"/>
                    </a:cubicBezTo>
                    <a:cubicBezTo>
                      <a:pt x="280" y="475"/>
                      <a:pt x="233" y="499"/>
                      <a:pt x="166" y="499"/>
                    </a:cubicBezTo>
                    <a:cubicBezTo>
                      <a:pt x="75" y="499"/>
                      <a:pt x="0" y="447"/>
                      <a:pt x="0" y="351"/>
                    </a:cubicBezTo>
                    <a:close/>
                    <a:moveTo>
                      <a:pt x="316" y="319"/>
                    </a:moveTo>
                    <a:cubicBezTo>
                      <a:pt x="316" y="295"/>
                      <a:pt x="316" y="295"/>
                      <a:pt x="316" y="295"/>
                    </a:cubicBezTo>
                    <a:cubicBezTo>
                      <a:pt x="292" y="284"/>
                      <a:pt x="262" y="277"/>
                      <a:pt x="228" y="277"/>
                    </a:cubicBezTo>
                    <a:cubicBezTo>
                      <a:pt x="169" y="277"/>
                      <a:pt x="133" y="300"/>
                      <a:pt x="133" y="344"/>
                    </a:cubicBezTo>
                    <a:cubicBezTo>
                      <a:pt x="133" y="346"/>
                      <a:pt x="133" y="346"/>
                      <a:pt x="133" y="346"/>
                    </a:cubicBezTo>
                    <a:cubicBezTo>
                      <a:pt x="133" y="383"/>
                      <a:pt x="164" y="404"/>
                      <a:pt x="208" y="404"/>
                    </a:cubicBezTo>
                    <a:cubicBezTo>
                      <a:pt x="272" y="404"/>
                      <a:pt x="316" y="369"/>
                      <a:pt x="316" y="3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Freeform 8">
                <a:extLst>
                  <a:ext uri="{FF2B5EF4-FFF2-40B4-BE49-F238E27FC236}">
                    <a16:creationId xmlns:a16="http://schemas.microsoft.com/office/drawing/2014/main" id="{262E0FEC-2981-11B0-3D88-8A94D08178CF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336529" y="564438"/>
                <a:ext cx="127665" cy="216321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1 h 498"/>
                  <a:gd name="T6" fmla="*/ 293 w 293"/>
                  <a:gd name="T7" fmla="*/ 4 h 498"/>
                  <a:gd name="T8" fmla="*/ 293 w 293"/>
                  <a:gd name="T9" fmla="*/ 148 h 498"/>
                  <a:gd name="T10" fmla="*/ 285 w 293"/>
                  <a:gd name="T11" fmla="*/ 148 h 498"/>
                  <a:gd name="T12" fmla="*/ 138 w 293"/>
                  <a:gd name="T13" fmla="*/ 319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1"/>
                      <a:pt x="138" y="111"/>
                      <a:pt x="138" y="111"/>
                    </a:cubicBezTo>
                    <a:cubicBezTo>
                      <a:pt x="166" y="44"/>
                      <a:pt x="211" y="0"/>
                      <a:pt x="293" y="4"/>
                    </a:cubicBezTo>
                    <a:cubicBezTo>
                      <a:pt x="293" y="148"/>
                      <a:pt x="293" y="148"/>
                      <a:pt x="293" y="148"/>
                    </a:cubicBezTo>
                    <a:cubicBezTo>
                      <a:pt x="285" y="148"/>
                      <a:pt x="285" y="148"/>
                      <a:pt x="285" y="148"/>
                    </a:cubicBezTo>
                    <a:cubicBezTo>
                      <a:pt x="194" y="148"/>
                      <a:pt x="138" y="203"/>
                      <a:pt x="138" y="319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9" name="Freeform 9">
                <a:extLst>
                  <a:ext uri="{FF2B5EF4-FFF2-40B4-BE49-F238E27FC236}">
                    <a16:creationId xmlns:a16="http://schemas.microsoft.com/office/drawing/2014/main" id="{FECC1288-545E-BDB4-6462-3EE5544D7025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475719" y="516121"/>
                <a:ext cx="134757" cy="268184"/>
              </a:xfrm>
              <a:custGeom>
                <a:avLst/>
                <a:gdLst>
                  <a:gd name="T0" fmla="*/ 58 w 310"/>
                  <a:gd name="T1" fmla="*/ 472 h 617"/>
                  <a:gd name="T2" fmla="*/ 58 w 310"/>
                  <a:gd name="T3" fmla="*/ 242 h 617"/>
                  <a:gd name="T4" fmla="*/ 0 w 310"/>
                  <a:gd name="T5" fmla="*/ 242 h 617"/>
                  <a:gd name="T6" fmla="*/ 0 w 310"/>
                  <a:gd name="T7" fmla="*/ 124 h 617"/>
                  <a:gd name="T8" fmla="*/ 58 w 310"/>
                  <a:gd name="T9" fmla="*/ 124 h 617"/>
                  <a:gd name="T10" fmla="*/ 58 w 310"/>
                  <a:gd name="T11" fmla="*/ 0 h 617"/>
                  <a:gd name="T12" fmla="*/ 196 w 310"/>
                  <a:gd name="T13" fmla="*/ 0 h 617"/>
                  <a:gd name="T14" fmla="*/ 196 w 310"/>
                  <a:gd name="T15" fmla="*/ 124 h 617"/>
                  <a:gd name="T16" fmla="*/ 310 w 310"/>
                  <a:gd name="T17" fmla="*/ 124 h 617"/>
                  <a:gd name="T18" fmla="*/ 310 w 310"/>
                  <a:gd name="T19" fmla="*/ 242 h 617"/>
                  <a:gd name="T20" fmla="*/ 196 w 310"/>
                  <a:gd name="T21" fmla="*/ 242 h 617"/>
                  <a:gd name="T22" fmla="*/ 196 w 310"/>
                  <a:gd name="T23" fmla="*/ 449 h 617"/>
                  <a:gd name="T24" fmla="*/ 240 w 310"/>
                  <a:gd name="T25" fmla="*/ 496 h 617"/>
                  <a:gd name="T26" fmla="*/ 308 w 310"/>
                  <a:gd name="T27" fmla="*/ 479 h 617"/>
                  <a:gd name="T28" fmla="*/ 308 w 310"/>
                  <a:gd name="T29" fmla="*/ 589 h 617"/>
                  <a:gd name="T30" fmla="*/ 199 w 310"/>
                  <a:gd name="T31" fmla="*/ 617 h 617"/>
                  <a:gd name="T32" fmla="*/ 58 w 310"/>
                  <a:gd name="T33" fmla="*/ 472 h 6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10" h="617">
                    <a:moveTo>
                      <a:pt x="58" y="472"/>
                    </a:moveTo>
                    <a:cubicBezTo>
                      <a:pt x="58" y="242"/>
                      <a:pt x="58" y="242"/>
                      <a:pt x="58" y="242"/>
                    </a:cubicBezTo>
                    <a:cubicBezTo>
                      <a:pt x="0" y="242"/>
                      <a:pt x="0" y="242"/>
                      <a:pt x="0" y="242"/>
                    </a:cubicBezTo>
                    <a:cubicBezTo>
                      <a:pt x="0" y="124"/>
                      <a:pt x="0" y="124"/>
                      <a:pt x="0" y="124"/>
                    </a:cubicBezTo>
                    <a:cubicBezTo>
                      <a:pt x="58" y="124"/>
                      <a:pt x="58" y="124"/>
                      <a:pt x="58" y="124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196" y="0"/>
                      <a:pt x="196" y="0"/>
                      <a:pt x="196" y="0"/>
                    </a:cubicBezTo>
                    <a:cubicBezTo>
                      <a:pt x="196" y="124"/>
                      <a:pt x="196" y="124"/>
                      <a:pt x="196" y="124"/>
                    </a:cubicBezTo>
                    <a:cubicBezTo>
                      <a:pt x="310" y="124"/>
                      <a:pt x="310" y="124"/>
                      <a:pt x="310" y="124"/>
                    </a:cubicBezTo>
                    <a:cubicBezTo>
                      <a:pt x="310" y="242"/>
                      <a:pt x="310" y="242"/>
                      <a:pt x="310" y="242"/>
                    </a:cubicBezTo>
                    <a:cubicBezTo>
                      <a:pt x="196" y="242"/>
                      <a:pt x="196" y="242"/>
                      <a:pt x="196" y="242"/>
                    </a:cubicBezTo>
                    <a:cubicBezTo>
                      <a:pt x="196" y="449"/>
                      <a:pt x="196" y="449"/>
                      <a:pt x="196" y="449"/>
                    </a:cubicBezTo>
                    <a:cubicBezTo>
                      <a:pt x="196" y="481"/>
                      <a:pt x="209" y="496"/>
                      <a:pt x="240" y="496"/>
                    </a:cubicBezTo>
                    <a:cubicBezTo>
                      <a:pt x="265" y="496"/>
                      <a:pt x="288" y="490"/>
                      <a:pt x="308" y="479"/>
                    </a:cubicBezTo>
                    <a:cubicBezTo>
                      <a:pt x="308" y="589"/>
                      <a:pt x="308" y="589"/>
                      <a:pt x="308" y="589"/>
                    </a:cubicBezTo>
                    <a:cubicBezTo>
                      <a:pt x="279" y="607"/>
                      <a:pt x="245" y="617"/>
                      <a:pt x="199" y="617"/>
                    </a:cubicBezTo>
                    <a:cubicBezTo>
                      <a:pt x="115" y="617"/>
                      <a:pt x="58" y="584"/>
                      <a:pt x="58" y="4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0" name="Freeform 10">
                <a:extLst>
                  <a:ext uri="{FF2B5EF4-FFF2-40B4-BE49-F238E27FC236}">
                    <a16:creationId xmlns:a16="http://schemas.microsoft.com/office/drawing/2014/main" id="{9DB49BE1-F1C8-5A4F-1BE7-B9C5B671A4B9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618455" y="566212"/>
                <a:ext cx="207012" cy="219424"/>
              </a:xfrm>
              <a:custGeom>
                <a:avLst/>
                <a:gdLst>
                  <a:gd name="T0" fmla="*/ 0 w 476"/>
                  <a:gd name="T1" fmla="*/ 254 h 505"/>
                  <a:gd name="T2" fmla="*/ 0 w 476"/>
                  <a:gd name="T3" fmla="*/ 253 h 505"/>
                  <a:gd name="T4" fmla="*/ 240 w 476"/>
                  <a:gd name="T5" fmla="*/ 0 h 505"/>
                  <a:gd name="T6" fmla="*/ 476 w 476"/>
                  <a:gd name="T7" fmla="*/ 263 h 505"/>
                  <a:gd name="T8" fmla="*/ 475 w 476"/>
                  <a:gd name="T9" fmla="*/ 300 h 505"/>
                  <a:gd name="T10" fmla="*/ 137 w 476"/>
                  <a:gd name="T11" fmla="*/ 300 h 505"/>
                  <a:gd name="T12" fmla="*/ 256 w 476"/>
                  <a:gd name="T13" fmla="*/ 395 h 505"/>
                  <a:gd name="T14" fmla="*/ 373 w 476"/>
                  <a:gd name="T15" fmla="*/ 345 h 505"/>
                  <a:gd name="T16" fmla="*/ 452 w 476"/>
                  <a:gd name="T17" fmla="*/ 415 h 505"/>
                  <a:gd name="T18" fmla="*/ 254 w 476"/>
                  <a:gd name="T19" fmla="*/ 505 h 505"/>
                  <a:gd name="T20" fmla="*/ 0 w 476"/>
                  <a:gd name="T21" fmla="*/ 254 h 505"/>
                  <a:gd name="T22" fmla="*/ 342 w 476"/>
                  <a:gd name="T23" fmla="*/ 214 h 505"/>
                  <a:gd name="T24" fmla="*/ 240 w 476"/>
                  <a:gd name="T25" fmla="*/ 111 h 505"/>
                  <a:gd name="T26" fmla="*/ 135 w 476"/>
                  <a:gd name="T27" fmla="*/ 214 h 505"/>
                  <a:gd name="T28" fmla="*/ 342 w 476"/>
                  <a:gd name="T29" fmla="*/ 21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76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99" y="0"/>
                      <a:pt x="240" y="0"/>
                    </a:cubicBezTo>
                    <a:cubicBezTo>
                      <a:pt x="402" y="0"/>
                      <a:pt x="476" y="126"/>
                      <a:pt x="476" y="263"/>
                    </a:cubicBezTo>
                    <a:cubicBezTo>
                      <a:pt x="476" y="274"/>
                      <a:pt x="476" y="287"/>
                      <a:pt x="475" y="300"/>
                    </a:cubicBezTo>
                    <a:cubicBezTo>
                      <a:pt x="137" y="300"/>
                      <a:pt x="137" y="300"/>
                      <a:pt x="137" y="300"/>
                    </a:cubicBezTo>
                    <a:cubicBezTo>
                      <a:pt x="151" y="362"/>
                      <a:pt x="194" y="395"/>
                      <a:pt x="256" y="395"/>
                    </a:cubicBezTo>
                    <a:cubicBezTo>
                      <a:pt x="302" y="395"/>
                      <a:pt x="335" y="380"/>
                      <a:pt x="373" y="345"/>
                    </a:cubicBezTo>
                    <a:cubicBezTo>
                      <a:pt x="452" y="415"/>
                      <a:pt x="452" y="415"/>
                      <a:pt x="452" y="415"/>
                    </a:cubicBezTo>
                    <a:cubicBezTo>
                      <a:pt x="407" y="471"/>
                      <a:pt x="342" y="505"/>
                      <a:pt x="254" y="505"/>
                    </a:cubicBezTo>
                    <a:cubicBezTo>
                      <a:pt x="108" y="505"/>
                      <a:pt x="0" y="403"/>
                      <a:pt x="0" y="254"/>
                    </a:cubicBezTo>
                    <a:close/>
                    <a:moveTo>
                      <a:pt x="342" y="214"/>
                    </a:moveTo>
                    <a:cubicBezTo>
                      <a:pt x="334" y="152"/>
                      <a:pt x="298" y="111"/>
                      <a:pt x="240" y="111"/>
                    </a:cubicBezTo>
                    <a:cubicBezTo>
                      <a:pt x="183" y="111"/>
                      <a:pt x="146" y="151"/>
                      <a:pt x="135" y="214"/>
                    </a:cubicBezTo>
                    <a:lnTo>
                      <a:pt x="342" y="2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1" name="Freeform 11">
                <a:extLst>
                  <a:ext uri="{FF2B5EF4-FFF2-40B4-BE49-F238E27FC236}">
                    <a16:creationId xmlns:a16="http://schemas.microsoft.com/office/drawing/2014/main" id="{5700CEE7-82FA-F314-D150-00348A9C1993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837879" y="564438"/>
                <a:ext cx="127221" cy="216321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1 h 498"/>
                  <a:gd name="T6" fmla="*/ 293 w 293"/>
                  <a:gd name="T7" fmla="*/ 4 h 498"/>
                  <a:gd name="T8" fmla="*/ 293 w 293"/>
                  <a:gd name="T9" fmla="*/ 148 h 498"/>
                  <a:gd name="T10" fmla="*/ 285 w 293"/>
                  <a:gd name="T11" fmla="*/ 148 h 498"/>
                  <a:gd name="T12" fmla="*/ 138 w 293"/>
                  <a:gd name="T13" fmla="*/ 319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1"/>
                      <a:pt x="138" y="111"/>
                      <a:pt x="138" y="111"/>
                    </a:cubicBezTo>
                    <a:cubicBezTo>
                      <a:pt x="166" y="44"/>
                      <a:pt x="211" y="0"/>
                      <a:pt x="293" y="4"/>
                    </a:cubicBezTo>
                    <a:cubicBezTo>
                      <a:pt x="293" y="148"/>
                      <a:pt x="293" y="148"/>
                      <a:pt x="293" y="148"/>
                    </a:cubicBezTo>
                    <a:cubicBezTo>
                      <a:pt x="285" y="148"/>
                      <a:pt x="285" y="148"/>
                      <a:pt x="285" y="148"/>
                    </a:cubicBezTo>
                    <a:cubicBezTo>
                      <a:pt x="194" y="148"/>
                      <a:pt x="138" y="203"/>
                      <a:pt x="138" y="319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2" name="Freeform 12">
                <a:extLst>
                  <a:ext uri="{FF2B5EF4-FFF2-40B4-BE49-F238E27FC236}">
                    <a16:creationId xmlns:a16="http://schemas.microsoft.com/office/drawing/2014/main" id="{FC0AB9F7-3D02-4537-31F6-D98B2250C9F3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4988072" y="888476"/>
                <a:ext cx="134757" cy="268628"/>
              </a:xfrm>
              <a:custGeom>
                <a:avLst/>
                <a:gdLst>
                  <a:gd name="T0" fmla="*/ 58 w 310"/>
                  <a:gd name="T1" fmla="*/ 472 h 618"/>
                  <a:gd name="T2" fmla="*/ 58 w 310"/>
                  <a:gd name="T3" fmla="*/ 242 h 618"/>
                  <a:gd name="T4" fmla="*/ 0 w 310"/>
                  <a:gd name="T5" fmla="*/ 242 h 618"/>
                  <a:gd name="T6" fmla="*/ 0 w 310"/>
                  <a:gd name="T7" fmla="*/ 124 h 618"/>
                  <a:gd name="T8" fmla="*/ 58 w 310"/>
                  <a:gd name="T9" fmla="*/ 124 h 618"/>
                  <a:gd name="T10" fmla="*/ 58 w 310"/>
                  <a:gd name="T11" fmla="*/ 0 h 618"/>
                  <a:gd name="T12" fmla="*/ 195 w 310"/>
                  <a:gd name="T13" fmla="*/ 0 h 618"/>
                  <a:gd name="T14" fmla="*/ 195 w 310"/>
                  <a:gd name="T15" fmla="*/ 124 h 618"/>
                  <a:gd name="T16" fmla="*/ 310 w 310"/>
                  <a:gd name="T17" fmla="*/ 124 h 618"/>
                  <a:gd name="T18" fmla="*/ 310 w 310"/>
                  <a:gd name="T19" fmla="*/ 242 h 618"/>
                  <a:gd name="T20" fmla="*/ 195 w 310"/>
                  <a:gd name="T21" fmla="*/ 242 h 618"/>
                  <a:gd name="T22" fmla="*/ 195 w 310"/>
                  <a:gd name="T23" fmla="*/ 449 h 618"/>
                  <a:gd name="T24" fmla="*/ 240 w 310"/>
                  <a:gd name="T25" fmla="*/ 496 h 618"/>
                  <a:gd name="T26" fmla="*/ 308 w 310"/>
                  <a:gd name="T27" fmla="*/ 479 h 618"/>
                  <a:gd name="T28" fmla="*/ 308 w 310"/>
                  <a:gd name="T29" fmla="*/ 590 h 618"/>
                  <a:gd name="T30" fmla="*/ 199 w 310"/>
                  <a:gd name="T31" fmla="*/ 618 h 618"/>
                  <a:gd name="T32" fmla="*/ 58 w 310"/>
                  <a:gd name="T33" fmla="*/ 472 h 6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10" h="618">
                    <a:moveTo>
                      <a:pt x="58" y="472"/>
                    </a:moveTo>
                    <a:cubicBezTo>
                      <a:pt x="58" y="242"/>
                      <a:pt x="58" y="242"/>
                      <a:pt x="58" y="242"/>
                    </a:cubicBezTo>
                    <a:cubicBezTo>
                      <a:pt x="0" y="242"/>
                      <a:pt x="0" y="242"/>
                      <a:pt x="0" y="242"/>
                    </a:cubicBezTo>
                    <a:cubicBezTo>
                      <a:pt x="0" y="124"/>
                      <a:pt x="0" y="124"/>
                      <a:pt x="0" y="124"/>
                    </a:cubicBezTo>
                    <a:cubicBezTo>
                      <a:pt x="58" y="124"/>
                      <a:pt x="58" y="124"/>
                      <a:pt x="58" y="124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195" y="0"/>
                      <a:pt x="195" y="0"/>
                      <a:pt x="195" y="0"/>
                    </a:cubicBezTo>
                    <a:cubicBezTo>
                      <a:pt x="195" y="124"/>
                      <a:pt x="195" y="124"/>
                      <a:pt x="195" y="124"/>
                    </a:cubicBezTo>
                    <a:cubicBezTo>
                      <a:pt x="310" y="124"/>
                      <a:pt x="310" y="124"/>
                      <a:pt x="310" y="124"/>
                    </a:cubicBezTo>
                    <a:cubicBezTo>
                      <a:pt x="310" y="242"/>
                      <a:pt x="310" y="242"/>
                      <a:pt x="310" y="242"/>
                    </a:cubicBezTo>
                    <a:cubicBezTo>
                      <a:pt x="195" y="242"/>
                      <a:pt x="195" y="242"/>
                      <a:pt x="195" y="242"/>
                    </a:cubicBezTo>
                    <a:cubicBezTo>
                      <a:pt x="195" y="449"/>
                      <a:pt x="195" y="449"/>
                      <a:pt x="195" y="449"/>
                    </a:cubicBezTo>
                    <a:cubicBezTo>
                      <a:pt x="195" y="481"/>
                      <a:pt x="209" y="496"/>
                      <a:pt x="240" y="496"/>
                    </a:cubicBezTo>
                    <a:cubicBezTo>
                      <a:pt x="265" y="496"/>
                      <a:pt x="288" y="490"/>
                      <a:pt x="308" y="479"/>
                    </a:cubicBezTo>
                    <a:cubicBezTo>
                      <a:pt x="308" y="590"/>
                      <a:pt x="308" y="590"/>
                      <a:pt x="308" y="590"/>
                    </a:cubicBezTo>
                    <a:cubicBezTo>
                      <a:pt x="279" y="607"/>
                      <a:pt x="245" y="618"/>
                      <a:pt x="199" y="618"/>
                    </a:cubicBezTo>
                    <a:cubicBezTo>
                      <a:pt x="115" y="618"/>
                      <a:pt x="58" y="584"/>
                      <a:pt x="58" y="4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3" name="Freeform 13">
                <a:extLst>
                  <a:ext uri="{FF2B5EF4-FFF2-40B4-BE49-F238E27FC236}">
                    <a16:creationId xmlns:a16="http://schemas.microsoft.com/office/drawing/2014/main" id="{12D11DBC-90A7-4337-F6CB-C20DBD872CBD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5131251" y="938123"/>
                <a:ext cx="207455" cy="219867"/>
              </a:xfrm>
              <a:custGeom>
                <a:avLst/>
                <a:gdLst>
                  <a:gd name="T0" fmla="*/ 0 w 477"/>
                  <a:gd name="T1" fmla="*/ 254 h 505"/>
                  <a:gd name="T2" fmla="*/ 0 w 477"/>
                  <a:gd name="T3" fmla="*/ 253 h 505"/>
                  <a:gd name="T4" fmla="*/ 240 w 477"/>
                  <a:gd name="T5" fmla="*/ 0 h 505"/>
                  <a:gd name="T6" fmla="*/ 477 w 477"/>
                  <a:gd name="T7" fmla="*/ 263 h 505"/>
                  <a:gd name="T8" fmla="*/ 475 w 477"/>
                  <a:gd name="T9" fmla="*/ 300 h 505"/>
                  <a:gd name="T10" fmla="*/ 137 w 477"/>
                  <a:gd name="T11" fmla="*/ 300 h 505"/>
                  <a:gd name="T12" fmla="*/ 256 w 477"/>
                  <a:gd name="T13" fmla="*/ 395 h 505"/>
                  <a:gd name="T14" fmla="*/ 373 w 477"/>
                  <a:gd name="T15" fmla="*/ 345 h 505"/>
                  <a:gd name="T16" fmla="*/ 452 w 477"/>
                  <a:gd name="T17" fmla="*/ 415 h 505"/>
                  <a:gd name="T18" fmla="*/ 254 w 477"/>
                  <a:gd name="T19" fmla="*/ 505 h 505"/>
                  <a:gd name="T20" fmla="*/ 0 w 477"/>
                  <a:gd name="T21" fmla="*/ 254 h 505"/>
                  <a:gd name="T22" fmla="*/ 343 w 477"/>
                  <a:gd name="T23" fmla="*/ 214 h 505"/>
                  <a:gd name="T24" fmla="*/ 240 w 477"/>
                  <a:gd name="T25" fmla="*/ 111 h 505"/>
                  <a:gd name="T26" fmla="*/ 135 w 477"/>
                  <a:gd name="T27" fmla="*/ 214 h 505"/>
                  <a:gd name="T28" fmla="*/ 343 w 477"/>
                  <a:gd name="T29" fmla="*/ 21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77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99" y="0"/>
                      <a:pt x="240" y="0"/>
                    </a:cubicBezTo>
                    <a:cubicBezTo>
                      <a:pt x="402" y="0"/>
                      <a:pt x="477" y="126"/>
                      <a:pt x="477" y="263"/>
                    </a:cubicBezTo>
                    <a:cubicBezTo>
                      <a:pt x="477" y="274"/>
                      <a:pt x="476" y="287"/>
                      <a:pt x="475" y="300"/>
                    </a:cubicBezTo>
                    <a:cubicBezTo>
                      <a:pt x="137" y="300"/>
                      <a:pt x="137" y="300"/>
                      <a:pt x="137" y="300"/>
                    </a:cubicBezTo>
                    <a:cubicBezTo>
                      <a:pt x="151" y="362"/>
                      <a:pt x="194" y="395"/>
                      <a:pt x="256" y="395"/>
                    </a:cubicBezTo>
                    <a:cubicBezTo>
                      <a:pt x="302" y="395"/>
                      <a:pt x="335" y="380"/>
                      <a:pt x="373" y="345"/>
                    </a:cubicBezTo>
                    <a:cubicBezTo>
                      <a:pt x="452" y="415"/>
                      <a:pt x="452" y="415"/>
                      <a:pt x="452" y="415"/>
                    </a:cubicBezTo>
                    <a:cubicBezTo>
                      <a:pt x="407" y="471"/>
                      <a:pt x="342" y="505"/>
                      <a:pt x="254" y="505"/>
                    </a:cubicBezTo>
                    <a:cubicBezTo>
                      <a:pt x="108" y="505"/>
                      <a:pt x="0" y="403"/>
                      <a:pt x="0" y="254"/>
                    </a:cubicBezTo>
                    <a:close/>
                    <a:moveTo>
                      <a:pt x="343" y="214"/>
                    </a:moveTo>
                    <a:cubicBezTo>
                      <a:pt x="334" y="152"/>
                      <a:pt x="298" y="111"/>
                      <a:pt x="240" y="111"/>
                    </a:cubicBezTo>
                    <a:cubicBezTo>
                      <a:pt x="183" y="111"/>
                      <a:pt x="146" y="151"/>
                      <a:pt x="135" y="214"/>
                    </a:cubicBezTo>
                    <a:lnTo>
                      <a:pt x="343" y="2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4" name="Freeform 14">
                <a:extLst>
                  <a:ext uri="{FF2B5EF4-FFF2-40B4-BE49-F238E27FC236}">
                    <a16:creationId xmlns:a16="http://schemas.microsoft.com/office/drawing/2014/main" id="{F524D8E9-37C3-A27E-30E8-DF8ACF25D41F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348015" y="938123"/>
                <a:ext cx="195486" cy="219867"/>
              </a:xfrm>
              <a:custGeom>
                <a:avLst/>
                <a:gdLst>
                  <a:gd name="T0" fmla="*/ 0 w 450"/>
                  <a:gd name="T1" fmla="*/ 254 h 505"/>
                  <a:gd name="T2" fmla="*/ 0 w 450"/>
                  <a:gd name="T3" fmla="*/ 253 h 505"/>
                  <a:gd name="T4" fmla="*/ 254 w 450"/>
                  <a:gd name="T5" fmla="*/ 0 h 505"/>
                  <a:gd name="T6" fmla="*/ 448 w 450"/>
                  <a:gd name="T7" fmla="*/ 82 h 505"/>
                  <a:gd name="T8" fmla="*/ 363 w 450"/>
                  <a:gd name="T9" fmla="*/ 172 h 505"/>
                  <a:gd name="T10" fmla="*/ 253 w 450"/>
                  <a:gd name="T11" fmla="*/ 119 h 505"/>
                  <a:gd name="T12" fmla="*/ 135 w 450"/>
                  <a:gd name="T13" fmla="*/ 251 h 505"/>
                  <a:gd name="T14" fmla="*/ 135 w 450"/>
                  <a:gd name="T15" fmla="*/ 253 h 505"/>
                  <a:gd name="T16" fmla="*/ 258 w 450"/>
                  <a:gd name="T17" fmla="*/ 387 h 505"/>
                  <a:gd name="T18" fmla="*/ 370 w 450"/>
                  <a:gd name="T19" fmla="*/ 335 h 505"/>
                  <a:gd name="T20" fmla="*/ 450 w 450"/>
                  <a:gd name="T21" fmla="*/ 416 h 505"/>
                  <a:gd name="T22" fmla="*/ 252 w 450"/>
                  <a:gd name="T23" fmla="*/ 505 h 505"/>
                  <a:gd name="T24" fmla="*/ 0 w 450"/>
                  <a:gd name="T25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0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106" y="0"/>
                      <a:pt x="254" y="0"/>
                    </a:cubicBezTo>
                    <a:cubicBezTo>
                      <a:pt x="345" y="0"/>
                      <a:pt x="402" y="31"/>
                      <a:pt x="448" y="82"/>
                    </a:cubicBezTo>
                    <a:cubicBezTo>
                      <a:pt x="363" y="172"/>
                      <a:pt x="363" y="172"/>
                      <a:pt x="363" y="172"/>
                    </a:cubicBezTo>
                    <a:cubicBezTo>
                      <a:pt x="333" y="139"/>
                      <a:pt x="302" y="119"/>
                      <a:pt x="253" y="119"/>
                    </a:cubicBezTo>
                    <a:cubicBezTo>
                      <a:pt x="184" y="119"/>
                      <a:pt x="135" y="179"/>
                      <a:pt x="135" y="251"/>
                    </a:cubicBezTo>
                    <a:cubicBezTo>
                      <a:pt x="135" y="253"/>
                      <a:pt x="135" y="253"/>
                      <a:pt x="135" y="253"/>
                    </a:cubicBezTo>
                    <a:cubicBezTo>
                      <a:pt x="135" y="327"/>
                      <a:pt x="183" y="387"/>
                      <a:pt x="258" y="387"/>
                    </a:cubicBezTo>
                    <a:cubicBezTo>
                      <a:pt x="305" y="387"/>
                      <a:pt x="336" y="367"/>
                      <a:pt x="370" y="335"/>
                    </a:cubicBezTo>
                    <a:cubicBezTo>
                      <a:pt x="450" y="416"/>
                      <a:pt x="450" y="416"/>
                      <a:pt x="450" y="416"/>
                    </a:cubicBezTo>
                    <a:cubicBezTo>
                      <a:pt x="403" y="468"/>
                      <a:pt x="349" y="505"/>
                      <a:pt x="252" y="505"/>
                    </a:cubicBezTo>
                    <a:cubicBezTo>
                      <a:pt x="106" y="505"/>
                      <a:pt x="0" y="393"/>
                      <a:pt x="0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5" name="Freeform 15">
                <a:extLst>
                  <a:ext uri="{FF2B5EF4-FFF2-40B4-BE49-F238E27FC236}">
                    <a16:creationId xmlns:a16="http://schemas.microsoft.com/office/drawing/2014/main" id="{083673F6-E265-4005-D62C-293234A8CE09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553254" y="866312"/>
                <a:ext cx="193270" cy="286802"/>
              </a:xfrm>
              <a:custGeom>
                <a:avLst/>
                <a:gdLst>
                  <a:gd name="T0" fmla="*/ 0 w 445"/>
                  <a:gd name="T1" fmla="*/ 0 h 660"/>
                  <a:gd name="T2" fmla="*/ 138 w 445"/>
                  <a:gd name="T3" fmla="*/ 0 h 660"/>
                  <a:gd name="T4" fmla="*/ 138 w 445"/>
                  <a:gd name="T5" fmla="*/ 244 h 660"/>
                  <a:gd name="T6" fmla="*/ 280 w 445"/>
                  <a:gd name="T7" fmla="*/ 166 h 660"/>
                  <a:gd name="T8" fmla="*/ 445 w 445"/>
                  <a:gd name="T9" fmla="*/ 346 h 660"/>
                  <a:gd name="T10" fmla="*/ 445 w 445"/>
                  <a:gd name="T11" fmla="*/ 660 h 660"/>
                  <a:gd name="T12" fmla="*/ 307 w 445"/>
                  <a:gd name="T13" fmla="*/ 660 h 660"/>
                  <a:gd name="T14" fmla="*/ 307 w 445"/>
                  <a:gd name="T15" fmla="*/ 390 h 660"/>
                  <a:gd name="T16" fmla="*/ 224 w 445"/>
                  <a:gd name="T17" fmla="*/ 291 h 660"/>
                  <a:gd name="T18" fmla="*/ 138 w 445"/>
                  <a:gd name="T19" fmla="*/ 390 h 660"/>
                  <a:gd name="T20" fmla="*/ 138 w 445"/>
                  <a:gd name="T21" fmla="*/ 660 h 660"/>
                  <a:gd name="T22" fmla="*/ 0 w 445"/>
                  <a:gd name="T23" fmla="*/ 660 h 660"/>
                  <a:gd name="T24" fmla="*/ 0 w 445"/>
                  <a:gd name="T25" fmla="*/ 0 h 6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45" h="660">
                    <a:moveTo>
                      <a:pt x="0" y="0"/>
                    </a:move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244"/>
                      <a:pt x="138" y="244"/>
                      <a:pt x="138" y="244"/>
                    </a:cubicBezTo>
                    <a:cubicBezTo>
                      <a:pt x="169" y="203"/>
                      <a:pt x="210" y="166"/>
                      <a:pt x="280" y="166"/>
                    </a:cubicBezTo>
                    <a:cubicBezTo>
                      <a:pt x="384" y="166"/>
                      <a:pt x="445" y="235"/>
                      <a:pt x="445" y="346"/>
                    </a:cubicBezTo>
                    <a:cubicBezTo>
                      <a:pt x="445" y="660"/>
                      <a:pt x="445" y="660"/>
                      <a:pt x="445" y="660"/>
                    </a:cubicBezTo>
                    <a:cubicBezTo>
                      <a:pt x="307" y="660"/>
                      <a:pt x="307" y="660"/>
                      <a:pt x="307" y="660"/>
                    </a:cubicBezTo>
                    <a:cubicBezTo>
                      <a:pt x="307" y="390"/>
                      <a:pt x="307" y="390"/>
                      <a:pt x="307" y="390"/>
                    </a:cubicBezTo>
                    <a:cubicBezTo>
                      <a:pt x="307" y="324"/>
                      <a:pt x="276" y="291"/>
                      <a:pt x="224" y="291"/>
                    </a:cubicBezTo>
                    <a:cubicBezTo>
                      <a:pt x="171" y="291"/>
                      <a:pt x="138" y="324"/>
                      <a:pt x="138" y="390"/>
                    </a:cubicBezTo>
                    <a:cubicBezTo>
                      <a:pt x="138" y="660"/>
                      <a:pt x="138" y="660"/>
                      <a:pt x="138" y="660"/>
                    </a:cubicBezTo>
                    <a:cubicBezTo>
                      <a:pt x="0" y="660"/>
                      <a:pt x="0" y="660"/>
                      <a:pt x="0" y="66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6" name="Freeform 16">
                <a:extLst>
                  <a:ext uri="{FF2B5EF4-FFF2-40B4-BE49-F238E27FC236}">
                    <a16:creationId xmlns:a16="http://schemas.microsoft.com/office/drawing/2014/main" id="{4F04928C-BA06-2085-F636-A4F44FC6E987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762039" y="938123"/>
                <a:ext cx="192827" cy="214991"/>
              </a:xfrm>
              <a:custGeom>
                <a:avLst/>
                <a:gdLst>
                  <a:gd name="T0" fmla="*/ 0 w 444"/>
                  <a:gd name="T1" fmla="*/ 9 h 494"/>
                  <a:gd name="T2" fmla="*/ 137 w 444"/>
                  <a:gd name="T3" fmla="*/ 9 h 494"/>
                  <a:gd name="T4" fmla="*/ 137 w 444"/>
                  <a:gd name="T5" fmla="*/ 78 h 494"/>
                  <a:gd name="T6" fmla="*/ 279 w 444"/>
                  <a:gd name="T7" fmla="*/ 0 h 494"/>
                  <a:gd name="T8" fmla="*/ 444 w 444"/>
                  <a:gd name="T9" fmla="*/ 180 h 494"/>
                  <a:gd name="T10" fmla="*/ 444 w 444"/>
                  <a:gd name="T11" fmla="*/ 494 h 494"/>
                  <a:gd name="T12" fmla="*/ 306 w 444"/>
                  <a:gd name="T13" fmla="*/ 494 h 494"/>
                  <a:gd name="T14" fmla="*/ 306 w 444"/>
                  <a:gd name="T15" fmla="*/ 224 h 494"/>
                  <a:gd name="T16" fmla="*/ 223 w 444"/>
                  <a:gd name="T17" fmla="*/ 125 h 494"/>
                  <a:gd name="T18" fmla="*/ 137 w 444"/>
                  <a:gd name="T19" fmla="*/ 224 h 494"/>
                  <a:gd name="T20" fmla="*/ 137 w 444"/>
                  <a:gd name="T21" fmla="*/ 494 h 494"/>
                  <a:gd name="T22" fmla="*/ 0 w 444"/>
                  <a:gd name="T23" fmla="*/ 494 h 494"/>
                  <a:gd name="T24" fmla="*/ 0 w 444"/>
                  <a:gd name="T25" fmla="*/ 9 h 4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44" h="494">
                    <a:moveTo>
                      <a:pt x="0" y="9"/>
                    </a:moveTo>
                    <a:cubicBezTo>
                      <a:pt x="137" y="9"/>
                      <a:pt x="137" y="9"/>
                      <a:pt x="137" y="9"/>
                    </a:cubicBezTo>
                    <a:cubicBezTo>
                      <a:pt x="137" y="78"/>
                      <a:pt x="137" y="78"/>
                      <a:pt x="137" y="78"/>
                    </a:cubicBezTo>
                    <a:cubicBezTo>
                      <a:pt x="169" y="37"/>
                      <a:pt x="210" y="0"/>
                      <a:pt x="279" y="0"/>
                    </a:cubicBezTo>
                    <a:cubicBezTo>
                      <a:pt x="383" y="0"/>
                      <a:pt x="444" y="69"/>
                      <a:pt x="444" y="180"/>
                    </a:cubicBezTo>
                    <a:cubicBezTo>
                      <a:pt x="444" y="494"/>
                      <a:pt x="444" y="494"/>
                      <a:pt x="444" y="494"/>
                    </a:cubicBezTo>
                    <a:cubicBezTo>
                      <a:pt x="306" y="494"/>
                      <a:pt x="306" y="494"/>
                      <a:pt x="306" y="494"/>
                    </a:cubicBezTo>
                    <a:cubicBezTo>
                      <a:pt x="306" y="224"/>
                      <a:pt x="306" y="224"/>
                      <a:pt x="306" y="224"/>
                    </a:cubicBezTo>
                    <a:cubicBezTo>
                      <a:pt x="306" y="158"/>
                      <a:pt x="276" y="125"/>
                      <a:pt x="223" y="125"/>
                    </a:cubicBezTo>
                    <a:cubicBezTo>
                      <a:pt x="171" y="125"/>
                      <a:pt x="137" y="158"/>
                      <a:pt x="137" y="224"/>
                    </a:cubicBezTo>
                    <a:cubicBezTo>
                      <a:pt x="137" y="494"/>
                      <a:pt x="137" y="494"/>
                      <a:pt x="137" y="494"/>
                    </a:cubicBezTo>
                    <a:cubicBezTo>
                      <a:pt x="0" y="494"/>
                      <a:pt x="0" y="494"/>
                      <a:pt x="0" y="494"/>
                    </a:cubicBezTo>
                    <a:lnTo>
                      <a:pt x="0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7" name="Freeform 17">
                <a:extLst>
                  <a:ext uri="{FF2B5EF4-FFF2-40B4-BE49-F238E27FC236}">
                    <a16:creationId xmlns:a16="http://schemas.microsoft.com/office/drawing/2014/main" id="{0B7609F1-6889-0F3F-1078-1078D3AEDAE7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5967277" y="938123"/>
                <a:ext cx="228289" cy="219867"/>
              </a:xfrm>
              <a:custGeom>
                <a:avLst/>
                <a:gdLst>
                  <a:gd name="T0" fmla="*/ 0 w 525"/>
                  <a:gd name="T1" fmla="*/ 254 h 505"/>
                  <a:gd name="T2" fmla="*/ 0 w 525"/>
                  <a:gd name="T3" fmla="*/ 253 h 505"/>
                  <a:gd name="T4" fmla="*/ 263 w 525"/>
                  <a:gd name="T5" fmla="*/ 0 h 505"/>
                  <a:gd name="T6" fmla="*/ 525 w 525"/>
                  <a:gd name="T7" fmla="*/ 251 h 505"/>
                  <a:gd name="T8" fmla="*/ 525 w 525"/>
                  <a:gd name="T9" fmla="*/ 253 h 505"/>
                  <a:gd name="T10" fmla="*/ 262 w 525"/>
                  <a:gd name="T11" fmla="*/ 505 h 505"/>
                  <a:gd name="T12" fmla="*/ 0 w 525"/>
                  <a:gd name="T13" fmla="*/ 254 h 505"/>
                  <a:gd name="T14" fmla="*/ 389 w 525"/>
                  <a:gd name="T15" fmla="*/ 254 h 505"/>
                  <a:gd name="T16" fmla="*/ 389 w 525"/>
                  <a:gd name="T17" fmla="*/ 253 h 505"/>
                  <a:gd name="T18" fmla="*/ 262 w 525"/>
                  <a:gd name="T19" fmla="*/ 119 h 505"/>
                  <a:gd name="T20" fmla="*/ 136 w 525"/>
                  <a:gd name="T21" fmla="*/ 251 h 505"/>
                  <a:gd name="T22" fmla="*/ 136 w 525"/>
                  <a:gd name="T23" fmla="*/ 253 h 505"/>
                  <a:gd name="T24" fmla="*/ 263 w 525"/>
                  <a:gd name="T25" fmla="*/ 387 h 505"/>
                  <a:gd name="T26" fmla="*/ 389 w 525"/>
                  <a:gd name="T27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5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3"/>
                      <a:pt x="112" y="0"/>
                      <a:pt x="263" y="0"/>
                    </a:cubicBezTo>
                    <a:cubicBezTo>
                      <a:pt x="414" y="0"/>
                      <a:pt x="525" y="111"/>
                      <a:pt x="525" y="251"/>
                    </a:cubicBezTo>
                    <a:cubicBezTo>
                      <a:pt x="525" y="253"/>
                      <a:pt x="525" y="253"/>
                      <a:pt x="525" y="253"/>
                    </a:cubicBezTo>
                    <a:cubicBezTo>
                      <a:pt x="525" y="392"/>
                      <a:pt x="413" y="505"/>
                      <a:pt x="262" y="505"/>
                    </a:cubicBezTo>
                    <a:cubicBezTo>
                      <a:pt x="111" y="505"/>
                      <a:pt x="0" y="394"/>
                      <a:pt x="0" y="254"/>
                    </a:cubicBezTo>
                    <a:close/>
                    <a:moveTo>
                      <a:pt x="389" y="254"/>
                    </a:moveTo>
                    <a:cubicBezTo>
                      <a:pt x="389" y="253"/>
                      <a:pt x="389" y="253"/>
                      <a:pt x="389" y="253"/>
                    </a:cubicBezTo>
                    <a:cubicBezTo>
                      <a:pt x="389" y="181"/>
                      <a:pt x="338" y="119"/>
                      <a:pt x="262" y="119"/>
                    </a:cubicBezTo>
                    <a:cubicBezTo>
                      <a:pt x="183" y="119"/>
                      <a:pt x="136" y="179"/>
                      <a:pt x="136" y="251"/>
                    </a:cubicBezTo>
                    <a:cubicBezTo>
                      <a:pt x="136" y="253"/>
                      <a:pt x="136" y="253"/>
                      <a:pt x="136" y="253"/>
                    </a:cubicBezTo>
                    <a:cubicBezTo>
                      <a:pt x="136" y="324"/>
                      <a:pt x="187" y="387"/>
                      <a:pt x="263" y="387"/>
                    </a:cubicBezTo>
                    <a:cubicBezTo>
                      <a:pt x="342" y="387"/>
                      <a:pt x="389" y="326"/>
                      <a:pt x="389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8" name="Rectangle 18">
                <a:extLst>
                  <a:ext uri="{FF2B5EF4-FFF2-40B4-BE49-F238E27FC236}">
                    <a16:creationId xmlns:a16="http://schemas.microsoft.com/office/drawing/2014/main" id="{14DEDB85-DF79-F93C-595F-4B0E6B36F339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207091" y="866312"/>
                <a:ext cx="59843" cy="286802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9" name="Freeform 19">
                <a:extLst>
                  <a:ext uri="{FF2B5EF4-FFF2-40B4-BE49-F238E27FC236}">
                    <a16:creationId xmlns:a16="http://schemas.microsoft.com/office/drawing/2014/main" id="{481DD98C-1DDB-14FF-BA62-46FAD00BAA89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278460" y="938123"/>
                <a:ext cx="228732" cy="219867"/>
              </a:xfrm>
              <a:custGeom>
                <a:avLst/>
                <a:gdLst>
                  <a:gd name="T0" fmla="*/ 0 w 526"/>
                  <a:gd name="T1" fmla="*/ 254 h 505"/>
                  <a:gd name="T2" fmla="*/ 0 w 526"/>
                  <a:gd name="T3" fmla="*/ 253 h 505"/>
                  <a:gd name="T4" fmla="*/ 264 w 526"/>
                  <a:gd name="T5" fmla="*/ 0 h 505"/>
                  <a:gd name="T6" fmla="*/ 526 w 526"/>
                  <a:gd name="T7" fmla="*/ 251 h 505"/>
                  <a:gd name="T8" fmla="*/ 526 w 526"/>
                  <a:gd name="T9" fmla="*/ 253 h 505"/>
                  <a:gd name="T10" fmla="*/ 262 w 526"/>
                  <a:gd name="T11" fmla="*/ 505 h 505"/>
                  <a:gd name="T12" fmla="*/ 0 w 526"/>
                  <a:gd name="T13" fmla="*/ 254 h 505"/>
                  <a:gd name="T14" fmla="*/ 390 w 526"/>
                  <a:gd name="T15" fmla="*/ 254 h 505"/>
                  <a:gd name="T16" fmla="*/ 390 w 526"/>
                  <a:gd name="T17" fmla="*/ 253 h 505"/>
                  <a:gd name="T18" fmla="*/ 262 w 526"/>
                  <a:gd name="T19" fmla="*/ 119 h 505"/>
                  <a:gd name="T20" fmla="*/ 136 w 526"/>
                  <a:gd name="T21" fmla="*/ 251 h 505"/>
                  <a:gd name="T22" fmla="*/ 136 w 526"/>
                  <a:gd name="T23" fmla="*/ 253 h 505"/>
                  <a:gd name="T24" fmla="*/ 264 w 526"/>
                  <a:gd name="T25" fmla="*/ 387 h 505"/>
                  <a:gd name="T26" fmla="*/ 390 w 526"/>
                  <a:gd name="T27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6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3"/>
                      <a:pt x="113" y="0"/>
                      <a:pt x="264" y="0"/>
                    </a:cubicBezTo>
                    <a:cubicBezTo>
                      <a:pt x="414" y="0"/>
                      <a:pt x="526" y="111"/>
                      <a:pt x="526" y="251"/>
                    </a:cubicBezTo>
                    <a:cubicBezTo>
                      <a:pt x="526" y="253"/>
                      <a:pt x="526" y="253"/>
                      <a:pt x="526" y="253"/>
                    </a:cubicBezTo>
                    <a:cubicBezTo>
                      <a:pt x="526" y="392"/>
                      <a:pt x="413" y="505"/>
                      <a:pt x="262" y="505"/>
                    </a:cubicBezTo>
                    <a:cubicBezTo>
                      <a:pt x="112" y="505"/>
                      <a:pt x="0" y="394"/>
                      <a:pt x="0" y="254"/>
                    </a:cubicBezTo>
                    <a:close/>
                    <a:moveTo>
                      <a:pt x="390" y="254"/>
                    </a:moveTo>
                    <a:cubicBezTo>
                      <a:pt x="390" y="253"/>
                      <a:pt x="390" y="253"/>
                      <a:pt x="390" y="253"/>
                    </a:cubicBezTo>
                    <a:cubicBezTo>
                      <a:pt x="390" y="181"/>
                      <a:pt x="338" y="119"/>
                      <a:pt x="262" y="119"/>
                    </a:cubicBezTo>
                    <a:cubicBezTo>
                      <a:pt x="183" y="119"/>
                      <a:pt x="136" y="179"/>
                      <a:pt x="136" y="251"/>
                    </a:cubicBezTo>
                    <a:cubicBezTo>
                      <a:pt x="136" y="253"/>
                      <a:pt x="136" y="253"/>
                      <a:pt x="136" y="253"/>
                    </a:cubicBezTo>
                    <a:cubicBezTo>
                      <a:pt x="136" y="324"/>
                      <a:pt x="188" y="387"/>
                      <a:pt x="264" y="387"/>
                    </a:cubicBezTo>
                    <a:cubicBezTo>
                      <a:pt x="343" y="387"/>
                      <a:pt x="390" y="326"/>
                      <a:pt x="390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0" name="Freeform 20">
                <a:extLst>
                  <a:ext uri="{FF2B5EF4-FFF2-40B4-BE49-F238E27FC236}">
                    <a16:creationId xmlns:a16="http://schemas.microsoft.com/office/drawing/2014/main" id="{BDC10D2B-8240-1306-CC54-B3F0CF2378C2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516057" y="938123"/>
                <a:ext cx="221197" cy="278823"/>
              </a:xfrm>
              <a:custGeom>
                <a:avLst/>
                <a:gdLst>
                  <a:gd name="T0" fmla="*/ 24 w 509"/>
                  <a:gd name="T1" fmla="*/ 590 h 641"/>
                  <a:gd name="T2" fmla="*/ 71 w 509"/>
                  <a:gd name="T3" fmla="*/ 487 h 641"/>
                  <a:gd name="T4" fmla="*/ 235 w 509"/>
                  <a:gd name="T5" fmla="*/ 531 h 641"/>
                  <a:gd name="T6" fmla="*/ 373 w 509"/>
                  <a:gd name="T7" fmla="*/ 399 h 641"/>
                  <a:gd name="T8" fmla="*/ 373 w 509"/>
                  <a:gd name="T9" fmla="*/ 376 h 641"/>
                  <a:gd name="T10" fmla="*/ 215 w 509"/>
                  <a:gd name="T11" fmla="*/ 454 h 641"/>
                  <a:gd name="T12" fmla="*/ 0 w 509"/>
                  <a:gd name="T13" fmla="*/ 228 h 641"/>
                  <a:gd name="T14" fmla="*/ 0 w 509"/>
                  <a:gd name="T15" fmla="*/ 226 h 641"/>
                  <a:gd name="T16" fmla="*/ 215 w 509"/>
                  <a:gd name="T17" fmla="*/ 0 h 641"/>
                  <a:gd name="T18" fmla="*/ 372 w 509"/>
                  <a:gd name="T19" fmla="*/ 72 h 641"/>
                  <a:gd name="T20" fmla="*/ 372 w 509"/>
                  <a:gd name="T21" fmla="*/ 9 h 641"/>
                  <a:gd name="T22" fmla="*/ 509 w 509"/>
                  <a:gd name="T23" fmla="*/ 9 h 641"/>
                  <a:gd name="T24" fmla="*/ 509 w 509"/>
                  <a:gd name="T25" fmla="*/ 385 h 641"/>
                  <a:gd name="T26" fmla="*/ 448 w 509"/>
                  <a:gd name="T27" fmla="*/ 576 h 641"/>
                  <a:gd name="T28" fmla="*/ 239 w 509"/>
                  <a:gd name="T29" fmla="*/ 641 h 641"/>
                  <a:gd name="T30" fmla="*/ 24 w 509"/>
                  <a:gd name="T31" fmla="*/ 590 h 641"/>
                  <a:gd name="T32" fmla="*/ 373 w 509"/>
                  <a:gd name="T33" fmla="*/ 228 h 641"/>
                  <a:gd name="T34" fmla="*/ 373 w 509"/>
                  <a:gd name="T35" fmla="*/ 226 h 641"/>
                  <a:gd name="T36" fmla="*/ 255 w 509"/>
                  <a:gd name="T37" fmla="*/ 114 h 641"/>
                  <a:gd name="T38" fmla="*/ 137 w 509"/>
                  <a:gd name="T39" fmla="*/ 226 h 641"/>
                  <a:gd name="T40" fmla="*/ 137 w 509"/>
                  <a:gd name="T41" fmla="*/ 228 h 641"/>
                  <a:gd name="T42" fmla="*/ 255 w 509"/>
                  <a:gd name="T43" fmla="*/ 340 h 641"/>
                  <a:gd name="T44" fmla="*/ 373 w 509"/>
                  <a:gd name="T45" fmla="*/ 228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509" h="641">
                    <a:moveTo>
                      <a:pt x="24" y="590"/>
                    </a:moveTo>
                    <a:cubicBezTo>
                      <a:pt x="71" y="487"/>
                      <a:pt x="71" y="487"/>
                      <a:pt x="71" y="487"/>
                    </a:cubicBezTo>
                    <a:cubicBezTo>
                      <a:pt x="121" y="515"/>
                      <a:pt x="171" y="531"/>
                      <a:pt x="235" y="531"/>
                    </a:cubicBezTo>
                    <a:cubicBezTo>
                      <a:pt x="329" y="531"/>
                      <a:pt x="373" y="486"/>
                      <a:pt x="373" y="399"/>
                    </a:cubicBezTo>
                    <a:cubicBezTo>
                      <a:pt x="373" y="376"/>
                      <a:pt x="373" y="376"/>
                      <a:pt x="373" y="376"/>
                    </a:cubicBezTo>
                    <a:cubicBezTo>
                      <a:pt x="333" y="425"/>
                      <a:pt x="288" y="454"/>
                      <a:pt x="215" y="454"/>
                    </a:cubicBezTo>
                    <a:cubicBezTo>
                      <a:pt x="102" y="454"/>
                      <a:pt x="0" y="372"/>
                      <a:pt x="0" y="228"/>
                    </a:cubicBezTo>
                    <a:cubicBezTo>
                      <a:pt x="0" y="226"/>
                      <a:pt x="0" y="226"/>
                      <a:pt x="0" y="226"/>
                    </a:cubicBezTo>
                    <a:cubicBezTo>
                      <a:pt x="0" y="82"/>
                      <a:pt x="104" y="0"/>
                      <a:pt x="215" y="0"/>
                    </a:cubicBezTo>
                    <a:cubicBezTo>
                      <a:pt x="290" y="0"/>
                      <a:pt x="334" y="32"/>
                      <a:pt x="372" y="72"/>
                    </a:cubicBezTo>
                    <a:cubicBezTo>
                      <a:pt x="372" y="9"/>
                      <a:pt x="372" y="9"/>
                      <a:pt x="372" y="9"/>
                    </a:cubicBezTo>
                    <a:cubicBezTo>
                      <a:pt x="509" y="9"/>
                      <a:pt x="509" y="9"/>
                      <a:pt x="509" y="9"/>
                    </a:cubicBezTo>
                    <a:cubicBezTo>
                      <a:pt x="509" y="385"/>
                      <a:pt x="509" y="385"/>
                      <a:pt x="509" y="385"/>
                    </a:cubicBezTo>
                    <a:cubicBezTo>
                      <a:pt x="509" y="472"/>
                      <a:pt x="488" y="535"/>
                      <a:pt x="448" y="576"/>
                    </a:cubicBezTo>
                    <a:cubicBezTo>
                      <a:pt x="402" y="621"/>
                      <a:pt x="333" y="641"/>
                      <a:pt x="239" y="641"/>
                    </a:cubicBezTo>
                    <a:cubicBezTo>
                      <a:pt x="160" y="641"/>
                      <a:pt x="86" y="623"/>
                      <a:pt x="24" y="590"/>
                    </a:cubicBezTo>
                    <a:close/>
                    <a:moveTo>
                      <a:pt x="373" y="228"/>
                    </a:moveTo>
                    <a:cubicBezTo>
                      <a:pt x="373" y="226"/>
                      <a:pt x="373" y="226"/>
                      <a:pt x="373" y="226"/>
                    </a:cubicBezTo>
                    <a:cubicBezTo>
                      <a:pt x="373" y="160"/>
                      <a:pt x="322" y="114"/>
                      <a:pt x="255" y="114"/>
                    </a:cubicBezTo>
                    <a:cubicBezTo>
                      <a:pt x="188" y="114"/>
                      <a:pt x="137" y="160"/>
                      <a:pt x="137" y="226"/>
                    </a:cubicBezTo>
                    <a:cubicBezTo>
                      <a:pt x="137" y="228"/>
                      <a:pt x="137" y="228"/>
                      <a:pt x="137" y="228"/>
                    </a:cubicBezTo>
                    <a:cubicBezTo>
                      <a:pt x="137" y="295"/>
                      <a:pt x="188" y="340"/>
                      <a:pt x="255" y="340"/>
                    </a:cubicBezTo>
                    <a:cubicBezTo>
                      <a:pt x="322" y="340"/>
                      <a:pt x="373" y="294"/>
                      <a:pt x="373" y="22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1" name="Freeform 21">
                <a:extLst>
                  <a:ext uri="{FF2B5EF4-FFF2-40B4-BE49-F238E27FC236}">
                    <a16:creationId xmlns:a16="http://schemas.microsoft.com/office/drawing/2014/main" id="{A2A74FC7-B210-AC23-8BAD-A8CEF20144F7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747450" y="942113"/>
                <a:ext cx="219424" cy="275277"/>
              </a:xfrm>
              <a:custGeom>
                <a:avLst/>
                <a:gdLst>
                  <a:gd name="T0" fmla="*/ 362 w 505"/>
                  <a:gd name="T1" fmla="*/ 0 h 633"/>
                  <a:gd name="T2" fmla="*/ 505 w 505"/>
                  <a:gd name="T3" fmla="*/ 0 h 633"/>
                  <a:gd name="T4" fmla="*/ 319 w 505"/>
                  <a:gd name="T5" fmla="*/ 497 h 633"/>
                  <a:gd name="T6" fmla="*/ 159 w 505"/>
                  <a:gd name="T7" fmla="*/ 633 h 633"/>
                  <a:gd name="T8" fmla="*/ 37 w 505"/>
                  <a:gd name="T9" fmla="*/ 599 h 633"/>
                  <a:gd name="T10" fmla="*/ 83 w 505"/>
                  <a:gd name="T11" fmla="*/ 500 h 633"/>
                  <a:gd name="T12" fmla="*/ 142 w 505"/>
                  <a:gd name="T13" fmla="*/ 519 h 633"/>
                  <a:gd name="T14" fmla="*/ 190 w 505"/>
                  <a:gd name="T15" fmla="*/ 487 h 633"/>
                  <a:gd name="T16" fmla="*/ 0 w 505"/>
                  <a:gd name="T17" fmla="*/ 0 h 633"/>
                  <a:gd name="T18" fmla="*/ 146 w 505"/>
                  <a:gd name="T19" fmla="*/ 0 h 633"/>
                  <a:gd name="T20" fmla="*/ 256 w 505"/>
                  <a:gd name="T21" fmla="*/ 331 h 633"/>
                  <a:gd name="T22" fmla="*/ 362 w 505"/>
                  <a:gd name="T23" fmla="*/ 0 h 6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05" h="633">
                    <a:moveTo>
                      <a:pt x="362" y="0"/>
                    </a:moveTo>
                    <a:cubicBezTo>
                      <a:pt x="505" y="0"/>
                      <a:pt x="505" y="0"/>
                      <a:pt x="505" y="0"/>
                    </a:cubicBezTo>
                    <a:cubicBezTo>
                      <a:pt x="319" y="497"/>
                      <a:pt x="319" y="497"/>
                      <a:pt x="319" y="497"/>
                    </a:cubicBezTo>
                    <a:cubicBezTo>
                      <a:pt x="282" y="596"/>
                      <a:pt x="242" y="633"/>
                      <a:pt x="159" y="633"/>
                    </a:cubicBezTo>
                    <a:cubicBezTo>
                      <a:pt x="110" y="633"/>
                      <a:pt x="73" y="620"/>
                      <a:pt x="37" y="599"/>
                    </a:cubicBezTo>
                    <a:cubicBezTo>
                      <a:pt x="83" y="500"/>
                      <a:pt x="83" y="500"/>
                      <a:pt x="83" y="500"/>
                    </a:cubicBezTo>
                    <a:cubicBezTo>
                      <a:pt x="101" y="511"/>
                      <a:pt x="124" y="519"/>
                      <a:pt x="142" y="519"/>
                    </a:cubicBezTo>
                    <a:cubicBezTo>
                      <a:pt x="166" y="519"/>
                      <a:pt x="178" y="512"/>
                      <a:pt x="190" y="487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256" y="331"/>
                      <a:pt x="256" y="331"/>
                      <a:pt x="256" y="331"/>
                    </a:cubicBezTo>
                    <a:lnTo>
                      <a:pt x="362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2" name="Freeform 22">
                <a:extLst>
                  <a:ext uri="{FF2B5EF4-FFF2-40B4-BE49-F238E27FC236}">
                    <a16:creationId xmlns:a16="http://schemas.microsoft.com/office/drawing/2014/main" id="{ACC82ECF-72D6-6ED9-EF73-7495DE192F95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005842" y="1258171"/>
                <a:ext cx="132541" cy="290348"/>
              </a:xfrm>
              <a:custGeom>
                <a:avLst/>
                <a:gdLst>
                  <a:gd name="T0" fmla="*/ 57 w 305"/>
                  <a:gd name="T1" fmla="*/ 299 h 667"/>
                  <a:gd name="T2" fmla="*/ 0 w 305"/>
                  <a:gd name="T3" fmla="*/ 299 h 667"/>
                  <a:gd name="T4" fmla="*/ 0 w 305"/>
                  <a:gd name="T5" fmla="*/ 186 h 667"/>
                  <a:gd name="T6" fmla="*/ 57 w 305"/>
                  <a:gd name="T7" fmla="*/ 186 h 667"/>
                  <a:gd name="T8" fmla="*/ 57 w 305"/>
                  <a:gd name="T9" fmla="*/ 155 h 667"/>
                  <a:gd name="T10" fmla="*/ 96 w 305"/>
                  <a:gd name="T11" fmla="*/ 38 h 667"/>
                  <a:gd name="T12" fmla="*/ 208 w 305"/>
                  <a:gd name="T13" fmla="*/ 0 h 667"/>
                  <a:gd name="T14" fmla="*/ 305 w 305"/>
                  <a:gd name="T15" fmla="*/ 13 h 667"/>
                  <a:gd name="T16" fmla="*/ 305 w 305"/>
                  <a:gd name="T17" fmla="*/ 127 h 667"/>
                  <a:gd name="T18" fmla="*/ 243 w 305"/>
                  <a:gd name="T19" fmla="*/ 115 h 667"/>
                  <a:gd name="T20" fmla="*/ 193 w 305"/>
                  <a:gd name="T21" fmla="*/ 168 h 667"/>
                  <a:gd name="T22" fmla="*/ 193 w 305"/>
                  <a:gd name="T23" fmla="*/ 187 h 667"/>
                  <a:gd name="T24" fmla="*/ 305 w 305"/>
                  <a:gd name="T25" fmla="*/ 187 h 667"/>
                  <a:gd name="T26" fmla="*/ 305 w 305"/>
                  <a:gd name="T27" fmla="*/ 299 h 667"/>
                  <a:gd name="T28" fmla="*/ 195 w 305"/>
                  <a:gd name="T29" fmla="*/ 299 h 667"/>
                  <a:gd name="T30" fmla="*/ 195 w 305"/>
                  <a:gd name="T31" fmla="*/ 667 h 667"/>
                  <a:gd name="T32" fmla="*/ 57 w 305"/>
                  <a:gd name="T33" fmla="*/ 667 h 667"/>
                  <a:gd name="T34" fmla="*/ 57 w 305"/>
                  <a:gd name="T35" fmla="*/ 299 h 6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305" h="667">
                    <a:moveTo>
                      <a:pt x="57" y="299"/>
                    </a:moveTo>
                    <a:cubicBezTo>
                      <a:pt x="0" y="299"/>
                      <a:pt x="0" y="299"/>
                      <a:pt x="0" y="299"/>
                    </a:cubicBezTo>
                    <a:cubicBezTo>
                      <a:pt x="0" y="186"/>
                      <a:pt x="0" y="186"/>
                      <a:pt x="0" y="186"/>
                    </a:cubicBezTo>
                    <a:cubicBezTo>
                      <a:pt x="57" y="186"/>
                      <a:pt x="57" y="186"/>
                      <a:pt x="57" y="186"/>
                    </a:cubicBezTo>
                    <a:cubicBezTo>
                      <a:pt x="57" y="155"/>
                      <a:pt x="57" y="155"/>
                      <a:pt x="57" y="155"/>
                    </a:cubicBezTo>
                    <a:cubicBezTo>
                      <a:pt x="57" y="102"/>
                      <a:pt x="71" y="63"/>
                      <a:pt x="96" y="38"/>
                    </a:cubicBezTo>
                    <a:cubicBezTo>
                      <a:pt x="122" y="12"/>
                      <a:pt x="159" y="0"/>
                      <a:pt x="208" y="0"/>
                    </a:cubicBezTo>
                    <a:cubicBezTo>
                      <a:pt x="251" y="0"/>
                      <a:pt x="280" y="5"/>
                      <a:pt x="305" y="13"/>
                    </a:cubicBezTo>
                    <a:cubicBezTo>
                      <a:pt x="305" y="127"/>
                      <a:pt x="305" y="127"/>
                      <a:pt x="305" y="127"/>
                    </a:cubicBezTo>
                    <a:cubicBezTo>
                      <a:pt x="286" y="120"/>
                      <a:pt x="267" y="115"/>
                      <a:pt x="243" y="115"/>
                    </a:cubicBezTo>
                    <a:cubicBezTo>
                      <a:pt x="211" y="115"/>
                      <a:pt x="193" y="132"/>
                      <a:pt x="193" y="168"/>
                    </a:cubicBezTo>
                    <a:cubicBezTo>
                      <a:pt x="193" y="187"/>
                      <a:pt x="193" y="187"/>
                      <a:pt x="193" y="187"/>
                    </a:cubicBezTo>
                    <a:cubicBezTo>
                      <a:pt x="305" y="187"/>
                      <a:pt x="305" y="187"/>
                      <a:pt x="305" y="187"/>
                    </a:cubicBezTo>
                    <a:cubicBezTo>
                      <a:pt x="305" y="299"/>
                      <a:pt x="305" y="299"/>
                      <a:pt x="305" y="299"/>
                    </a:cubicBezTo>
                    <a:cubicBezTo>
                      <a:pt x="195" y="299"/>
                      <a:pt x="195" y="299"/>
                      <a:pt x="195" y="299"/>
                    </a:cubicBezTo>
                    <a:cubicBezTo>
                      <a:pt x="195" y="667"/>
                      <a:pt x="195" y="667"/>
                      <a:pt x="195" y="667"/>
                    </a:cubicBezTo>
                    <a:cubicBezTo>
                      <a:pt x="57" y="667"/>
                      <a:pt x="57" y="667"/>
                      <a:pt x="57" y="667"/>
                    </a:cubicBezTo>
                    <a:lnTo>
                      <a:pt x="57" y="29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3" name="Freeform 23">
                <a:extLst>
                  <a:ext uri="{FF2B5EF4-FFF2-40B4-BE49-F238E27FC236}">
                    <a16:creationId xmlns:a16="http://schemas.microsoft.com/office/drawing/2014/main" id="{22DAB937-2E79-C195-4D0E-AD10E570DD17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137497" y="1333086"/>
                <a:ext cx="228289" cy="219867"/>
              </a:xfrm>
              <a:custGeom>
                <a:avLst/>
                <a:gdLst>
                  <a:gd name="T0" fmla="*/ 0 w 525"/>
                  <a:gd name="T1" fmla="*/ 255 h 506"/>
                  <a:gd name="T2" fmla="*/ 0 w 525"/>
                  <a:gd name="T3" fmla="*/ 253 h 506"/>
                  <a:gd name="T4" fmla="*/ 263 w 525"/>
                  <a:gd name="T5" fmla="*/ 0 h 506"/>
                  <a:gd name="T6" fmla="*/ 525 w 525"/>
                  <a:gd name="T7" fmla="*/ 251 h 506"/>
                  <a:gd name="T8" fmla="*/ 525 w 525"/>
                  <a:gd name="T9" fmla="*/ 253 h 506"/>
                  <a:gd name="T10" fmla="*/ 261 w 525"/>
                  <a:gd name="T11" fmla="*/ 506 h 506"/>
                  <a:gd name="T12" fmla="*/ 0 w 525"/>
                  <a:gd name="T13" fmla="*/ 255 h 506"/>
                  <a:gd name="T14" fmla="*/ 389 w 525"/>
                  <a:gd name="T15" fmla="*/ 255 h 506"/>
                  <a:gd name="T16" fmla="*/ 389 w 525"/>
                  <a:gd name="T17" fmla="*/ 253 h 506"/>
                  <a:gd name="T18" fmla="*/ 261 w 525"/>
                  <a:gd name="T19" fmla="*/ 119 h 506"/>
                  <a:gd name="T20" fmla="*/ 135 w 525"/>
                  <a:gd name="T21" fmla="*/ 251 h 506"/>
                  <a:gd name="T22" fmla="*/ 135 w 525"/>
                  <a:gd name="T23" fmla="*/ 253 h 506"/>
                  <a:gd name="T24" fmla="*/ 263 w 525"/>
                  <a:gd name="T25" fmla="*/ 387 h 506"/>
                  <a:gd name="T26" fmla="*/ 389 w 525"/>
                  <a:gd name="T27" fmla="*/ 255 h 5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5" h="506">
                    <a:moveTo>
                      <a:pt x="0" y="255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112" y="0"/>
                      <a:pt x="263" y="0"/>
                    </a:cubicBezTo>
                    <a:cubicBezTo>
                      <a:pt x="413" y="0"/>
                      <a:pt x="525" y="112"/>
                      <a:pt x="525" y="251"/>
                    </a:cubicBezTo>
                    <a:cubicBezTo>
                      <a:pt x="525" y="253"/>
                      <a:pt x="525" y="253"/>
                      <a:pt x="525" y="253"/>
                    </a:cubicBezTo>
                    <a:cubicBezTo>
                      <a:pt x="525" y="392"/>
                      <a:pt x="412" y="506"/>
                      <a:pt x="261" y="506"/>
                    </a:cubicBezTo>
                    <a:cubicBezTo>
                      <a:pt x="111" y="506"/>
                      <a:pt x="0" y="394"/>
                      <a:pt x="0" y="255"/>
                    </a:cubicBezTo>
                    <a:close/>
                    <a:moveTo>
                      <a:pt x="389" y="255"/>
                    </a:moveTo>
                    <a:cubicBezTo>
                      <a:pt x="389" y="253"/>
                      <a:pt x="389" y="253"/>
                      <a:pt x="389" y="253"/>
                    </a:cubicBezTo>
                    <a:cubicBezTo>
                      <a:pt x="389" y="182"/>
                      <a:pt x="337" y="119"/>
                      <a:pt x="261" y="119"/>
                    </a:cubicBezTo>
                    <a:cubicBezTo>
                      <a:pt x="183" y="119"/>
                      <a:pt x="135" y="180"/>
                      <a:pt x="135" y="251"/>
                    </a:cubicBezTo>
                    <a:cubicBezTo>
                      <a:pt x="135" y="253"/>
                      <a:pt x="135" y="253"/>
                      <a:pt x="135" y="253"/>
                    </a:cubicBezTo>
                    <a:cubicBezTo>
                      <a:pt x="135" y="325"/>
                      <a:pt x="187" y="387"/>
                      <a:pt x="263" y="387"/>
                    </a:cubicBezTo>
                    <a:cubicBezTo>
                      <a:pt x="342" y="387"/>
                      <a:pt x="389" y="326"/>
                      <a:pt x="389" y="2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" name="Freeform 24">
                <a:extLst>
                  <a:ext uri="{FF2B5EF4-FFF2-40B4-BE49-F238E27FC236}">
                    <a16:creationId xmlns:a16="http://schemas.microsoft.com/office/drawing/2014/main" id="{10B466F6-F9DE-C9E9-D98F-5CB17B8BE4D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379084" y="1331756"/>
                <a:ext cx="127665" cy="216764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0 h 498"/>
                  <a:gd name="T6" fmla="*/ 293 w 293"/>
                  <a:gd name="T7" fmla="*/ 3 h 498"/>
                  <a:gd name="T8" fmla="*/ 293 w 293"/>
                  <a:gd name="T9" fmla="*/ 147 h 498"/>
                  <a:gd name="T10" fmla="*/ 286 w 293"/>
                  <a:gd name="T11" fmla="*/ 147 h 498"/>
                  <a:gd name="T12" fmla="*/ 138 w 293"/>
                  <a:gd name="T13" fmla="*/ 318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0"/>
                      <a:pt x="138" y="110"/>
                      <a:pt x="138" y="110"/>
                    </a:cubicBezTo>
                    <a:cubicBezTo>
                      <a:pt x="166" y="43"/>
                      <a:pt x="211" y="0"/>
                      <a:pt x="293" y="3"/>
                    </a:cubicBezTo>
                    <a:cubicBezTo>
                      <a:pt x="293" y="147"/>
                      <a:pt x="293" y="147"/>
                      <a:pt x="293" y="147"/>
                    </a:cubicBezTo>
                    <a:cubicBezTo>
                      <a:pt x="286" y="147"/>
                      <a:pt x="286" y="147"/>
                      <a:pt x="286" y="147"/>
                    </a:cubicBezTo>
                    <a:cubicBezTo>
                      <a:pt x="194" y="147"/>
                      <a:pt x="138" y="203"/>
                      <a:pt x="138" y="318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" name="Freeform 25">
                <a:extLst>
                  <a:ext uri="{FF2B5EF4-FFF2-40B4-BE49-F238E27FC236}">
                    <a16:creationId xmlns:a16="http://schemas.microsoft.com/office/drawing/2014/main" id="{AD3E18E3-90EA-4D54-E039-6221DAC55953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582993" y="1334859"/>
                <a:ext cx="194157" cy="217207"/>
              </a:xfrm>
              <a:custGeom>
                <a:avLst/>
                <a:gdLst>
                  <a:gd name="T0" fmla="*/ 0 w 446"/>
                  <a:gd name="T1" fmla="*/ 351 h 500"/>
                  <a:gd name="T2" fmla="*/ 0 w 446"/>
                  <a:gd name="T3" fmla="*/ 349 h 500"/>
                  <a:gd name="T4" fmla="*/ 195 w 446"/>
                  <a:gd name="T5" fmla="*/ 195 h 500"/>
                  <a:gd name="T6" fmla="*/ 314 w 446"/>
                  <a:gd name="T7" fmla="*/ 215 h 500"/>
                  <a:gd name="T8" fmla="*/ 314 w 446"/>
                  <a:gd name="T9" fmla="*/ 206 h 500"/>
                  <a:gd name="T10" fmla="*/ 210 w 446"/>
                  <a:gd name="T11" fmla="*/ 118 h 500"/>
                  <a:gd name="T12" fmla="*/ 76 w 446"/>
                  <a:gd name="T13" fmla="*/ 144 h 500"/>
                  <a:gd name="T14" fmla="*/ 42 w 446"/>
                  <a:gd name="T15" fmla="*/ 39 h 500"/>
                  <a:gd name="T16" fmla="*/ 230 w 446"/>
                  <a:gd name="T17" fmla="*/ 0 h 500"/>
                  <a:gd name="T18" fmla="*/ 394 w 446"/>
                  <a:gd name="T19" fmla="*/ 54 h 500"/>
                  <a:gd name="T20" fmla="*/ 446 w 446"/>
                  <a:gd name="T21" fmla="*/ 209 h 500"/>
                  <a:gd name="T22" fmla="*/ 446 w 446"/>
                  <a:gd name="T23" fmla="*/ 491 h 500"/>
                  <a:gd name="T24" fmla="*/ 313 w 446"/>
                  <a:gd name="T25" fmla="*/ 491 h 500"/>
                  <a:gd name="T26" fmla="*/ 313 w 446"/>
                  <a:gd name="T27" fmla="*/ 438 h 500"/>
                  <a:gd name="T28" fmla="*/ 167 w 446"/>
                  <a:gd name="T29" fmla="*/ 500 h 500"/>
                  <a:gd name="T30" fmla="*/ 0 w 446"/>
                  <a:gd name="T31" fmla="*/ 351 h 500"/>
                  <a:gd name="T32" fmla="*/ 316 w 446"/>
                  <a:gd name="T33" fmla="*/ 320 h 500"/>
                  <a:gd name="T34" fmla="*/ 316 w 446"/>
                  <a:gd name="T35" fmla="*/ 295 h 500"/>
                  <a:gd name="T36" fmla="*/ 228 w 446"/>
                  <a:gd name="T37" fmla="*/ 277 h 500"/>
                  <a:gd name="T38" fmla="*/ 133 w 446"/>
                  <a:gd name="T39" fmla="*/ 344 h 500"/>
                  <a:gd name="T40" fmla="*/ 133 w 446"/>
                  <a:gd name="T41" fmla="*/ 346 h 500"/>
                  <a:gd name="T42" fmla="*/ 208 w 446"/>
                  <a:gd name="T43" fmla="*/ 405 h 500"/>
                  <a:gd name="T44" fmla="*/ 316 w 446"/>
                  <a:gd name="T45" fmla="*/ 320 h 5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46" h="500">
                    <a:moveTo>
                      <a:pt x="0" y="351"/>
                    </a:moveTo>
                    <a:cubicBezTo>
                      <a:pt x="0" y="349"/>
                      <a:pt x="0" y="349"/>
                      <a:pt x="0" y="349"/>
                    </a:cubicBezTo>
                    <a:cubicBezTo>
                      <a:pt x="0" y="244"/>
                      <a:pt x="81" y="195"/>
                      <a:pt x="195" y="195"/>
                    </a:cubicBezTo>
                    <a:cubicBezTo>
                      <a:pt x="244" y="195"/>
                      <a:pt x="280" y="203"/>
                      <a:pt x="314" y="215"/>
                    </a:cubicBezTo>
                    <a:cubicBezTo>
                      <a:pt x="314" y="206"/>
                      <a:pt x="314" y="206"/>
                      <a:pt x="314" y="206"/>
                    </a:cubicBezTo>
                    <a:cubicBezTo>
                      <a:pt x="314" y="149"/>
                      <a:pt x="279" y="118"/>
                      <a:pt x="210" y="118"/>
                    </a:cubicBezTo>
                    <a:cubicBezTo>
                      <a:pt x="157" y="118"/>
                      <a:pt x="120" y="128"/>
                      <a:pt x="76" y="144"/>
                    </a:cubicBezTo>
                    <a:cubicBezTo>
                      <a:pt x="42" y="39"/>
                      <a:pt x="42" y="39"/>
                      <a:pt x="42" y="39"/>
                    </a:cubicBezTo>
                    <a:cubicBezTo>
                      <a:pt x="95" y="15"/>
                      <a:pt x="148" y="0"/>
                      <a:pt x="230" y="0"/>
                    </a:cubicBezTo>
                    <a:cubicBezTo>
                      <a:pt x="305" y="0"/>
                      <a:pt x="359" y="20"/>
                      <a:pt x="394" y="54"/>
                    </a:cubicBezTo>
                    <a:cubicBezTo>
                      <a:pt x="430" y="91"/>
                      <a:pt x="446" y="144"/>
                      <a:pt x="446" y="209"/>
                    </a:cubicBezTo>
                    <a:cubicBezTo>
                      <a:pt x="446" y="491"/>
                      <a:pt x="446" y="491"/>
                      <a:pt x="446" y="491"/>
                    </a:cubicBezTo>
                    <a:cubicBezTo>
                      <a:pt x="313" y="491"/>
                      <a:pt x="313" y="491"/>
                      <a:pt x="313" y="491"/>
                    </a:cubicBezTo>
                    <a:cubicBezTo>
                      <a:pt x="313" y="438"/>
                      <a:pt x="313" y="438"/>
                      <a:pt x="313" y="438"/>
                    </a:cubicBezTo>
                    <a:cubicBezTo>
                      <a:pt x="280" y="475"/>
                      <a:pt x="234" y="500"/>
                      <a:pt x="167" y="500"/>
                    </a:cubicBezTo>
                    <a:cubicBezTo>
                      <a:pt x="75" y="500"/>
                      <a:pt x="0" y="447"/>
                      <a:pt x="0" y="351"/>
                    </a:cubicBezTo>
                    <a:close/>
                    <a:moveTo>
                      <a:pt x="316" y="320"/>
                    </a:moveTo>
                    <a:cubicBezTo>
                      <a:pt x="316" y="295"/>
                      <a:pt x="316" y="295"/>
                      <a:pt x="316" y="295"/>
                    </a:cubicBezTo>
                    <a:cubicBezTo>
                      <a:pt x="292" y="284"/>
                      <a:pt x="262" y="277"/>
                      <a:pt x="228" y="277"/>
                    </a:cubicBezTo>
                    <a:cubicBezTo>
                      <a:pt x="169" y="277"/>
                      <a:pt x="133" y="301"/>
                      <a:pt x="133" y="344"/>
                    </a:cubicBezTo>
                    <a:cubicBezTo>
                      <a:pt x="133" y="346"/>
                      <a:pt x="133" y="346"/>
                      <a:pt x="133" y="346"/>
                    </a:cubicBezTo>
                    <a:cubicBezTo>
                      <a:pt x="133" y="383"/>
                      <a:pt x="164" y="405"/>
                      <a:pt x="208" y="405"/>
                    </a:cubicBezTo>
                    <a:cubicBezTo>
                      <a:pt x="272" y="405"/>
                      <a:pt x="316" y="369"/>
                      <a:pt x="316" y="32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" name="Rectangle 26">
                <a:extLst>
                  <a:ext uri="{FF2B5EF4-FFF2-40B4-BE49-F238E27FC236}">
                    <a16:creationId xmlns:a16="http://schemas.microsoft.com/office/drawing/2014/main" id="{144E16EA-4F3F-420C-5D8D-753A1E9F0B11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801973" y="1260831"/>
                <a:ext cx="59843" cy="28768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7" name="Rectangle 27">
                <a:extLst>
                  <a:ext uri="{FF2B5EF4-FFF2-40B4-BE49-F238E27FC236}">
                    <a16:creationId xmlns:a16="http://schemas.microsoft.com/office/drawing/2014/main" id="{E009FD22-AB72-D26D-205F-29DF66B5BFFA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886639" y="1260831"/>
                <a:ext cx="59399" cy="28768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77" name="Rectangle 28">
              <a:extLst>
                <a:ext uri="{FF2B5EF4-FFF2-40B4-BE49-F238E27FC236}">
                  <a16:creationId xmlns:a16="http://schemas.microsoft.com/office/drawing/2014/main" id="{FB305569-AB33-7799-ED76-68F103CE5B8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1556230" y="767096"/>
              <a:ext cx="634181" cy="18986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DC4D5431-76CB-4561-B2E0-664C3E75E88C}"/>
                </a:ext>
              </a:extLst>
            </p:cNvPr>
            <p:cNvGrpSpPr/>
            <p:nvPr userDrawn="1"/>
          </p:nvGrpSpPr>
          <p:grpSpPr>
            <a:xfrm>
              <a:off x="11701122" y="936748"/>
              <a:ext cx="321494" cy="1552800"/>
              <a:chOff x="7313961" y="501936"/>
              <a:chExt cx="323594" cy="1566108"/>
            </a:xfrm>
          </p:grpSpPr>
          <p:sp>
            <p:nvSpPr>
              <p:cNvPr id="79" name="Freeform 29">
                <a:extLst>
                  <a:ext uri="{FF2B5EF4-FFF2-40B4-BE49-F238E27FC236}">
                    <a16:creationId xmlns:a16="http://schemas.microsoft.com/office/drawing/2014/main" id="{9EB7EA56-59D4-7E58-E9A3-5C4585DF00FE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83556" y="1311808"/>
                <a:ext cx="249567" cy="247350"/>
              </a:xfrm>
              <a:custGeom>
                <a:avLst/>
                <a:gdLst>
                  <a:gd name="T0" fmla="*/ 0 w 574"/>
                  <a:gd name="T1" fmla="*/ 229 h 569"/>
                  <a:gd name="T2" fmla="*/ 90 w 574"/>
                  <a:gd name="T3" fmla="*/ 413 h 569"/>
                  <a:gd name="T4" fmla="*/ 90 w 574"/>
                  <a:gd name="T5" fmla="*/ 413 h 569"/>
                  <a:gd name="T6" fmla="*/ 90 w 574"/>
                  <a:gd name="T7" fmla="*/ 413 h 569"/>
                  <a:gd name="T8" fmla="*/ 9 w 574"/>
                  <a:gd name="T9" fmla="*/ 413 h 569"/>
                  <a:gd name="T10" fmla="*/ 9 w 574"/>
                  <a:gd name="T11" fmla="*/ 569 h 569"/>
                  <a:gd name="T12" fmla="*/ 574 w 574"/>
                  <a:gd name="T13" fmla="*/ 569 h 569"/>
                  <a:gd name="T14" fmla="*/ 574 w 574"/>
                  <a:gd name="T15" fmla="*/ 413 h 569"/>
                  <a:gd name="T16" fmla="*/ 253 w 574"/>
                  <a:gd name="T17" fmla="*/ 413 h 569"/>
                  <a:gd name="T18" fmla="*/ 133 w 574"/>
                  <a:gd name="T19" fmla="*/ 286 h 569"/>
                  <a:gd name="T20" fmla="*/ 253 w 574"/>
                  <a:gd name="T21" fmla="*/ 155 h 569"/>
                  <a:gd name="T22" fmla="*/ 574 w 574"/>
                  <a:gd name="T23" fmla="*/ 155 h 569"/>
                  <a:gd name="T24" fmla="*/ 574 w 574"/>
                  <a:gd name="T25" fmla="*/ 0 h 569"/>
                  <a:gd name="T26" fmla="*/ 224 w 574"/>
                  <a:gd name="T27" fmla="*/ 0 h 569"/>
                  <a:gd name="T28" fmla="*/ 0 w 574"/>
                  <a:gd name="T29" fmla="*/ 229 h 5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4" h="569">
                    <a:moveTo>
                      <a:pt x="0" y="229"/>
                    </a:moveTo>
                    <a:cubicBezTo>
                      <a:pt x="0" y="294"/>
                      <a:pt x="30" y="368"/>
                      <a:pt x="90" y="413"/>
                    </a:cubicBezTo>
                    <a:cubicBezTo>
                      <a:pt x="90" y="413"/>
                      <a:pt x="90" y="413"/>
                      <a:pt x="90" y="413"/>
                    </a:cubicBezTo>
                    <a:cubicBezTo>
                      <a:pt x="90" y="413"/>
                      <a:pt x="90" y="413"/>
                      <a:pt x="90" y="413"/>
                    </a:cubicBezTo>
                    <a:cubicBezTo>
                      <a:pt x="9" y="413"/>
                      <a:pt x="9" y="413"/>
                      <a:pt x="9" y="413"/>
                    </a:cubicBezTo>
                    <a:cubicBezTo>
                      <a:pt x="9" y="569"/>
                      <a:pt x="9" y="569"/>
                      <a:pt x="9" y="569"/>
                    </a:cubicBezTo>
                    <a:cubicBezTo>
                      <a:pt x="574" y="569"/>
                      <a:pt x="574" y="569"/>
                      <a:pt x="574" y="569"/>
                    </a:cubicBezTo>
                    <a:cubicBezTo>
                      <a:pt x="574" y="413"/>
                      <a:pt x="574" y="413"/>
                      <a:pt x="574" y="413"/>
                    </a:cubicBezTo>
                    <a:cubicBezTo>
                      <a:pt x="253" y="413"/>
                      <a:pt x="253" y="413"/>
                      <a:pt x="253" y="413"/>
                    </a:cubicBezTo>
                    <a:cubicBezTo>
                      <a:pt x="195" y="413"/>
                      <a:pt x="133" y="369"/>
                      <a:pt x="133" y="286"/>
                    </a:cubicBezTo>
                    <a:cubicBezTo>
                      <a:pt x="133" y="221"/>
                      <a:pt x="178" y="155"/>
                      <a:pt x="253" y="155"/>
                    </a:cubicBezTo>
                    <a:cubicBezTo>
                      <a:pt x="574" y="155"/>
                      <a:pt x="574" y="155"/>
                      <a:pt x="574" y="155"/>
                    </a:cubicBezTo>
                    <a:cubicBezTo>
                      <a:pt x="574" y="0"/>
                      <a:pt x="574" y="0"/>
                      <a:pt x="574" y="0"/>
                    </a:cubicBezTo>
                    <a:cubicBezTo>
                      <a:pt x="224" y="0"/>
                      <a:pt x="224" y="0"/>
                      <a:pt x="224" y="0"/>
                    </a:cubicBezTo>
                    <a:cubicBezTo>
                      <a:pt x="94" y="0"/>
                      <a:pt x="0" y="93"/>
                      <a:pt x="0" y="229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Freeform 30">
                <a:extLst>
                  <a:ext uri="{FF2B5EF4-FFF2-40B4-BE49-F238E27FC236}">
                    <a16:creationId xmlns:a16="http://schemas.microsoft.com/office/drawing/2014/main" id="{93B05BBE-DBEC-684B-B012-F63384131C10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87546" y="755049"/>
                <a:ext cx="245577" cy="276163"/>
              </a:xfrm>
              <a:custGeom>
                <a:avLst/>
                <a:gdLst>
                  <a:gd name="T0" fmla="*/ 0 w 554"/>
                  <a:gd name="T1" fmla="*/ 174 h 623"/>
                  <a:gd name="T2" fmla="*/ 377 w 554"/>
                  <a:gd name="T3" fmla="*/ 311 h 623"/>
                  <a:gd name="T4" fmla="*/ 0 w 554"/>
                  <a:gd name="T5" fmla="*/ 450 h 623"/>
                  <a:gd name="T6" fmla="*/ 0 w 554"/>
                  <a:gd name="T7" fmla="*/ 623 h 623"/>
                  <a:gd name="T8" fmla="*/ 554 w 554"/>
                  <a:gd name="T9" fmla="*/ 395 h 623"/>
                  <a:gd name="T10" fmla="*/ 554 w 554"/>
                  <a:gd name="T11" fmla="*/ 228 h 623"/>
                  <a:gd name="T12" fmla="*/ 0 w 554"/>
                  <a:gd name="T13" fmla="*/ 0 h 623"/>
                  <a:gd name="T14" fmla="*/ 0 w 554"/>
                  <a:gd name="T15" fmla="*/ 174 h 6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54" h="623">
                    <a:moveTo>
                      <a:pt x="0" y="174"/>
                    </a:moveTo>
                    <a:lnTo>
                      <a:pt x="377" y="311"/>
                    </a:lnTo>
                    <a:lnTo>
                      <a:pt x="0" y="450"/>
                    </a:lnTo>
                    <a:lnTo>
                      <a:pt x="0" y="623"/>
                    </a:lnTo>
                    <a:lnTo>
                      <a:pt x="554" y="395"/>
                    </a:lnTo>
                    <a:lnTo>
                      <a:pt x="554" y="228"/>
                    </a:lnTo>
                    <a:lnTo>
                      <a:pt x="0" y="0"/>
                    </a:lnTo>
                    <a:lnTo>
                      <a:pt x="0" y="17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1" name="Freeform 31">
                <a:extLst>
                  <a:ext uri="{FF2B5EF4-FFF2-40B4-BE49-F238E27FC236}">
                    <a16:creationId xmlns:a16="http://schemas.microsoft.com/office/drawing/2014/main" id="{972F0292-22E7-DDB2-79F6-6703AF74768F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1583096"/>
                <a:ext cx="253999" cy="256659"/>
              </a:xfrm>
              <a:custGeom>
                <a:avLst/>
                <a:gdLst>
                  <a:gd name="T0" fmla="*/ 401 w 584"/>
                  <a:gd name="T1" fmla="*/ 110 h 590"/>
                  <a:gd name="T2" fmla="*/ 460 w 584"/>
                  <a:gd name="T3" fmla="*/ 272 h 590"/>
                  <a:gd name="T4" fmla="*/ 415 w 584"/>
                  <a:gd name="T5" fmla="*/ 397 h 590"/>
                  <a:gd name="T6" fmla="*/ 250 w 584"/>
                  <a:gd name="T7" fmla="*/ 0 h 590"/>
                  <a:gd name="T8" fmla="*/ 92 w 584"/>
                  <a:gd name="T9" fmla="*/ 68 h 590"/>
                  <a:gd name="T10" fmla="*/ 0 w 584"/>
                  <a:gd name="T11" fmla="*/ 291 h 590"/>
                  <a:gd name="T12" fmla="*/ 292 w 584"/>
                  <a:gd name="T13" fmla="*/ 590 h 590"/>
                  <a:gd name="T14" fmla="*/ 584 w 584"/>
                  <a:gd name="T15" fmla="*/ 274 h 590"/>
                  <a:gd name="T16" fmla="*/ 476 w 584"/>
                  <a:gd name="T17" fmla="*/ 12 h 590"/>
                  <a:gd name="T18" fmla="*/ 401 w 584"/>
                  <a:gd name="T19" fmla="*/ 110 h 590"/>
                  <a:gd name="T20" fmla="*/ 179 w 584"/>
                  <a:gd name="T21" fmla="*/ 408 h 590"/>
                  <a:gd name="T22" fmla="*/ 123 w 584"/>
                  <a:gd name="T23" fmla="*/ 288 h 590"/>
                  <a:gd name="T24" fmla="*/ 202 w 584"/>
                  <a:gd name="T25" fmla="*/ 168 h 590"/>
                  <a:gd name="T26" fmla="*/ 315 w 584"/>
                  <a:gd name="T27" fmla="*/ 439 h 590"/>
                  <a:gd name="T28" fmla="*/ 179 w 584"/>
                  <a:gd name="T29" fmla="*/ 408 h 5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84" h="590">
                    <a:moveTo>
                      <a:pt x="401" y="110"/>
                    </a:moveTo>
                    <a:cubicBezTo>
                      <a:pt x="449" y="175"/>
                      <a:pt x="460" y="212"/>
                      <a:pt x="460" y="272"/>
                    </a:cubicBezTo>
                    <a:cubicBezTo>
                      <a:pt x="460" y="325"/>
                      <a:pt x="444" y="367"/>
                      <a:pt x="415" y="397"/>
                    </a:cubicBezTo>
                    <a:cubicBezTo>
                      <a:pt x="250" y="0"/>
                      <a:pt x="250" y="0"/>
                      <a:pt x="250" y="0"/>
                    </a:cubicBezTo>
                    <a:cubicBezTo>
                      <a:pt x="189" y="9"/>
                      <a:pt x="134" y="32"/>
                      <a:pt x="92" y="68"/>
                    </a:cubicBezTo>
                    <a:cubicBezTo>
                      <a:pt x="32" y="120"/>
                      <a:pt x="0" y="197"/>
                      <a:pt x="0" y="291"/>
                    </a:cubicBezTo>
                    <a:cubicBezTo>
                      <a:pt x="0" y="462"/>
                      <a:pt x="126" y="590"/>
                      <a:pt x="292" y="590"/>
                    </a:cubicBezTo>
                    <a:cubicBezTo>
                      <a:pt x="462" y="590"/>
                      <a:pt x="584" y="462"/>
                      <a:pt x="584" y="274"/>
                    </a:cubicBezTo>
                    <a:cubicBezTo>
                      <a:pt x="584" y="169"/>
                      <a:pt x="534" y="62"/>
                      <a:pt x="476" y="12"/>
                    </a:cubicBezTo>
                    <a:lnTo>
                      <a:pt x="401" y="110"/>
                    </a:lnTo>
                    <a:close/>
                    <a:moveTo>
                      <a:pt x="179" y="408"/>
                    </a:moveTo>
                    <a:cubicBezTo>
                      <a:pt x="144" y="381"/>
                      <a:pt x="123" y="339"/>
                      <a:pt x="123" y="288"/>
                    </a:cubicBezTo>
                    <a:cubicBezTo>
                      <a:pt x="123" y="232"/>
                      <a:pt x="155" y="190"/>
                      <a:pt x="202" y="168"/>
                    </a:cubicBezTo>
                    <a:cubicBezTo>
                      <a:pt x="315" y="439"/>
                      <a:pt x="315" y="439"/>
                      <a:pt x="315" y="439"/>
                    </a:cubicBezTo>
                    <a:cubicBezTo>
                      <a:pt x="257" y="447"/>
                      <a:pt x="212" y="432"/>
                      <a:pt x="179" y="40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Freeform 32">
                <a:extLst>
                  <a:ext uri="{FF2B5EF4-FFF2-40B4-BE49-F238E27FC236}">
                    <a16:creationId xmlns:a16="http://schemas.microsoft.com/office/drawing/2014/main" id="{8FB3E4DF-D685-E83E-C831-3D30D648641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13961" y="1846404"/>
                <a:ext cx="319161" cy="221640"/>
              </a:xfrm>
              <a:custGeom>
                <a:avLst/>
                <a:gdLst>
                  <a:gd name="T0" fmla="*/ 580 w 720"/>
                  <a:gd name="T1" fmla="*/ 0 h 500"/>
                  <a:gd name="T2" fmla="*/ 580 w 720"/>
                  <a:gd name="T3" fmla="*/ 346 h 500"/>
                  <a:gd name="T4" fmla="*/ 0 w 720"/>
                  <a:gd name="T5" fmla="*/ 346 h 500"/>
                  <a:gd name="T6" fmla="*/ 0 w 720"/>
                  <a:gd name="T7" fmla="*/ 500 h 500"/>
                  <a:gd name="T8" fmla="*/ 720 w 720"/>
                  <a:gd name="T9" fmla="*/ 500 h 500"/>
                  <a:gd name="T10" fmla="*/ 720 w 720"/>
                  <a:gd name="T11" fmla="*/ 0 h 500"/>
                  <a:gd name="T12" fmla="*/ 580 w 720"/>
                  <a:gd name="T13" fmla="*/ 0 h 5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0" h="500">
                    <a:moveTo>
                      <a:pt x="580" y="0"/>
                    </a:moveTo>
                    <a:lnTo>
                      <a:pt x="580" y="346"/>
                    </a:lnTo>
                    <a:lnTo>
                      <a:pt x="0" y="346"/>
                    </a:lnTo>
                    <a:lnTo>
                      <a:pt x="0" y="500"/>
                    </a:lnTo>
                    <a:lnTo>
                      <a:pt x="720" y="500"/>
                    </a:lnTo>
                    <a:lnTo>
                      <a:pt x="720" y="0"/>
                    </a:lnTo>
                    <a:lnTo>
                      <a:pt x="58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Freeform 33">
                <a:extLst>
                  <a:ext uri="{FF2B5EF4-FFF2-40B4-BE49-F238E27FC236}">
                    <a16:creationId xmlns:a16="http://schemas.microsoft.com/office/drawing/2014/main" id="{7E51460F-8A6D-E455-ADF5-BF3600A7DAC9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501936"/>
                <a:ext cx="253999" cy="263752"/>
              </a:xfrm>
              <a:custGeom>
                <a:avLst/>
                <a:gdLst>
                  <a:gd name="T0" fmla="*/ 584 w 584"/>
                  <a:gd name="T1" fmla="*/ 304 h 607"/>
                  <a:gd name="T2" fmla="*/ 292 w 584"/>
                  <a:gd name="T3" fmla="*/ 607 h 607"/>
                  <a:gd name="T4" fmla="*/ 0 w 584"/>
                  <a:gd name="T5" fmla="*/ 302 h 607"/>
                  <a:gd name="T6" fmla="*/ 292 w 584"/>
                  <a:gd name="T7" fmla="*/ 0 h 607"/>
                  <a:gd name="T8" fmla="*/ 584 w 584"/>
                  <a:gd name="T9" fmla="*/ 304 h 607"/>
                  <a:gd name="T10" fmla="*/ 133 w 584"/>
                  <a:gd name="T11" fmla="*/ 304 h 607"/>
                  <a:gd name="T12" fmla="*/ 292 w 584"/>
                  <a:gd name="T13" fmla="*/ 454 h 607"/>
                  <a:gd name="T14" fmla="*/ 451 w 584"/>
                  <a:gd name="T15" fmla="*/ 302 h 607"/>
                  <a:gd name="T16" fmla="*/ 292 w 584"/>
                  <a:gd name="T17" fmla="*/ 153 h 607"/>
                  <a:gd name="T18" fmla="*/ 133 w 584"/>
                  <a:gd name="T19" fmla="*/ 304 h 6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4" h="607">
                    <a:moveTo>
                      <a:pt x="584" y="304"/>
                    </a:moveTo>
                    <a:cubicBezTo>
                      <a:pt x="584" y="474"/>
                      <a:pt x="457" y="607"/>
                      <a:pt x="292" y="607"/>
                    </a:cubicBezTo>
                    <a:cubicBezTo>
                      <a:pt x="128" y="607"/>
                      <a:pt x="0" y="473"/>
                      <a:pt x="0" y="302"/>
                    </a:cubicBezTo>
                    <a:cubicBezTo>
                      <a:pt x="0" y="133"/>
                      <a:pt x="126" y="0"/>
                      <a:pt x="292" y="0"/>
                    </a:cubicBezTo>
                    <a:cubicBezTo>
                      <a:pt x="455" y="0"/>
                      <a:pt x="584" y="133"/>
                      <a:pt x="584" y="304"/>
                    </a:cubicBezTo>
                    <a:moveTo>
                      <a:pt x="133" y="304"/>
                    </a:moveTo>
                    <a:cubicBezTo>
                      <a:pt x="133" y="391"/>
                      <a:pt x="198" y="454"/>
                      <a:pt x="292" y="454"/>
                    </a:cubicBezTo>
                    <a:cubicBezTo>
                      <a:pt x="381" y="454"/>
                      <a:pt x="451" y="387"/>
                      <a:pt x="451" y="302"/>
                    </a:cubicBezTo>
                    <a:cubicBezTo>
                      <a:pt x="451" y="216"/>
                      <a:pt x="383" y="153"/>
                      <a:pt x="292" y="153"/>
                    </a:cubicBezTo>
                    <a:cubicBezTo>
                      <a:pt x="203" y="153"/>
                      <a:pt x="133" y="219"/>
                      <a:pt x="133" y="304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4" name="Freeform 34">
                <a:extLst>
                  <a:ext uri="{FF2B5EF4-FFF2-40B4-BE49-F238E27FC236}">
                    <a16:creationId xmlns:a16="http://schemas.microsoft.com/office/drawing/2014/main" id="{9296505E-2DA9-07F7-31C5-6D802244B0F4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1021017"/>
                <a:ext cx="253999" cy="263752"/>
              </a:xfrm>
              <a:custGeom>
                <a:avLst/>
                <a:gdLst>
                  <a:gd name="T0" fmla="*/ 584 w 584"/>
                  <a:gd name="T1" fmla="*/ 305 h 607"/>
                  <a:gd name="T2" fmla="*/ 292 w 584"/>
                  <a:gd name="T3" fmla="*/ 607 h 607"/>
                  <a:gd name="T4" fmla="*/ 0 w 584"/>
                  <a:gd name="T5" fmla="*/ 303 h 607"/>
                  <a:gd name="T6" fmla="*/ 292 w 584"/>
                  <a:gd name="T7" fmla="*/ 0 h 607"/>
                  <a:gd name="T8" fmla="*/ 584 w 584"/>
                  <a:gd name="T9" fmla="*/ 305 h 607"/>
                  <a:gd name="T10" fmla="*/ 133 w 584"/>
                  <a:gd name="T11" fmla="*/ 305 h 607"/>
                  <a:gd name="T12" fmla="*/ 292 w 584"/>
                  <a:gd name="T13" fmla="*/ 454 h 607"/>
                  <a:gd name="T14" fmla="*/ 451 w 584"/>
                  <a:gd name="T15" fmla="*/ 303 h 607"/>
                  <a:gd name="T16" fmla="*/ 292 w 584"/>
                  <a:gd name="T17" fmla="*/ 153 h 607"/>
                  <a:gd name="T18" fmla="*/ 133 w 584"/>
                  <a:gd name="T19" fmla="*/ 305 h 6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4" h="607">
                    <a:moveTo>
                      <a:pt x="584" y="305"/>
                    </a:moveTo>
                    <a:cubicBezTo>
                      <a:pt x="584" y="474"/>
                      <a:pt x="457" y="607"/>
                      <a:pt x="292" y="607"/>
                    </a:cubicBezTo>
                    <a:cubicBezTo>
                      <a:pt x="128" y="607"/>
                      <a:pt x="0" y="474"/>
                      <a:pt x="0" y="303"/>
                    </a:cubicBezTo>
                    <a:cubicBezTo>
                      <a:pt x="0" y="133"/>
                      <a:pt x="126" y="0"/>
                      <a:pt x="292" y="0"/>
                    </a:cubicBezTo>
                    <a:cubicBezTo>
                      <a:pt x="455" y="0"/>
                      <a:pt x="584" y="134"/>
                      <a:pt x="584" y="305"/>
                    </a:cubicBezTo>
                    <a:moveTo>
                      <a:pt x="133" y="305"/>
                    </a:moveTo>
                    <a:cubicBezTo>
                      <a:pt x="133" y="391"/>
                      <a:pt x="198" y="454"/>
                      <a:pt x="292" y="454"/>
                    </a:cubicBezTo>
                    <a:cubicBezTo>
                      <a:pt x="381" y="454"/>
                      <a:pt x="451" y="388"/>
                      <a:pt x="451" y="303"/>
                    </a:cubicBezTo>
                    <a:cubicBezTo>
                      <a:pt x="451" y="216"/>
                      <a:pt x="383" y="153"/>
                      <a:pt x="292" y="153"/>
                    </a:cubicBezTo>
                    <a:cubicBezTo>
                      <a:pt x="203" y="153"/>
                      <a:pt x="133" y="220"/>
                      <a:pt x="133" y="305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03841584"/>
      </p:ext>
    </p:extLst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873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602289" y="6401580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latin typeface="Arial" pitchFamily="34" charset="0"/>
                <a:cs typeface="Arial" pitchFamily="34" charset="0"/>
              </a:rPr>
              <a:t>2026</a:t>
            </a:r>
          </a:p>
          <a:p>
            <a:r>
              <a:rPr lang="en-US" sz="1000" dirty="0">
                <a:latin typeface="Arial" pitchFamily="34" charset="0"/>
                <a:cs typeface="Arial" pitchFamily="34" charset="0"/>
              </a:rPr>
              <a:t> Lenovo Internal. All rights reserved.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69529" y="6400800"/>
            <a:ext cx="438912" cy="155448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8E58A1D-41DA-DC58-93FB-1ED0F2D56A4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413" y="6348283"/>
            <a:ext cx="777240" cy="259316"/>
            <a:chOff x="547688" y="952500"/>
            <a:chExt cx="12190413" cy="4067175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BC243CA-E9F6-42B7-4EBD-174C6A6167E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Freeform 7">
              <a:extLst>
                <a:ext uri="{FF2B5EF4-FFF2-40B4-BE49-F238E27FC236}">
                  <a16:creationId xmlns:a16="http://schemas.microsoft.com/office/drawing/2014/main" id="{AF0893DC-4B4F-34BC-2BE3-54AE043B958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Freeform 8">
              <a:extLst>
                <a:ext uri="{FF2B5EF4-FFF2-40B4-BE49-F238E27FC236}">
                  <a16:creationId xmlns:a16="http://schemas.microsoft.com/office/drawing/2014/main" id="{2E9ED647-0AE4-33D4-5156-46F4EDDDEC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Freeform 9">
              <a:extLst>
                <a:ext uri="{FF2B5EF4-FFF2-40B4-BE49-F238E27FC236}">
                  <a16:creationId xmlns:a16="http://schemas.microsoft.com/office/drawing/2014/main" id="{05BD8F00-F164-080D-BE9D-F8D1C4DFAED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Freeform 10">
              <a:extLst>
                <a:ext uri="{FF2B5EF4-FFF2-40B4-BE49-F238E27FC236}">
                  <a16:creationId xmlns:a16="http://schemas.microsoft.com/office/drawing/2014/main" id="{5270BA00-DD8B-D870-AA01-525F7B13253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Freeform 10">
              <a:extLst>
                <a:ext uri="{FF2B5EF4-FFF2-40B4-BE49-F238E27FC236}">
                  <a16:creationId xmlns:a16="http://schemas.microsoft.com/office/drawing/2014/main" id="{8214A0A3-3CC6-58A0-8F76-87CEE5EF1B5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Freeform 11">
              <a:extLst>
                <a:ext uri="{FF2B5EF4-FFF2-40B4-BE49-F238E27FC236}">
                  <a16:creationId xmlns:a16="http://schemas.microsoft.com/office/drawing/2014/main" id="{D4ACFFF1-B65B-C5F8-C71D-FED0359A30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33027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50" r:id="rId2"/>
    <p:sldLayoutId id="2147483723" r:id="rId3"/>
    <p:sldLayoutId id="2147483751" r:id="rId4"/>
    <p:sldLayoutId id="2147483670" r:id="rId5"/>
    <p:sldLayoutId id="2147483752" r:id="rId6"/>
    <p:sldLayoutId id="2147483740" r:id="rId7"/>
    <p:sldLayoutId id="2147483753" r:id="rId8"/>
    <p:sldLayoutId id="2147483654" r:id="rId9"/>
    <p:sldLayoutId id="2147483725" r:id="rId10"/>
    <p:sldLayoutId id="2147483738" r:id="rId11"/>
    <p:sldLayoutId id="2147483739" r:id="rId12"/>
    <p:sldLayoutId id="2147483661" r:id="rId13"/>
    <p:sldLayoutId id="2147483726" r:id="rId14"/>
    <p:sldLayoutId id="2147483673" r:id="rId15"/>
    <p:sldLayoutId id="2147483727" r:id="rId16"/>
    <p:sldLayoutId id="2147483662" r:id="rId17"/>
    <p:sldLayoutId id="2147483728" r:id="rId18"/>
    <p:sldLayoutId id="2147483736" r:id="rId19"/>
    <p:sldLayoutId id="2147483737" r:id="rId20"/>
    <p:sldLayoutId id="2147483691" r:id="rId21"/>
    <p:sldLayoutId id="2147483729" r:id="rId22"/>
    <p:sldLayoutId id="2147483755" r:id="rId23"/>
    <p:sldLayoutId id="2147483749" r:id="rId24"/>
    <p:sldLayoutId id="2147483756" r:id="rId25"/>
    <p:sldLayoutId id="2147483711" r:id="rId26"/>
    <p:sldLayoutId id="2147483731" r:id="rId27"/>
    <p:sldLayoutId id="2147483746" r:id="rId28"/>
    <p:sldLayoutId id="2147483722" r:id="rId29"/>
    <p:sldLayoutId id="2147483732" r:id="rId30"/>
    <p:sldLayoutId id="2147483657" r:id="rId31"/>
    <p:sldLayoutId id="2147483733" r:id="rId32"/>
    <p:sldLayoutId id="2147483659" r:id="rId33"/>
    <p:sldLayoutId id="2147483734" r:id="rId34"/>
    <p:sldLayoutId id="2147483748" r:id="rId35"/>
    <p:sldLayoutId id="2147483747" r:id="rId36"/>
    <p:sldLayoutId id="2147483757" r:id="rId37"/>
  </p:sldLayoutIdLst>
  <p:transition spd="med"/>
  <p:hf hdr="0" ftr="0" dt="0"/>
  <p:txStyles>
    <p:titleStyle>
      <a:lvl1pPr algn="ctr" defTabSz="1218987" rtl="0" eaLnBrk="1" latinLnBrk="0" hangingPunct="1">
        <a:spcBef>
          <a:spcPct val="0"/>
        </a:spcBef>
        <a:buNone/>
        <a:defRPr sz="4300" kern="1200" cap="all" baseline="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ClrTx/>
        <a:buFont typeface="Arial" panose="020B0604020202020204" pitchFamily="34" charset="0"/>
        <a:buChar char="•"/>
        <a:defRPr sz="43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990427" indent="-380933" algn="l" defTabSz="1218987" rtl="0" eaLnBrk="1" latinLnBrk="0" hangingPunct="1">
        <a:spcBef>
          <a:spcPct val="20000"/>
        </a:spcBef>
        <a:buClrTx/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523733" indent="-304747" algn="l" defTabSz="1218987" rtl="0" eaLnBrk="1" latinLnBrk="0" hangingPunct="1">
        <a:spcBef>
          <a:spcPct val="20000"/>
        </a:spcBef>
        <a:buClrTx/>
        <a:buFont typeface="Arial" panose="020B0604020202020204" pitchFamily="34" charset="0"/>
        <a:buChar char="-"/>
        <a:defRPr sz="3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2133227" indent="-304747" algn="l" defTabSz="1218987" rtl="0" eaLnBrk="1" latinLnBrk="0" hangingPunct="1">
        <a:spcBef>
          <a:spcPct val="20000"/>
        </a:spcBef>
        <a:buClrTx/>
        <a:buFont typeface="Arial" panose="020B0604020202020204" pitchFamily="34" charset="0"/>
        <a:buChar char="-"/>
        <a:defRPr sz="27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742720" indent="-304747" algn="l" defTabSz="1218987" rtl="0" eaLnBrk="1" latinLnBrk="0" hangingPunct="1">
        <a:spcBef>
          <a:spcPct val="20000"/>
        </a:spcBef>
        <a:buClrTx/>
        <a:buFont typeface="Arial" panose="020B0604020202020204" pitchFamily="34" charset="0"/>
        <a:buChar char="-"/>
        <a:defRPr sz="27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0" userDrawn="1">
          <p15:clr>
            <a:srgbClr val="F26B43"/>
          </p15:clr>
        </p15:guide>
        <p15:guide id="2" pos="6719" userDrawn="1">
          <p15:clr>
            <a:srgbClr val="F26B43"/>
          </p15:clr>
        </p15:guide>
        <p15:guide id="3" orient="horz" pos="2880" userDrawn="1">
          <p15:clr>
            <a:srgbClr val="F26B43"/>
          </p15:clr>
        </p15:guide>
        <p15:guide id="4" pos="3839" userDrawn="1">
          <p15:clr>
            <a:srgbClr val="F26B43"/>
          </p15:clr>
        </p15:guide>
        <p15:guide id="5" pos="5279" userDrawn="1">
          <p15:clr>
            <a:srgbClr val="F26B43"/>
          </p15:clr>
        </p15:guide>
        <p15:guide id="6" pos="2399" userDrawn="1">
          <p15:clr>
            <a:srgbClr val="F26B43"/>
          </p15:clr>
        </p15:guide>
        <p15:guide id="7" pos="959" userDrawn="1">
          <p15:clr>
            <a:srgbClr val="F26B43"/>
          </p15:clr>
        </p15:guide>
        <p15:guide id="8" pos="7199" userDrawn="1">
          <p15:clr>
            <a:srgbClr val="FDE53C"/>
          </p15:clr>
        </p15:guide>
        <p15:guide id="9" pos="6239" userDrawn="1">
          <p15:clr>
            <a:srgbClr val="FDE53C"/>
          </p15:clr>
        </p15:guide>
        <p15:guide id="10" pos="5759" userDrawn="1">
          <p15:clr>
            <a:srgbClr val="FDE53C"/>
          </p15:clr>
        </p15:guide>
        <p15:guide id="11" pos="4319" userDrawn="1">
          <p15:clr>
            <a:srgbClr val="FDE53C"/>
          </p15:clr>
        </p15:guide>
        <p15:guide id="12" pos="4799" userDrawn="1">
          <p15:clr>
            <a:srgbClr val="FDE53C"/>
          </p15:clr>
        </p15:guide>
        <p15:guide id="13" pos="3335" userDrawn="1">
          <p15:clr>
            <a:srgbClr val="FDE53C"/>
          </p15:clr>
        </p15:guide>
        <p15:guide id="14" pos="2879" userDrawn="1">
          <p15:clr>
            <a:srgbClr val="FDE53C"/>
          </p15:clr>
        </p15:guide>
        <p15:guide id="15" pos="1919" userDrawn="1">
          <p15:clr>
            <a:srgbClr val="FDE53C"/>
          </p15:clr>
        </p15:guide>
        <p15:guide id="16" pos="1439" userDrawn="1">
          <p15:clr>
            <a:srgbClr val="FDE53C"/>
          </p15:clr>
        </p15:guide>
        <p15:guide id="17" pos="479" userDrawn="1">
          <p15:clr>
            <a:srgbClr val="FDE53C"/>
          </p15:clr>
        </p15:guide>
        <p15:guide id="18" orient="horz" pos="960" userDrawn="1">
          <p15:clr>
            <a:srgbClr val="FDE53C"/>
          </p15:clr>
        </p15:guide>
        <p15:guide id="19" orient="horz" pos="480" userDrawn="1">
          <p15:clr>
            <a:srgbClr val="FDE53C"/>
          </p15:clr>
        </p15:guide>
        <p15:guide id="20" orient="horz" pos="1920" userDrawn="1">
          <p15:clr>
            <a:srgbClr val="FDE53C"/>
          </p15:clr>
        </p15:guide>
        <p15:guide id="21" orient="horz" pos="2400" userDrawn="1">
          <p15:clr>
            <a:srgbClr val="FDE53C"/>
          </p15:clr>
        </p15:guide>
        <p15:guide id="22" orient="horz" pos="3360" userDrawn="1">
          <p15:clr>
            <a:srgbClr val="FDE53C"/>
          </p15:clr>
        </p15:guide>
        <p15:guide id="23" orient="horz" pos="3840" userDrawn="1">
          <p15:clr>
            <a:srgbClr val="FDE53C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</a:rPr>
              <a:t>Probing the MCP Filesystem Server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>
                <a:solidFill>
                  <a:srgbClr val="AAAAAA"/>
                </a:solidFill>
              </a:rPr>
              <a:t>A systematic study of input / output behaviour and the CVE found along the way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b="1" dirty="0">
                <a:solidFill>
                  <a:srgbClr val="FFFFFF"/>
                </a:solidFill>
              </a:rPr>
              <a:t>MCP under Test</a:t>
            </a:r>
            <a:endParaRPr sz="2600" b="1" dirty="0">
              <a:solidFill>
                <a:srgbClr val="FFFFFF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1373" y="2006600"/>
            <a:ext cx="64008" cy="347472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2541" y="2006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read_file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2541" y="2463800"/>
            <a:ext cx="475488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E2231A"/>
                </a:solidFill>
              </a:rPr>
              <a:t>Input</a:t>
            </a:r>
          </a:p>
          <a:p>
            <a:r>
              <a:rPr sz="1400" b="0" i="0" dirty="0">
                <a:solidFill>
                  <a:srgbClr val="AAAAAA"/>
                </a:solidFill>
              </a:rPr>
              <a:t>  path: string  — absolute path to a file</a:t>
            </a:r>
          </a:p>
          <a:p>
            <a:r>
              <a:rPr sz="600" b="0" i="0" dirty="0">
                <a:solidFill>
                  <a:srgbClr val="FFFFFF"/>
                </a:solidFill>
              </a:rPr>
              <a:t> </a:t>
            </a:r>
          </a:p>
          <a:p>
            <a:r>
              <a:rPr sz="1400" b="1" i="0" dirty="0">
                <a:solidFill>
                  <a:srgbClr val="E2231A"/>
                </a:solidFill>
              </a:rPr>
              <a:t>Output (success)</a:t>
            </a:r>
          </a:p>
          <a:p>
            <a:r>
              <a:rPr sz="1400" b="0" i="0" dirty="0">
                <a:solidFill>
                  <a:srgbClr val="AAAAAA"/>
                </a:solidFill>
              </a:rPr>
              <a:t>  text content of the file</a:t>
            </a:r>
          </a:p>
          <a:p>
            <a:r>
              <a:rPr sz="600" b="0" i="0" dirty="0">
                <a:solidFill>
                  <a:srgbClr val="FFFFFF"/>
                </a:solidFill>
              </a:rPr>
              <a:t> </a:t>
            </a:r>
          </a:p>
          <a:p>
            <a:r>
              <a:rPr sz="1400" b="1" i="0" dirty="0">
                <a:solidFill>
                  <a:srgbClr val="E2231A"/>
                </a:solidFill>
              </a:rPr>
              <a:t>Output (error)</a:t>
            </a:r>
          </a:p>
          <a:p>
            <a:r>
              <a:rPr sz="1400" b="0" i="0" dirty="0">
                <a:solidFill>
                  <a:srgbClr val="AAAAAA"/>
                </a:solidFill>
              </a:rPr>
              <a:t>  ENOENT, Access denied, </a:t>
            </a:r>
            <a:r>
              <a:rPr sz="1400" b="0" i="0" dirty="0" err="1">
                <a:solidFill>
                  <a:srgbClr val="AAAAAA"/>
                </a:solidFill>
              </a:rPr>
              <a:t>TypeError</a:t>
            </a:r>
            <a:r>
              <a:rPr sz="1400" b="0" i="0" dirty="0">
                <a:solidFill>
                  <a:srgbClr val="AAAAAA"/>
                </a:solidFill>
              </a:rPr>
              <a:t> …</a:t>
            </a:r>
          </a:p>
          <a:p>
            <a:r>
              <a:rPr sz="600" b="0" i="0" dirty="0">
                <a:solidFill>
                  <a:srgbClr val="FFFFFF"/>
                </a:solidFill>
              </a:rPr>
              <a:t> </a:t>
            </a:r>
            <a:endParaRPr lang="en-US" sz="600" b="0" i="0" dirty="0">
              <a:solidFill>
                <a:srgbClr val="FFFFFF"/>
              </a:solidFill>
            </a:endParaRPr>
          </a:p>
          <a:p>
            <a:r>
              <a:rPr lang="en-US" sz="1400" b="1" i="0" dirty="0">
                <a:solidFill>
                  <a:srgbClr val="FFFFFF"/>
                </a:solidFill>
              </a:rPr>
              <a:t>T</a:t>
            </a:r>
            <a:r>
              <a:rPr lang="en-US" sz="1400" b="1" dirty="0">
                <a:solidFill>
                  <a:srgbClr val="FFFFFF"/>
                </a:solidFill>
              </a:rPr>
              <a:t>ypes of attacks </a:t>
            </a:r>
            <a:endParaRPr lang="en-US" sz="1400" b="1" i="0" dirty="0">
              <a:solidFill>
                <a:srgbClr val="FFFFFF"/>
              </a:solidFill>
            </a:endParaRPr>
          </a:p>
          <a:p>
            <a:r>
              <a:rPr lang="en-US" sz="1400" b="0" i="0" dirty="0">
                <a:solidFill>
                  <a:srgbClr val="AAAAAA"/>
                </a:solidFill>
              </a:rPr>
              <a:t>  path content, type, encoding, length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7773" y="2006600"/>
            <a:ext cx="64008" cy="347472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08941" y="2006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list_directory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8941" y="2463800"/>
            <a:ext cx="47548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E2231A"/>
                </a:solidFill>
              </a:rPr>
              <a:t>Input</a:t>
            </a:r>
          </a:p>
          <a:p>
            <a:r>
              <a:rPr sz="1400" b="0" i="0" dirty="0">
                <a:solidFill>
                  <a:srgbClr val="AAAAAA"/>
                </a:solidFill>
              </a:rPr>
              <a:t>  path: string  — absolute path to a </a:t>
            </a:r>
            <a:r>
              <a:rPr sz="1400" b="0" i="0" dirty="0" err="1">
                <a:solidFill>
                  <a:srgbClr val="AAAAAA"/>
                </a:solidFill>
              </a:rPr>
              <a:t>dir</a:t>
            </a:r>
            <a:endParaRPr sz="1400" b="0" i="0" dirty="0">
              <a:solidFill>
                <a:srgbClr val="AAAAAA"/>
              </a:solidFill>
            </a:endParaRPr>
          </a:p>
          <a:p>
            <a:r>
              <a:rPr sz="600" b="0" i="0" dirty="0">
                <a:solidFill>
                  <a:srgbClr val="FFFFFF"/>
                </a:solidFill>
              </a:rPr>
              <a:t> </a:t>
            </a:r>
          </a:p>
          <a:p>
            <a:r>
              <a:rPr sz="1400" b="1" i="0" dirty="0">
                <a:solidFill>
                  <a:srgbClr val="E2231A"/>
                </a:solidFill>
              </a:rPr>
              <a:t>Output (success)</a:t>
            </a:r>
          </a:p>
          <a:p>
            <a:r>
              <a:rPr sz="1400" b="0" i="0" dirty="0">
                <a:solidFill>
                  <a:srgbClr val="AAAAAA"/>
                </a:solidFill>
              </a:rPr>
              <a:t>  [FILE] name
  [DIR] name  (one per line)</a:t>
            </a:r>
          </a:p>
          <a:p>
            <a:r>
              <a:rPr sz="600" b="0" i="0" dirty="0">
                <a:solidFill>
                  <a:srgbClr val="FFFFFF"/>
                </a:solidFill>
              </a:rPr>
              <a:t> </a:t>
            </a:r>
          </a:p>
          <a:p>
            <a:r>
              <a:rPr sz="1400" b="1" i="0" dirty="0">
                <a:solidFill>
                  <a:srgbClr val="E2231A"/>
                </a:solidFill>
              </a:rPr>
              <a:t>Output (error)</a:t>
            </a:r>
          </a:p>
          <a:p>
            <a:r>
              <a:rPr sz="1400" b="0" i="0" dirty="0">
                <a:solidFill>
                  <a:srgbClr val="AAAAAA"/>
                </a:solidFill>
              </a:rPr>
              <a:t>  ENOENT, Access denied …</a:t>
            </a:r>
          </a:p>
          <a:p>
            <a:r>
              <a:rPr sz="600" b="0" i="0" dirty="0">
                <a:solidFill>
                  <a:srgbClr val="FFFFFF"/>
                </a:solidFill>
              </a:rPr>
              <a:t> </a:t>
            </a:r>
            <a:endParaRPr lang="en-US" sz="600" b="0" i="0" dirty="0">
              <a:solidFill>
                <a:srgbClr val="FFFFFF"/>
              </a:solidFill>
            </a:endParaRPr>
          </a:p>
          <a:p>
            <a:r>
              <a:rPr lang="en-US" sz="1400" b="1" i="0" dirty="0">
                <a:solidFill>
                  <a:srgbClr val="FFFFFF"/>
                </a:solidFill>
              </a:rPr>
              <a:t>Types of attacks</a:t>
            </a:r>
          </a:p>
          <a:p>
            <a:r>
              <a:rPr lang="en-US" sz="1400" b="0" i="0" dirty="0">
                <a:solidFill>
                  <a:srgbClr val="AAAAAA"/>
                </a:solidFill>
              </a:rPr>
              <a:t>  </a:t>
            </a:r>
            <a:r>
              <a:rPr lang="en-US" sz="1400" b="0" i="0" dirty="0" err="1">
                <a:solidFill>
                  <a:srgbClr val="AAAAAA"/>
                </a:solidFill>
              </a:rPr>
              <a:t>dir</a:t>
            </a:r>
            <a:r>
              <a:rPr lang="en-US" sz="1400" b="0" i="0" dirty="0">
                <a:solidFill>
                  <a:srgbClr val="AAAAAA"/>
                </a:solidFill>
              </a:rPr>
              <a:t> paths, empty </a:t>
            </a:r>
            <a:r>
              <a:rPr lang="en-US" sz="1400" b="0" i="0" dirty="0" err="1">
                <a:solidFill>
                  <a:srgbClr val="AAAAAA"/>
                </a:solidFill>
              </a:rPr>
              <a:t>dirs</a:t>
            </a:r>
            <a:r>
              <a:rPr lang="en-US" sz="1400" b="0" i="0" dirty="0">
                <a:solidFill>
                  <a:srgbClr val="AAAAAA"/>
                </a:solidFill>
              </a:rPr>
              <a:t>, </a:t>
            </a:r>
            <a:r>
              <a:rPr lang="en-US" sz="1400" b="0" i="0" dirty="0" err="1">
                <a:solidFill>
                  <a:srgbClr val="AAAAAA"/>
                </a:solidFill>
              </a:rPr>
              <a:t>symlinks</a:t>
            </a:r>
            <a:endParaRPr lang="en-US" sz="1400" b="0" i="0" dirty="0">
              <a:solidFill>
                <a:srgbClr val="AAAAAA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1373" y="57099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AAAAAA"/>
                </a:solidFill>
              </a:rPr>
              <a:t>Both tools share the same path-validation layer — so every finding applies to both.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30D19E-0B95-4FBF-99F6-9622BE2172D2}"/>
              </a:ext>
            </a:extLst>
          </p:cNvPr>
          <p:cNvSpPr txBox="1"/>
          <p:nvPr/>
        </p:nvSpPr>
        <p:spPr>
          <a:xfrm>
            <a:off x="656781" y="1215011"/>
            <a:ext cx="106070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i="1" dirty="0">
                <a:solidFill>
                  <a:srgbClr val="AAAAAA"/>
                </a:solidFill>
              </a:rPr>
              <a:t>W</a:t>
            </a:r>
            <a:r>
              <a:rPr lang="en-US" sz="1500" i="1" dirty="0">
                <a:solidFill>
                  <a:srgbClr val="AAAAAA"/>
                </a:solidFill>
              </a:rPr>
              <a:t>e are testing on file system </a:t>
            </a:r>
            <a:r>
              <a:rPr lang="en-US" sz="1500" i="1" dirty="0" err="1">
                <a:solidFill>
                  <a:srgbClr val="AAAAAA"/>
                </a:solidFill>
              </a:rPr>
              <a:t>mcp</a:t>
            </a:r>
            <a:r>
              <a:rPr lang="en-US" sz="1500" i="1" dirty="0">
                <a:solidFill>
                  <a:srgbClr val="AAAAAA"/>
                </a:solidFill>
              </a:rPr>
              <a:t> server </a:t>
            </a:r>
            <a:endParaRPr sz="1500" b="0" i="1" dirty="0">
              <a:solidFill>
                <a:srgbClr val="AAAAAA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FF611FA-33C4-4AC4-A19A-EBE47A5EF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6535" y="38644"/>
            <a:ext cx="2060320" cy="20603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 dirty="0">
                <a:solidFill>
                  <a:srgbClr val="FFFFFF"/>
                </a:solidFill>
              </a:rPr>
              <a:t>MCP JSON</a:t>
            </a:r>
            <a:r>
              <a:rPr lang="en-US" sz="2600" b="1" dirty="0">
                <a:solidFill>
                  <a:srgbClr val="FFFFFF"/>
                </a:solidFill>
              </a:rPr>
              <a:t>-Based</a:t>
            </a:r>
            <a:r>
              <a:rPr sz="2600" b="1" dirty="0">
                <a:solidFill>
                  <a:srgbClr val="FFFFFF"/>
                </a:solidFill>
              </a:rPr>
              <a:t>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11430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 dirty="0">
                <a:solidFill>
                  <a:srgbClr val="AAAAAA"/>
                </a:solidFill>
              </a:rPr>
              <a:t>Every interaction is a JSON-RPC 2.0 message. Here is what a tool call looks like: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600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REQUEST  (agent → server)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965960"/>
            <a:ext cx="5029200" cy="2331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075688"/>
            <a:ext cx="4809744" cy="21122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FFFFFF"/>
                </a:solidFill>
              </a:rPr>
              <a:t>{</a:t>
            </a:r>
          </a:p>
          <a:p>
            <a:r>
              <a:rPr sz="1300" b="0" i="0">
                <a:solidFill>
                  <a:srgbClr val="FFE080"/>
                </a:solidFill>
              </a:rPr>
              <a:t>  "jsonrpc": "2.0",</a:t>
            </a:r>
          </a:p>
          <a:p>
            <a:r>
              <a:rPr sz="1300" b="0" i="0">
                <a:solidFill>
                  <a:srgbClr val="FFE080"/>
                </a:solidFill>
              </a:rPr>
              <a:t>  "method": "tools/call",</a:t>
            </a:r>
          </a:p>
          <a:p>
            <a:r>
              <a:rPr sz="1300" b="0" i="0">
                <a:solidFill>
                  <a:srgbClr val="FFFFFF"/>
                </a:solidFill>
              </a:rPr>
              <a:t>  "params": {</a:t>
            </a:r>
          </a:p>
          <a:p>
            <a:r>
              <a:rPr sz="1300" b="0" i="0">
                <a:solidFill>
                  <a:srgbClr val="80C8FF"/>
                </a:solidFill>
              </a:rPr>
              <a:t>    "name": "read_file",</a:t>
            </a:r>
          </a:p>
          <a:p>
            <a:r>
              <a:rPr sz="1300" b="0" i="0">
                <a:solidFill>
                  <a:srgbClr val="FFFFFF"/>
                </a:solidFill>
              </a:rPr>
              <a:t>    "arguments": {</a:t>
            </a:r>
          </a:p>
          <a:p>
            <a:r>
              <a:rPr sz="1300" b="0" i="0">
                <a:solidFill>
                  <a:srgbClr val="98FF98"/>
                </a:solidFill>
              </a:rPr>
              <a:t>      "path": "/tmp/mcp_sandbox/readme.txt"</a:t>
            </a:r>
          </a:p>
          <a:p>
            <a:r>
              <a:rPr sz="1300" b="0" i="0">
                <a:solidFill>
                  <a:srgbClr val="FFFFFF"/>
                </a:solidFill>
              </a:rPr>
              <a:t>    }</a:t>
            </a:r>
          </a:p>
          <a:p>
            <a:r>
              <a:rPr sz="1300" b="0" i="0">
                <a:solidFill>
                  <a:srgbClr val="FFFFFF"/>
                </a:solidFill>
              </a:rPr>
              <a:t>  },</a:t>
            </a:r>
          </a:p>
          <a:p>
            <a:r>
              <a:rPr sz="1300" b="0" i="0">
                <a:solidFill>
                  <a:srgbClr val="FFFFFF"/>
                </a:solidFill>
              </a:rPr>
              <a:t>  "id": 1</a:t>
            </a:r>
          </a:p>
          <a:p>
            <a:r>
              <a:rPr sz="1300" b="0" i="0">
                <a:solidFill>
                  <a:srgbClr val="FFFFFF"/>
                </a:solidFill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5352" y="1600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RESPONSE  (server → agent)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965960"/>
            <a:ext cx="5029200" cy="2331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2075688"/>
            <a:ext cx="4809744" cy="21122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FFFFFF"/>
                </a:solidFill>
              </a:rPr>
              <a:t>{</a:t>
            </a:r>
          </a:p>
          <a:p>
            <a:r>
              <a:rPr sz="1300" b="0" i="0">
                <a:solidFill>
                  <a:srgbClr val="FFE080"/>
                </a:solidFill>
              </a:rPr>
              <a:t>  "jsonrpc": "2.0",</a:t>
            </a:r>
          </a:p>
          <a:p>
            <a:r>
              <a:rPr sz="1300" b="0" i="0">
                <a:solidFill>
                  <a:srgbClr val="FFFFFF"/>
                </a:solidFill>
              </a:rPr>
              <a:t>  "result": {</a:t>
            </a:r>
          </a:p>
          <a:p>
            <a:r>
              <a:rPr sz="1300" b="0" i="0">
                <a:solidFill>
                  <a:srgbClr val="FFFFFF"/>
                </a:solidFill>
              </a:rPr>
              <a:t>    "content": [</a:t>
            </a:r>
          </a:p>
          <a:p>
            <a:r>
              <a:rPr sz="1300" b="0" i="0">
                <a:solidFill>
                  <a:srgbClr val="FFFFFF"/>
                </a:solidFill>
              </a:rPr>
              <a:t>      {</a:t>
            </a:r>
          </a:p>
          <a:p>
            <a:r>
              <a:rPr sz="1300" b="0" i="0">
                <a:solidFill>
                  <a:srgbClr val="80C8FF"/>
                </a:solidFill>
              </a:rPr>
              <a:t>        "type": "text",</a:t>
            </a:r>
          </a:p>
          <a:p>
            <a:r>
              <a:rPr sz="1300" b="0" i="0">
                <a:solidFill>
                  <a:srgbClr val="98FF98"/>
                </a:solidFill>
              </a:rPr>
              <a:t>        "text": "Version 1.0 ..."</a:t>
            </a:r>
          </a:p>
          <a:p>
            <a:r>
              <a:rPr sz="1300" b="0" i="0">
                <a:solidFill>
                  <a:srgbClr val="FFFFFF"/>
                </a:solidFill>
              </a:rPr>
              <a:t>      }</a:t>
            </a:r>
          </a:p>
          <a:p>
            <a:r>
              <a:rPr sz="1300" b="0" i="0">
                <a:solidFill>
                  <a:srgbClr val="FFFFFF"/>
                </a:solidFill>
              </a:rPr>
              <a:t>    ],</a:t>
            </a:r>
          </a:p>
          <a:p>
            <a:r>
              <a:rPr sz="1300" b="0" i="0">
                <a:solidFill>
                  <a:srgbClr val="FFE080"/>
                </a:solidFill>
              </a:rPr>
              <a:t>    "isError": false</a:t>
            </a:r>
          </a:p>
          <a:p>
            <a:r>
              <a:rPr sz="1300" b="0" i="0">
                <a:solidFill>
                  <a:srgbClr val="FFFFFF"/>
                </a:solidFill>
              </a:rPr>
              <a:t>  }</a:t>
            </a:r>
          </a:p>
          <a:p>
            <a:r>
              <a:rPr sz="1300" b="0" i="0">
                <a:solidFill>
                  <a:srgbClr val="FFFFFF"/>
                </a:solidFill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43484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AAAAAA"/>
                </a:solidFill>
              </a:rPr>
              <a:t>An error response is identical in shape — isError: true, text contains the error message. Same envelope, different payload.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b="1" dirty="0">
                <a:solidFill>
                  <a:srgbClr val="FFFFFF"/>
                </a:solidFill>
              </a:rPr>
              <a:t>Testing Methodology</a:t>
            </a:r>
            <a:endParaRPr sz="2600" b="1" dirty="0">
              <a:solidFill>
                <a:srgbClr val="FFFFFF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8952" y="1143000"/>
            <a:ext cx="10607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 dirty="0">
                <a:solidFill>
                  <a:srgbClr val="FFFFFF"/>
                </a:solidFill>
              </a:rPr>
              <a:t>90 </a:t>
            </a:r>
            <a:r>
              <a:rPr lang="en-US" sz="1600" b="0" i="0" dirty="0" err="1">
                <a:solidFill>
                  <a:srgbClr val="FFFFFF"/>
                </a:solidFill>
              </a:rPr>
              <a:t>experimets</a:t>
            </a:r>
            <a:r>
              <a:rPr sz="1600" b="0" i="0" dirty="0">
                <a:solidFill>
                  <a:srgbClr val="FFFFFF"/>
                </a:solidFill>
              </a:rPr>
              <a:t> across 8 </a:t>
            </a:r>
            <a:r>
              <a:rPr lang="en-US" sz="1600" b="0" i="0" dirty="0">
                <a:solidFill>
                  <a:srgbClr val="FFFFFF"/>
                </a:solidFill>
              </a:rPr>
              <a:t>scenarios</a:t>
            </a:r>
            <a:r>
              <a:rPr sz="1600" b="0" i="0" dirty="0">
                <a:solidFill>
                  <a:srgbClr val="FFFFFF"/>
                </a:solidFill>
              </a:rPr>
              <a:t>. For each probe I write my hypothesis BEFORE sending — the output then either confirms, surprises, or redirects.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874519"/>
            <a:ext cx="10671048" cy="2743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196596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9659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Fingerprint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965960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AAAAAA"/>
                </a:solidFill>
              </a:rPr>
              <a:t>Establish baseline — what does normal look like?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5000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500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Error Mapping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50008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AAAAAA"/>
                </a:solidFill>
              </a:rPr>
              <a:t>How does the server signal failures?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73405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3405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Path Normalisation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34056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AAAAAA"/>
                </a:solidFill>
              </a:rPr>
              <a:t>Does it resolve . / .. / // before or after validation?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118103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11810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Gibberish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118103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AAAAAA"/>
                </a:solidFill>
              </a:rPr>
              <a:t>What happens with total nonsense?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3502151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502151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Almost Valid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502151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AAAAAA"/>
                </a:solidFill>
              </a:rPr>
              <a:t>Inputs that look plausible but aren't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38862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862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Creative Attacker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886200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AAAAAA"/>
                </a:solidFill>
              </a:rPr>
              <a:t>Prefix tricks — no traversal dots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427024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2702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Type Confusion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270248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AAAAAA"/>
                </a:solidFill>
              </a:rPr>
              <a:t>Wrong JSON types as the path argument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46542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6542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Follow-Up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4654296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AAAAAA"/>
                </a:solidFill>
              </a:rPr>
              <a:t>Mutate around the finding from phase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5129783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555555"/>
                </a:solidFill>
              </a:rPr>
              <a:t>Phases 6 &amp; 8 (red) — where the CVE surfaces.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Phase 1 — Fingerprint: Establishing the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11430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AAAAA"/>
                </a:solidFill>
              </a:rPr>
              <a:t>Before I can detect anomalies I need to know what "correct" looks like. 13 probes, all expected to succeed.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82880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plain text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82880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full content returned — baseline confirmed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31136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3113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config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23113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verbatim key=value — no transformation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63347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3347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file named secret.txt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3347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name is irrelevant — server reads content, not filename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3035808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03580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empty 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3580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empty response, no error — 0-byte files are valid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438144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438144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hidden dot-file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438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readable same as normal — no special treatment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384048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large file (500 lines)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84048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full content, no truncation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" y="4242816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428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symlink inside sandbox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24281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followed correctly — points to another sandbox 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64515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64515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list sandbox root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64515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returns [FILE] and [DIR] entries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" y="5138928"/>
            <a:ext cx="10671048" cy="2743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8952" y="523036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Tactic after phase 1: I now know the happy path. Next — map how the server signals failures.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Phases 2–4: Errors, Normalization, Gibberish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118872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E2231A"/>
                </a:solidFill>
              </a:rPr>
              <a:t>Phase 2 — Error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55448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</a:rPr>
              <a:t>8 probes: missing files, missing dirs, permission-denied paths.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Output: consistent ENOENT + 'Access denied' strings with full resolved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9456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FFFFF"/>
                </a:solidFill>
              </a:rPr>
              <a:t>⟶  Tactic shift: the error leaks the resolved path — useful for confirming whether normalisation happens before or after validation.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8346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E2231A"/>
                </a:solidFill>
              </a:rPr>
              <a:t>Phase 3 — Path Normalisation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20040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</a:rPr>
              <a:t>8 probes: ./././, ////, trailing slash, subdir/deep/..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52044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Output: all resolve correctly — the server normalises before I/O.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84048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FFFFF"/>
                </a:solidFill>
              </a:rPr>
              <a:t>⟶  Tactic shift: normalisation is clean. I now wonder: does it normalise BEFORE boundary-checking too?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48056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E2231A"/>
                </a:solidFill>
              </a:rPr>
              <a:t>Phase 4 — Gibberish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84632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</a:rPr>
              <a:t>14 probes: random strings, numbers, backslashes, whitespace, newlines.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51663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Output: all blocked — 'path outside allowed directories' every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548640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FFFFF"/>
                </a:solidFill>
              </a:rPr>
              <a:t>⟶  Tactic shift: hard boundary exists. But the block message reveals the resolved form — I can watch what the server 'thinks' the path 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Phase 5 — First Cracks: "Almost Valid"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11430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AAAAA"/>
                </a:solidFill>
              </a:rPr>
              <a:t>14 probes that look superficially legitimate. This is where the two server versions first diverge.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828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Windows backslash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828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/tmp/mcp_sandbox\readme.txt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8288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E2231A"/>
                </a:solidFill>
              </a:rPr>
              <a:t>OLD: returned content  →  NEW: blocked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286000"/>
            <a:ext cx="10671048" cy="2743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2423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Null-byte injection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423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/tmp/mcp_sandbox/readme.txt\x00.png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4231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E2231A"/>
                </a:solidFill>
              </a:rPr>
              <a:t>OLD: returned content  →  NEW: blocked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" y="2880360"/>
            <a:ext cx="10671048" cy="2743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" y="3017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Very long repeated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017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/tmp/mcp_sandbox/a/../a/../… (300 chars)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0175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BOTH return content — but response text differs unexpectedly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" y="3474720"/>
            <a:ext cx="10671048" cy="2743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8952" y="3749039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FFFFFF"/>
                </a:solidFill>
              </a:rPr>
              <a:t>Two classic tricks are patched. But 11 of 14 probes still show identical behaviour — the boundary feels solid everywhere I look.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29767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2231A"/>
                </a:solidFill>
              </a:rPr>
              <a:t>⟶  Tactic shift: stop testing known attack patterns. What if the boundary check itself has a logic error?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Phase 6 — The Discovery: Prefix Bypass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11430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FFFFFF"/>
                </a:solidFill>
              </a:rPr>
              <a:t>I stopped using traversal dots. Instead I asked: what if a path simply STARTS with the sandbox name?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6916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My hypothesis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0574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AAAAAA"/>
                </a:solidFill>
              </a:rPr>
              <a:t>The server checks: does path start with /tmp/mcp_sandbox?
If so — allowed. /tmp/mcp_sandbox_escape also starts with
that prefix. Would it accept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6916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What happened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57400"/>
            <a:ext cx="5029200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2167128"/>
            <a:ext cx="4809744" cy="10149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98FF98"/>
                </a:solidFill>
              </a:rPr>
              <a:t>path: /tmp/mcp_sandbox_escape/secret.txt</a:t>
            </a:r>
          </a:p>
          <a:p>
            <a:endParaRPr sz="1300" b="0" i="0">
              <a:solidFill>
                <a:srgbClr val="98FF98"/>
              </a:solidFill>
            </a:endParaRPr>
          </a:p>
          <a:p>
            <a:r>
              <a:rPr sz="1300" b="0" i="0">
                <a:solidFill>
                  <a:srgbClr val="98FF98"/>
                </a:solidFill>
              </a:rPr>
              <a:t>OLD → returned content</a:t>
            </a:r>
          </a:p>
          <a:p>
            <a:r>
              <a:rPr sz="1300" b="0" i="0">
                <a:solidFill>
                  <a:srgbClr val="FF6060"/>
                </a:solidFill>
              </a:rPr>
              <a:t>NEW → Access denied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38328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E2231A"/>
                </a:solidFill>
              </a:rPr>
              <a:t>It worked on the old version. Something succeeded when it should have failed.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3840480"/>
            <a:ext cx="10671048" cy="2743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97763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</a:rPr>
              <a:t>Confirmed with 6 variants — all leaked on old version: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34340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/tmp/mcp_sandbox_escape/file1.txt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343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leaked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90872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/tmp/mcp_sandbox_escape/file2.txt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69087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leaked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38344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/tmp/mcp_sandboxevil/secret.txt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503834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leaked  (no separator needed)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85816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list /tmp/mcp_sandbox_escape/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38581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directory listing leaked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The CVE: What Prefix Bypass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11430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AAAAA"/>
                </a:solidFill>
              </a:rPr>
              <a:t>The old server validated the path with a naive string-prefix check: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645920"/>
            <a:ext cx="10607040" cy="960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387584" cy="740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555555"/>
                </a:solidFill>
              </a:rPr>
              <a:t>// Vulnerable check (conceptual)</a:t>
            </a:r>
          </a:p>
          <a:p>
            <a:r>
              <a:rPr sz="1300" b="0" i="0">
                <a:solidFill>
                  <a:srgbClr val="FF8080"/>
                </a:solidFill>
              </a:rPr>
              <a:t>if (!resolvedPath.startsWith(allowedRoot)) throw AccessDenied</a:t>
            </a:r>
          </a:p>
          <a:p>
            <a:endParaRPr sz="1300" b="0" i="0">
              <a:solidFill>
                <a:srgbClr val="FF8080"/>
              </a:solidFill>
            </a:endParaRPr>
          </a:p>
          <a:p>
            <a:r>
              <a:rPr sz="1300" b="0" i="0">
                <a:solidFill>
                  <a:srgbClr val="FFE080"/>
                </a:solidFill>
              </a:rPr>
              <a:t>// /tmp/mcp_sandbox_escape  starts with  /tmp/mcp_sandbox  → passes!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743200"/>
            <a:ext cx="10607040" cy="868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852928"/>
            <a:ext cx="10387584" cy="6492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555555"/>
                </a:solidFill>
              </a:rPr>
              <a:t>// Patched check (v2025.7.29)</a:t>
            </a:r>
          </a:p>
          <a:p>
            <a:r>
              <a:rPr sz="1300" b="0" i="0">
                <a:solidFill>
                  <a:srgbClr val="98FF98"/>
                </a:solidFill>
              </a:rPr>
              <a:t>if (!resolvedPath.startsWith(allowedRoot + path.sep)) throw …</a:t>
            </a:r>
          </a:p>
          <a:p>
            <a:endParaRPr sz="1300" b="0" i="0">
              <a:solidFill>
                <a:srgbClr val="98FF98"/>
              </a:solidFill>
            </a:endParaRPr>
          </a:p>
          <a:p>
            <a:r>
              <a:rPr sz="1300" b="0" i="0">
                <a:solidFill>
                  <a:srgbClr val="FFE080"/>
                </a:solidFill>
              </a:rPr>
              <a:t>// Forces a separator after the sandbox name → sibling dirs blocked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79476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2231A"/>
                </a:solidFill>
              </a:rPr>
              <a:t>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794760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</a:rPr>
              <a:t>agent can read any file in any directory whose name shares a prefix with the 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29768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2231A"/>
                </a:solidFill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297680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</a:rPr>
              <a:t>any MCP filesystem server using startsWith() without a trailing separator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8006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2231A"/>
                </a:solidFill>
              </a:rPr>
              <a:t>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800600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</a:rPr>
              <a:t>append path.sep (or '/') to the allowed root before the check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Phase 7 — Type Confusion: A Side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11430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FFFFFF"/>
                </a:solidFill>
              </a:rPr>
              <a:t>After the prefix bypass I wondered: what if 'path' is not a string at all? 9 probes with wrong JSON types.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92024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Old behaviour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192024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2231A"/>
                </a:solidFill>
              </a:rPr>
              <a:t>New behaviour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331720"/>
            <a:ext cx="10671048" cy="2743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path: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4231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unhandled exception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423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FFFFFF"/>
                </a:solidFill>
              </a:rPr>
              <a:t>structured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path: null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8346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ENOENT on literal 'null'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834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FFFFFF"/>
                </a:solidFill>
              </a:rPr>
              <a:t>schema validation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246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path: true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461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reads 'true' as path string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246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FFFFFF"/>
                </a:solidFill>
              </a:rPr>
              <a:t>blocked before I/O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657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path: []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6576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TypeError in handler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657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FFFFFF"/>
                </a:solidFill>
              </a:rPr>
              <a:t>structured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path: {}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0690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AAAAAA"/>
                </a:solidFill>
              </a:rPr>
              <a:t>TypeError in handler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069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FFFFFF"/>
                </a:solidFill>
              </a:rPr>
              <a:t>structured error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" y="4572000"/>
            <a:ext cx="10671048" cy="2743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8952" y="470916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AAAAAA"/>
                </a:solidFill>
              </a:rPr>
              <a:t>Not exploitable — but a caller can fingerprint the server version just by sending path: 42 and reading the error shape.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Phase 8 — Follow-Up: Confirming the CVE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11430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FFFFFF"/>
                </a:solidFill>
              </a:rPr>
              <a:t>I now know the prefix bypass works. Phase 8 tests whether the patch is a real fix or just one blacklisted spelling.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bypass + trailing slash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828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/tmp/mcp_sandbox_escape/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OLD leaked  →  NEW blocked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585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bypass + double slash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2585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/tmp/mcp_sandbox_escape//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25856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OLD leaked  →  NEW blocked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688335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different suffix _extra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688335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/tmp/mcp_sandbox_extra/file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688335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OLD leaked  →  NEW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3118103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dot in escape 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118103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/tmp/mcp_sandbox_escape/./file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3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OLD leaked  →  NEW blocked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54787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list escape dir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547871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list_directory on escape dir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547871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OLD listed  →  NEW blocked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39776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</a:rPr>
              <a:t>list via double slash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97763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AAAAA"/>
                </a:solidFill>
              </a:rPr>
              <a:t>list_directory + 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9776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2231A"/>
                </a:solidFill>
              </a:rPr>
              <a:t>OLD listed  →  NEW blocked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" y="4498847"/>
            <a:ext cx="10671048" cy="2743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8952" y="4636007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Every variant blocked by the patched version. The fix is real path resolution — not a one-liner blacklist.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Bonus: Version Comparison Validates the Find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11430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AAAAA"/>
                </a:solidFill>
              </a:rPr>
              <a:t>Running the same 90 probes against v2025.3.28 and v2025.7.29 in parallel confirmed the CVE independently.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9202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2231A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8346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AAAA"/>
                </a:solidFill>
              </a:rPr>
              <a:t>total probes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07792" y="19202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2231A"/>
                </a:solidFill>
              </a:rPr>
              <a:t>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792" y="28346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AAAA"/>
                </a:solidFill>
              </a:rPr>
              <a:t>identical
(phases 1–4)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6632" y="19202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2231A"/>
                </a:solidFill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6632" y="28346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AAAA"/>
                </a:solidFill>
              </a:rPr>
              <a:t>diverged
(phases 5–8)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5472" y="19202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2231A"/>
                </a:solidFill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5472" y="28346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AAAA"/>
                </a:solidFill>
              </a:rPr>
              <a:t>PATCH
EFFECTIVE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4312" y="19202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2231A"/>
                </a:solidFill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4312" y="28346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AAAA"/>
                </a:solidFill>
              </a:rPr>
              <a:t>type confusion
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" y="3703320"/>
            <a:ext cx="10671048" cy="2743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384048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FFFFFF"/>
                </a:solidFill>
              </a:rPr>
              <a:t>Phases 1–4 identical → patch did not regress benign behaviour.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29768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FFFFFF"/>
                </a:solidFill>
              </a:rPr>
              <a:t>15 PATCH EFFECTIVE rows = every prefix-bypass variant blocked by v2025.7.29 and leaked by v2025.3.28.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75488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2231A"/>
                </a:solidFill>
              </a:rPr>
              <a:t>The probing methodology was sensitive enough to catch a real CVE and confirm the fix — without reading the source code.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2103120"/>
            <a:ext cx="94457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Key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017520"/>
            <a:ext cx="94457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AAAAA"/>
                </a:solidFill>
              </a:rPr>
              <a:t>Systematic hypothesis-first probing of a black-box MCP server
— starting from baseline, reacting to every output —
was enough to discover a path-validation CVE independently.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6052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E2231A"/>
                </a:solidFill>
              </a:rPr>
              <a:t>This methodology becomes the empirical foundation for the thesis risk-scoring 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445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novo Master">
  <a:themeElements>
    <a:clrScheme name="Custom 2">
      <a:dk1>
        <a:srgbClr val="000000"/>
      </a:dk1>
      <a:lt1>
        <a:sysClr val="window" lastClr="FFFFFF"/>
      </a:lt1>
      <a:dk2>
        <a:srgbClr val="F26A52"/>
      </a:dk2>
      <a:lt2>
        <a:srgbClr val="4E444E"/>
      </a:lt2>
      <a:accent1>
        <a:srgbClr val="E1251B"/>
      </a:accent1>
      <a:accent2>
        <a:srgbClr val="871C23"/>
      </a:accent2>
      <a:accent3>
        <a:srgbClr val="D9C1D8"/>
      </a:accent3>
      <a:accent4>
        <a:srgbClr val="4D144A"/>
      </a:accent4>
      <a:accent5>
        <a:srgbClr val="C9D0F0"/>
      </a:accent5>
      <a:accent6>
        <a:srgbClr val="11184F"/>
      </a:accent6>
      <a:hlink>
        <a:srgbClr val="3046AD"/>
      </a:hlink>
      <a:folHlink>
        <a:srgbClr val="3046AD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B8252E"/>
        </a:solidFill>
        <a:ln>
          <a:noFill/>
        </a:ln>
      </a:spPr>
      <a:bodyPr lIns="182880" tIns="182880" rIns="182880" bIns="182880" rtlCol="0" anchor="t"/>
      <a:lstStyle>
        <a:defPPr algn="l">
          <a:defRPr sz="1600" dirty="0" err="1">
            <a:solidFill>
              <a:prstClr val="white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800" dirty="0" err="1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Lenovo-16x9_Standard_July2022" id="{48789345-80B6-49E4-A867-3423D9B661CC}" vid="{8124AD30-13BC-4938-BB2D-67326D7239F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7E8F50E37F08F4A860DB7BF64F39772" ma:contentTypeVersion="13" ma:contentTypeDescription="Create a new document." ma:contentTypeScope="" ma:versionID="b267114c7a1d49bc39b5d83a72eb4960">
  <xsd:schema xmlns:xsd="http://www.w3.org/2001/XMLSchema" xmlns:xs="http://www.w3.org/2001/XMLSchema" xmlns:p="http://schemas.microsoft.com/office/2006/metadata/properties" xmlns:ns1="http://schemas.microsoft.com/sharepoint/v3" xmlns:ns3="fbc213cb-2322-46ee-a57c-56e573321373" xmlns:ns4="b888f069-4316-4301-b40e-a42e2759f60d" targetNamespace="http://schemas.microsoft.com/office/2006/metadata/properties" ma:root="true" ma:fieldsID="382c22f52b2536c4184d251590234659" ns1:_="" ns3:_="" ns4:_="">
    <xsd:import namespace="http://schemas.microsoft.com/sharepoint/v3"/>
    <xsd:import namespace="fbc213cb-2322-46ee-a57c-56e573321373"/>
    <xsd:import namespace="b888f069-4316-4301-b40e-a42e2759f60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c213cb-2322-46ee-a57c-56e57332137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88f069-4316-4301-b40e-a42e2759f60d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C6CFE95-771C-4802-B140-C778003BEB93}">
  <ds:schemaRefs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fbc213cb-2322-46ee-a57c-56e573321373"/>
    <ds:schemaRef ds:uri="http://purl.org/dc/dcmitype/"/>
    <ds:schemaRef ds:uri="b888f069-4316-4301-b40e-a42e2759f60d"/>
    <ds:schemaRef ds:uri="http://schemas.microsoft.com/office/infopath/2007/PartnerControls"/>
    <ds:schemaRef ds:uri="http://schemas.openxmlformats.org/package/2006/metadata/core-properties"/>
    <ds:schemaRef ds:uri="http://schemas.microsoft.com/sharepoint/v3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177F4AA-1638-4FFC-8CD0-B6BBACAE180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31BEE02-4C62-4254-8EEC-2ABE8FBBF47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bc213cb-2322-46ee-a57c-56e573321373"/>
    <ds:schemaRef ds:uri="b888f069-4316-4301-b40e-a42e2759f60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Lenovo-16x9_Standard_July2022(1)</Template>
  <TotalTime>7820</TotalTime>
  <Words>1626</Words>
  <Application>Microsoft Office PowerPoint</Application>
  <PresentationFormat>Custom</PresentationFormat>
  <Paragraphs>233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Lenovo Master</vt:lpstr>
      <vt:lpstr>Probing the MCP Filesystem Server</vt:lpstr>
      <vt:lpstr>MCP under Test</vt:lpstr>
      <vt:lpstr>MCP JSON-Based Protocol</vt:lpstr>
      <vt:lpstr>Testing Methodology</vt:lpstr>
      <vt:lpstr>Phase 1 — Fingerprint: Establishing the Baseline</vt:lpstr>
      <vt:lpstr>Phases 2–4: Errors, Normalization, Gibberish</vt:lpstr>
      <vt:lpstr>Phase 5 — First Cracks: "Almost Valid" Inputs</vt:lpstr>
      <vt:lpstr>Phase 6 — The Discovery: Prefix Bypass</vt:lpstr>
      <vt:lpstr>The CVE: What Prefix Bypass Means</vt:lpstr>
      <vt:lpstr>Phase 7 — Type Confusion: A Side Finding</vt:lpstr>
      <vt:lpstr>Phase 8 — Follow-Up: Confirming the CVE Family</vt:lpstr>
      <vt:lpstr>Bonus: Version Comparison Validates the Find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 title here</dc:title>
  <dc:creator>user</dc:creator>
  <cp:lastModifiedBy>user</cp:lastModifiedBy>
  <cp:revision>10</cp:revision>
  <dcterms:created xsi:type="dcterms:W3CDTF">2025-02-26T11:25:58Z</dcterms:created>
  <dcterms:modified xsi:type="dcterms:W3CDTF">2026-04-12T09:32:05Z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0x010100D7E8F50E37F08F4A860DB7BF64F39772</vt:lpwstr>
  </property>
</Properties>
</file>